
<file path=[Content_Types].xml><?xml version="1.0" encoding="utf-8"?>
<ns0:Types xmlns:ns0="http://schemas.openxmlformats.org/package/2006/content-types">
  <ns0:Default Extension="jpeg" ContentType="image/jpeg"/>
  <ns0:Default Extension="png" ContentType="image/png"/>
  <ns0:Default Extension="rels" ContentType="application/vnd.openxmlformats-package.relationships+xml"/>
  <ns0:Default Extension="svg" ContentType="image/svg+xml"/>
  <ns0:Default Extension="xml" ContentType="application/xml"/>
  <ns0:Override PartName="/ppt/presentation.xml" ContentType="application/vnd.openxmlformats-officedocument.presentationml.presentation.main+xml"/>
  <ns0:Override PartName="/customXml/itemProps1.xml" ContentType="application/vnd.openxmlformats-officedocument.customXmlProperties+xml"/>
  <ns0:Override PartName="/customXml/itemProps2.xml" ContentType="application/vnd.openxmlformats-officedocument.customXmlProperties+xml"/>
  <ns0:Override PartName="/customXml/itemProps3.xml" ContentType="application/vnd.openxmlformats-officedocument.customXmlProperties+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notesMasters/notesMaster1.xml" ContentType="application/vnd.openxmlformats-officedocument.presentationml.notes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12.xml" ContentType="application/vnd.openxmlformats-officedocument.presentationml.slideLayout+xml"/>
  <ns0:Override PartName="/ppt/slideLayouts/slideLayout13.xml" ContentType="application/vnd.openxmlformats-officedocument.presentationml.slideLayout+xml"/>
  <ns0:Override PartName="/ppt/slideLayouts/slideLayout14.xml" ContentType="application/vnd.openxmlformats-officedocument.presentationml.slideLayout+xml"/>
  <ns0:Override PartName="/ppt/slideLayouts/slideLayout15.xml" ContentType="application/vnd.openxmlformats-officedocument.presentationml.slideLayout+xml"/>
  <ns0:Override PartName="/ppt/slideLayouts/slideLayout16.xml" ContentType="application/vnd.openxmlformats-officedocument.presentationml.slideLayout+xml"/>
  <ns0:Override PartName="/ppt/slideLayouts/slideLayout17.xml" ContentType="application/vnd.openxmlformats-officedocument.presentationml.slideLayout+xml"/>
  <ns0:Override PartName="/ppt/slideLayouts/slideLayout18.xml" ContentType="application/vnd.openxmlformats-officedocument.presentationml.slideLayout+xml"/>
  <ns0:Override PartName="/ppt/slideLayouts/slideLayout19.xml" ContentType="application/vnd.openxmlformats-officedocument.presentationml.slideLayout+xml"/>
  <ns0:Override PartName="/ppt/slideLayouts/slideLayout20.xml" ContentType="application/vnd.openxmlformats-officedocument.presentationml.slideLayout+xml"/>
  <ns0:Override PartName="/ppt/slideLayouts/slideLayout21.xml" ContentType="application/vnd.openxmlformats-officedocument.presentationml.slideLayout+xml"/>
  <ns0:Override PartName="/ppt/slideLayouts/slideLayout22.xml" ContentType="application/vnd.openxmlformats-officedocument.presentationml.slideLayout+xml"/>
  <ns0:Override PartName="/ppt/slideLayouts/slideLayout23.xml" ContentType="application/vnd.openxmlformats-officedocument.presentationml.slideLayout+xml"/>
  <ns0:Override PartName="/ppt/theme/theme2.xml" ContentType="application/vnd.openxmlformats-officedocument.theme+xml"/>
  <ns0:Override PartName="/ppt/notesSlides/notesSlide1.xml" ContentType="application/vnd.openxmlformats-officedocument.presentationml.notesSlide+xml"/>
  <ns0:Override PartName="/ppt/revisionInfo.xml" ContentType="application/vnd.ms-powerpoint.revisioninfo+xml"/>
  <ns0:Override PartName="/docProps/core.xml" ContentType="application/vnd.openxmlformats-package.core-properties+xml"/>
  <ns0:Override PartName="/docProps/app.xml" ContentType="application/vnd.openxmlformats-officedocument.extended-properties+xml"/>
  <ns0:Override PartName="/docProps/custom.xml" ContentType="application/vnd.openxmlformats-officedocument.custom-properties+xml"/>
</ns0:Types>
</file>

<file path=_rels/.rels><?xml version='1.0' encoding='utf-8'?>
<ns0:Relationships xmlns:ns0="http://schemas.openxmlformats.org/package/2006/relationships"><ns0:Relationship Id="rId3" Type="http://schemas.openxmlformats.org/package/2006/relationships/metadata/core-properties" Target="docProps/core.xml" /><ns0:Relationship Id="rId2" Type="http://schemas.openxmlformats.org/package/2006/relationships/metadata/thumbnail" Target="docProps/thumbnail.jpeg" /><ns0:Relationship Id="rId1" Type="http://schemas.openxmlformats.org/officeDocument/2006/relationships/officeDocument" Target="ppt/presentation.xml" /><ns0:Relationship Id="rId5" Type="http://schemas.openxmlformats.org/officeDocument/2006/relationships/custom-properties" Target="docProps/custom.xml" /><ns0:Relationship Id="rId4" Type="http://schemas.openxmlformats.org/officeDocument/2006/relationships/extended-properties" Target="docProps/app.xml" /></ns0: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147483280" r:id="rId5"/>
    <p:sldId id="2147483539" r:id="rId6"/>
    <p:sldId id="214748328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AC02A4-7B71-453F-A54F-A10E9EAA5BEA}">
          <p14:sldIdLst>
            <p14:sldId id="2147483280"/>
            <p14:sldId id="2147483539"/>
            <p14:sldId id="2147483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29F73D"/>
    <a:srgbClr val="FA0000"/>
    <a:srgbClr val="FFC1E9"/>
    <a:srgbClr val="EFAD3F"/>
    <a:srgbClr val="AFABAB"/>
    <a:srgbClr val="F7F7F7"/>
    <a:srgbClr val="FFFFFF"/>
    <a:srgbClr val="704D27"/>
    <a:srgbClr val="4B27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BAB84B-DD60-46D8-90EE-5F9047867D10}" v="2" dt="2026-04-15T14:18:48.4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50"/>
  </p:normalViewPr>
  <p:slideViewPr>
    <p:cSldViewPr snapToGrid="0">
      <p:cViewPr varScale="1">
        <p:scale>
          <a:sx n="78" d="100"/>
          <a:sy n="78" d="100"/>
        </p:scale>
        <p:origin x="1018" y="72"/>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8" Type="http://schemas.openxmlformats.org/officeDocument/2006/relationships/notesMaster" Target="notesMasters/notesMaster1.xml" /><ns0:Relationship Id="rId13" Type="http://schemas.openxmlformats.org/officeDocument/2006/relationships/tableStyles" Target="tableStyles.xml" /><ns0:Relationship Id="rId3" Type="http://schemas.openxmlformats.org/officeDocument/2006/relationships/customXml" Target="../customXml/item3.xml" /><ns0:Relationship Id="rId7" Type="http://schemas.openxmlformats.org/officeDocument/2006/relationships/slide" Target="slides/slide3.xml" /><ns0:Relationship Id="rId12" Type="http://schemas.openxmlformats.org/officeDocument/2006/relationships/theme" Target="theme/theme1.xml" /><ns0:Relationship Id="rId2" Type="http://schemas.openxmlformats.org/officeDocument/2006/relationships/customXml" Target="../customXml/item2.xml" /><ns0:Relationship Id="rId1" Type="http://schemas.openxmlformats.org/officeDocument/2006/relationships/customXml" Target="../customXml/item1.xml" /><ns0:Relationship Id="rId6" Type="http://schemas.openxmlformats.org/officeDocument/2006/relationships/slide" Target="slides/slide2.xml" /><ns0:Relationship Id="rId11" Type="http://schemas.openxmlformats.org/officeDocument/2006/relationships/viewProps" Target="viewProps.xml" /><ns0:Relationship Id="rId5" Type="http://schemas.openxmlformats.org/officeDocument/2006/relationships/slide" Target="slides/slide1.xml" /><ns0:Relationship Id="rId10" Type="http://schemas.openxmlformats.org/officeDocument/2006/relationships/presProps" Target="presProps.xml" /><ns0:Relationship Id="rId4" Type="http://schemas.openxmlformats.org/officeDocument/2006/relationships/slideMaster" Target="slideMasters/slideMaster1.xml" /><ns0:Relationship Id="rId14" Type="http://schemas.microsoft.com/office/2015/10/relationships/revisionInfo" Target="revisionInfo.xml" /></ns0:Relationships>
</file>

<file path=ppt/notesMasters/_rels/notesMaster1.xml.rels><?xml version='1.0' encoding='utf-8'?>
<ns0:Relationships xmlns:ns0="http://schemas.openxmlformats.org/package/2006/relationships"><ns0:Relationship Id="rId1" Type="http://schemas.openxmlformats.org/officeDocument/2006/relationships/theme" Target="../theme/theme2.xml" /></ns0: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6552AE-9A2F-4EF3-A521-F678452F7407}"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F3E0CE-D7A4-40B7-B4A9-64F83485FBB9}" type="slidenum">
              <a:rPr lang="en-US" smtClean="0"/>
              <a:t>‹#›</a:t>
            </a:fld>
            <a:endParaRPr lang="en-US"/>
          </a:p>
        </p:txBody>
      </p:sp>
    </p:spTree>
    <p:extLst>
      <p:ext uri="{BB962C8B-B14F-4D97-AF65-F5344CB8AC3E}">
        <p14:creationId xmlns:p14="http://schemas.microsoft.com/office/powerpoint/2010/main" val="3385024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ns0:Relationships xmlns:ns0="http://schemas.openxmlformats.org/package/2006/relationships"><ns0:Relationship Id="rId2" Type="http://schemas.openxmlformats.org/officeDocument/2006/relationships/slide" Target="../slides/slide2.xml" /><ns0:Relationship Id="rId1" Type="http://schemas.openxmlformats.org/officeDocument/2006/relationships/notesMaster" Target="../notesMasters/notesMaster1.xml" /></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683C0-8ACD-6597-7161-5F2FDDDD3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9E3D0C-A0EA-65C1-37B9-137EBD308C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CEC72-8ADE-BC18-5D14-D2D873A8C3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E54EE2-C723-FFDB-AE43-A4B10A6256FA}"/>
              </a:ext>
            </a:extLst>
          </p:cNvPr>
          <p:cNvSpPr>
            <a:spLocks noGrp="1"/>
          </p:cNvSpPr>
          <p:nvPr>
            <p:ph type="sldNum" sz="quarter" idx="5"/>
          </p:nvPr>
        </p:nvSpPr>
        <p:spPr/>
        <p:txBody>
          <a:bodyPr/>
          <a:lstStyle/>
          <a:p>
            <a:pPr>
              <a:defRPr/>
            </a:pPr>
            <a:fld id="{8C002942-9E23-44FC-9F91-B8D3DD73426D}" type="slidenum">
              <a:rPr lang="en-US" smtClean="0"/>
              <a:pPr>
                <a:defRPr/>
              </a:pPr>
              <a:t>2</a:t>
            </a:fld>
            <a:endParaRPr lang="en-US" dirty="0"/>
          </a:p>
        </p:txBody>
      </p:sp>
    </p:spTree>
    <p:extLst>
      <p:ext uri="{BB962C8B-B14F-4D97-AF65-F5344CB8AC3E}">
        <p14:creationId xmlns:p14="http://schemas.microsoft.com/office/powerpoint/2010/main" val="3707327424"/>
      </p:ext>
    </p:extLst>
  </p:cSld>
  <p:clrMapOvr>
    <a:masterClrMapping/>
  </p:clrMapOvr>
</p:notes>
</file>

<file path=ppt/slideLayouts/_rels/slideLayout1.xml.rels><?xml version='1.0' encoding='utf-8'?>
<ns0:Relationships xmlns:ns0="http://schemas.openxmlformats.org/package/2006/relationships"><ns0:Relationship Id="rId3" Type="http://schemas.openxmlformats.org/officeDocument/2006/relationships/image" Target="../media/image2.jpeg" /><ns0:Relationship Id="rId7" Type="http://schemas.openxmlformats.org/officeDocument/2006/relationships/image" Target="../media/image6.png" /><ns0:Relationship Id="rId2" Type="http://schemas.openxmlformats.org/officeDocument/2006/relationships/image" Target="../media/image1.jpeg" /><ns0:Relationship Id="rId1" Type="http://schemas.openxmlformats.org/officeDocument/2006/relationships/slideMaster" Target="../slideMasters/slideMaster1.xml" /><ns0:Relationship Id="rId6" Type="http://schemas.openxmlformats.org/officeDocument/2006/relationships/image" Target="../media/image5.svg" /><ns0:Relationship Id="rId5" Type="http://schemas.openxmlformats.org/officeDocument/2006/relationships/image" Target="../media/image4.jpeg" /><ns0:Relationship Id="rId4" Type="http://schemas.openxmlformats.org/officeDocument/2006/relationships/image" Target="../media/image3.jpeg" /></ns0:Relationships>
</file>

<file path=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3.xml.rels><?xml version='1.0' encoding='utf-8'?>
<ns0:Relationships xmlns:ns0="http://schemas.openxmlformats.org/package/2006/relationships"><ns0:Relationship Id="rId3" Type="http://schemas.openxmlformats.org/officeDocument/2006/relationships/image" Target="../media/image6.png" /><ns0:Relationship Id="rId2" Type="http://schemas.openxmlformats.org/officeDocument/2006/relationships/image" Target="../media/image5.svg" /><ns0:Relationship Id="rId1" Type="http://schemas.openxmlformats.org/officeDocument/2006/relationships/slideMaster" Target="../slideMasters/slideMaster1.xml" /></ns0:Relationships>
</file>

<file path=ppt/slideLayouts/_rels/slideLayout4.xml.rels><?xml version='1.0' encoding='utf-8'?>
<ns0:Relationships xmlns:ns0="http://schemas.openxmlformats.org/package/2006/relationships"><ns0:Relationship Id="rId3" Type="http://schemas.openxmlformats.org/officeDocument/2006/relationships/image" Target="../media/image2.jpeg" /><ns0:Relationship Id="rId7" Type="http://schemas.openxmlformats.org/officeDocument/2006/relationships/image" Target="../media/image1.jpeg" /><ns0:Relationship Id="rId2" Type="http://schemas.openxmlformats.org/officeDocument/2006/relationships/image" Target="../media/image5.svg" /><ns0:Relationship Id="rId1" Type="http://schemas.openxmlformats.org/officeDocument/2006/relationships/slideMaster" Target="../slideMasters/slideMaster1.xml" /><ns0:Relationship Id="rId6" Type="http://schemas.openxmlformats.org/officeDocument/2006/relationships/image" Target="../media/image7.jpeg" /><ns0:Relationship Id="rId5" Type="http://schemas.openxmlformats.org/officeDocument/2006/relationships/image" Target="../media/image4.jpeg" /><ns0:Relationship Id="rId4" Type="http://schemas.openxmlformats.org/officeDocument/2006/relationships/image" Target="../media/image3.jpeg" /></ns0:Relationships>
</file>

<file path=ppt/slideLayouts/_rels/slideLayout5.xml.rels><?xml version='1.0' encoding='utf-8'?>
<ns0:Relationships xmlns:ns0="http://schemas.openxmlformats.org/package/2006/relationships"><ns0:Relationship Id="rId3" Type="http://schemas.openxmlformats.org/officeDocument/2006/relationships/image" Target="../media/image6.png" /><ns0:Relationship Id="rId2" Type="http://schemas.openxmlformats.org/officeDocument/2006/relationships/image" Target="../media/image5.svg" /><ns0:Relationship Id="rId1" Type="http://schemas.openxmlformats.org/officeDocument/2006/relationships/slideMaster" Target="../slideMasters/slideMaster1.xml" /></ns0:Relationships>
</file>

<file path=ppt/slideLayouts/_rels/slideLayout6.xml.rels><?xml version='1.0' encoding='utf-8'?>
<ns0:Relationships xmlns:ns0="http://schemas.openxmlformats.org/package/2006/relationships"><ns0:Relationship Id="rId3" Type="http://schemas.openxmlformats.org/officeDocument/2006/relationships/image" Target="../media/image6.png" /><ns0:Relationship Id="rId2" Type="http://schemas.openxmlformats.org/officeDocument/2006/relationships/image" Target="../media/image5.svg" /><ns0:Relationship Id="rId1" Type="http://schemas.openxmlformats.org/officeDocument/2006/relationships/slideMaster" Target="../slideMasters/slideMaster1.xml" /></ns0:Relationships>
</file>

<file path=ppt/slideLayouts/_rels/slideLayout7.xml.rels><?xml version='1.0' encoding='utf-8'?>
<ns0:Relationships xmlns:ns0="http://schemas.openxmlformats.org/package/2006/relationships"><ns0:Relationship Id="rId3" Type="http://schemas.openxmlformats.org/officeDocument/2006/relationships/image" Target="../media/image2.jpeg" /><ns0:Relationship Id="rId7" Type="http://schemas.openxmlformats.org/officeDocument/2006/relationships/image" Target="../media/image1.jpeg" /><ns0:Relationship Id="rId2" Type="http://schemas.openxmlformats.org/officeDocument/2006/relationships/image" Target="../media/image5.svg" /><ns0:Relationship Id="rId1" Type="http://schemas.openxmlformats.org/officeDocument/2006/relationships/slideMaster" Target="../slideMasters/slideMaster1.xml" /><ns0:Relationship Id="rId6" Type="http://schemas.openxmlformats.org/officeDocument/2006/relationships/image" Target="../media/image7.jpeg" /><ns0:Relationship Id="rId5" Type="http://schemas.openxmlformats.org/officeDocument/2006/relationships/image" Target="../media/image4.jpeg" /><ns0:Relationship Id="rId4" Type="http://schemas.openxmlformats.org/officeDocument/2006/relationships/image" Target="../media/image3.jpeg" /></ns0:Relationships>
</file>

<file path=ppt/slideLayouts/_rels/slideLayout8.xml.rels><?xml version='1.0' encoding='utf-8'?>
<ns0:Relationships xmlns:ns0="http://schemas.openxmlformats.org/package/2006/relationships"><ns0:Relationship Id="rId3" Type="http://schemas.openxmlformats.org/officeDocument/2006/relationships/image" Target="../media/image2.jpeg" /><ns0:Relationship Id="rId7" Type="http://schemas.openxmlformats.org/officeDocument/2006/relationships/image" Target="../media/image1.jpeg" /><ns0:Relationship Id="rId2" Type="http://schemas.openxmlformats.org/officeDocument/2006/relationships/image" Target="../media/image5.svg" /><ns0:Relationship Id="rId1" Type="http://schemas.openxmlformats.org/officeDocument/2006/relationships/slideMaster" Target="../slideMasters/slideMaster1.xml" /><ns0:Relationship Id="rId6" Type="http://schemas.openxmlformats.org/officeDocument/2006/relationships/image" Target="../media/image7.jpeg" /><ns0:Relationship Id="rId5" Type="http://schemas.openxmlformats.org/officeDocument/2006/relationships/image" Target="../media/image4.jpeg" /><ns0:Relationship Id="rId4" Type="http://schemas.openxmlformats.org/officeDocument/2006/relationships/image" Target="../media/image3.jpeg" /></ns0:Relationships>
</file>

<file path=ppt/slideLayouts/_rels/slideLayout9.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8.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0.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0.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1.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1.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2.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2.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3.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3.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4.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4.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5.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5.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6.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6.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7.xml.rels><?xml version='1.0' encoding='utf-8'?>
<ns0:Relationships xmlns:ns0="http://schemas.openxmlformats.org/package/2006/relationships"><ns0:Relationship Id="rId3" Type="http://schemas.openxmlformats.org/officeDocument/2006/relationships/image" Target="../media/image5.svg" /><ns0:Relationship Id="rId2" Type="http://schemas.openxmlformats.org/officeDocument/2006/relationships/image" Target="../media/image17.jpeg" /><ns0:Relationship Id="rId1" Type="http://schemas.openxmlformats.org/officeDocument/2006/relationships/slideMaster" Target="../slideMasters/slideMaster1.xml" /><ns0:Relationship Id="rId4" Type="http://schemas.openxmlformats.org/officeDocument/2006/relationships/image" Target="../media/image9.png" /></ns0:Relationships>
</file>

<file path=ppt/slideLayouts/_rels/slideLayout18.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19.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20.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21.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22.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23.xml.rels><?xml version='1.0' encoding='utf-8'?>
<ns0:Relationships xmlns:ns0="http://schemas.openxmlformats.org/package/2006/relationships"><ns0:Relationship Id="rId3" Type="http://schemas.openxmlformats.org/officeDocument/2006/relationships/image" Target="../media/image18.png" /><ns0:Relationship Id="rId2" Type="http://schemas.openxmlformats.org/officeDocument/2006/relationships/image" Target="../media/image5.svg" /><ns0:Relationship Id="rId1" Type="http://schemas.openxmlformats.org/officeDocument/2006/relationships/slideMaster" Target="../slideMasters/slideMaster1.xml" /></ns0: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551E8305-56EF-6F4F-AD78-686B0851E927}"/>
              </a:ext>
            </a:extLst>
          </p:cNvPr>
          <p:cNvSpPr/>
          <p:nvPr userDrawn="1"/>
        </p:nvSpPr>
        <p:spPr bwMode="gray">
          <a:xfrm>
            <a:off x="11570095" y="6236320"/>
            <a:ext cx="621905" cy="621680"/>
          </a:xfrm>
          <a:prstGeom prst="rect">
            <a:avLst/>
          </a:prstGeom>
          <a:solidFill>
            <a:schemeClr val="bg1"/>
          </a:solidFill>
          <a:ln w="9525" cap="flat" cmpd="sng" algn="ctr">
            <a:no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indent="0" algn="l" defTabSz="914217"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Poppins" panose="00000500000000000000" pitchFamily="2" charset="0"/>
              <a:ea typeface="Calibri" panose="020F0502020204030204" pitchFamily="34" charset="0"/>
              <a:cs typeface="Poppins" panose="00000500000000000000" pitchFamily="2" charset="0"/>
            </a:endParaRPr>
          </a:p>
        </p:txBody>
      </p:sp>
      <p:sp>
        <p:nvSpPr>
          <p:cNvPr id="21" name="Title 20">
            <a:extLst>
              <a:ext uri="{FF2B5EF4-FFF2-40B4-BE49-F238E27FC236}">
                <a16:creationId xmlns:a16="http://schemas.microsoft.com/office/drawing/2014/main" id="{DE50F894-FCE1-8E11-8B11-69B5137D69D2}"/>
              </a:ext>
            </a:extLst>
          </p:cNvPr>
          <p:cNvSpPr>
            <a:spLocks noGrp="1"/>
          </p:cNvSpPr>
          <p:nvPr>
            <p:ph type="title" hasCustomPrompt="1"/>
          </p:nvPr>
        </p:nvSpPr>
        <p:spPr bwMode="gray">
          <a:xfrm>
            <a:off x="160020" y="2845753"/>
            <a:ext cx="6066002" cy="707886"/>
          </a:xfrm>
          <a:prstGeom prst="rect">
            <a:avLst/>
          </a:prstGeom>
        </p:spPr>
        <p:txBody>
          <a:bodyPr wrap="square" lIns="0">
            <a:spAutoFit/>
          </a:bodyPr>
          <a:lstStyle>
            <a:lvl1pPr marL="0" algn="l" defTabSz="914126" rtl="0" eaLnBrk="1" latinLnBrk="0" hangingPunct="1">
              <a:defRPr lang="en-GB" sz="4000" b="1" kern="1200" dirty="0">
                <a:solidFill>
                  <a:schemeClr val="tx1"/>
                </a:solidFill>
                <a:latin typeface="Poppins" panose="00000500000000000000" pitchFamily="2" charset="0"/>
                <a:ea typeface="Roboto" panose="02000000000000000000" pitchFamily="2" charset="0"/>
                <a:cs typeface="Poppins" panose="00000500000000000000" pitchFamily="2" charset="0"/>
              </a:defRPr>
            </a:lvl1pPr>
          </a:lstStyle>
          <a:p>
            <a:r>
              <a:rPr lang="en-US"/>
              <a:t>Click Title</a:t>
            </a:r>
            <a:endParaRPr lang="en-GB"/>
          </a:p>
        </p:txBody>
      </p:sp>
      <p:sp>
        <p:nvSpPr>
          <p:cNvPr id="24" name="Text Placeholder 23">
            <a:extLst>
              <a:ext uri="{FF2B5EF4-FFF2-40B4-BE49-F238E27FC236}">
                <a16:creationId xmlns:a16="http://schemas.microsoft.com/office/drawing/2014/main" id="{5CCF3E5B-9E62-5873-41EC-383CECE1FB79}"/>
              </a:ext>
            </a:extLst>
          </p:cNvPr>
          <p:cNvSpPr>
            <a:spLocks noGrp="1"/>
          </p:cNvSpPr>
          <p:nvPr>
            <p:ph type="body" sz="quarter" idx="10" hasCustomPrompt="1"/>
          </p:nvPr>
        </p:nvSpPr>
        <p:spPr bwMode="gray">
          <a:xfrm>
            <a:off x="155575" y="6200325"/>
            <a:ext cx="4176000" cy="307777"/>
          </a:xfrm>
          <a:prstGeom prst="rect">
            <a:avLst/>
          </a:prstGeom>
        </p:spPr>
        <p:txBody>
          <a:bodyPr lIns="0">
            <a:spAutoFit/>
          </a:bodyPr>
          <a:lstStyle>
            <a:lvl1pPr marL="0" indent="0">
              <a:buNone/>
              <a:defRPr sz="1400">
                <a:solidFill>
                  <a:schemeClr val="tx1"/>
                </a:solidFill>
                <a:latin typeface="Poppins" panose="00000500000000000000" pitchFamily="2" charset="0"/>
                <a:ea typeface="Calibri" panose="020F0502020204030204" pitchFamily="34" charset="0"/>
                <a:cs typeface="Poppins" panose="00000500000000000000" pitchFamily="2" charset="0"/>
              </a:defRPr>
            </a:lvl1pPr>
            <a:lvl2pPr marL="608853" indent="0">
              <a:buNone/>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217706" indent="0">
              <a:buNone/>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826560" indent="0">
              <a:buNone/>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2435414" indent="0">
              <a:buNone/>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Text</a:t>
            </a:r>
          </a:p>
        </p:txBody>
      </p:sp>
      <p:sp>
        <p:nvSpPr>
          <p:cNvPr id="38" name="Freeform: Shape 37">
            <a:extLst>
              <a:ext uri="{FF2B5EF4-FFF2-40B4-BE49-F238E27FC236}">
                <a16:creationId xmlns:a16="http://schemas.microsoft.com/office/drawing/2014/main" id="{F51FC36C-CA95-DE81-1753-A0C6DDCF88F7}"/>
              </a:ext>
            </a:extLst>
          </p:cNvPr>
          <p:cNvSpPr>
            <a:spLocks/>
          </p:cNvSpPr>
          <p:nvPr userDrawn="1"/>
        </p:nvSpPr>
        <p:spPr bwMode="gray">
          <a:xfrm>
            <a:off x="10216575" y="3989353"/>
            <a:ext cx="1975424" cy="2578296"/>
          </a:xfrm>
          <a:custGeom>
            <a:avLst/>
            <a:gdLst>
              <a:gd name="connsiteX0" fmla="*/ 429590 w 1975167"/>
              <a:gd name="connsiteY0" fmla="*/ 0 h 2578893"/>
              <a:gd name="connsiteX1" fmla="*/ 732695 w 1975167"/>
              <a:gd name="connsiteY1" fmla="*/ 123110 h 2578893"/>
              <a:gd name="connsiteX2" fmla="*/ 1950562 w 1975167"/>
              <a:gd name="connsiteY2" fmla="*/ 1341417 h 2578893"/>
              <a:gd name="connsiteX3" fmla="*/ 1975167 w 1975167"/>
              <a:gd name="connsiteY3" fmla="*/ 1366031 h 2578893"/>
              <a:gd name="connsiteX4" fmla="*/ 1975167 w 1975167"/>
              <a:gd name="connsiteY4" fmla="*/ 2578893 h 2578893"/>
              <a:gd name="connsiteX5" fmla="*/ 1887634 w 1975167"/>
              <a:gd name="connsiteY5" fmla="*/ 2491328 h 2578893"/>
              <a:gd name="connsiteX6" fmla="*/ 126484 w 1975167"/>
              <a:gd name="connsiteY6" fmla="*/ 729541 h 2578893"/>
              <a:gd name="connsiteX7" fmla="*/ 126484 w 1975167"/>
              <a:gd name="connsiteY7" fmla="*/ 123110 h 2578893"/>
              <a:gd name="connsiteX8" fmla="*/ 429590 w 1975167"/>
              <a:gd name="connsiteY8" fmla="*/ 0 h 2578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5167" h="2578893">
                <a:moveTo>
                  <a:pt x="429590" y="0"/>
                </a:moveTo>
                <a:cubicBezTo>
                  <a:pt x="538981" y="0"/>
                  <a:pt x="648373" y="41037"/>
                  <a:pt x="732695" y="123110"/>
                </a:cubicBezTo>
                <a:cubicBezTo>
                  <a:pt x="1277516" y="668128"/>
                  <a:pt x="1669106" y="1059860"/>
                  <a:pt x="1950562" y="1341417"/>
                </a:cubicBezTo>
                <a:lnTo>
                  <a:pt x="1975167" y="1366031"/>
                </a:lnTo>
                <a:lnTo>
                  <a:pt x="1975167" y="2578893"/>
                </a:lnTo>
                <a:lnTo>
                  <a:pt x="1887634" y="2491328"/>
                </a:lnTo>
                <a:cubicBezTo>
                  <a:pt x="126484" y="729541"/>
                  <a:pt x="126484" y="729541"/>
                  <a:pt x="126484" y="729541"/>
                </a:cubicBezTo>
                <a:cubicBezTo>
                  <a:pt x="-42161" y="565394"/>
                  <a:pt x="-42161" y="291816"/>
                  <a:pt x="126484" y="123110"/>
                </a:cubicBezTo>
                <a:cubicBezTo>
                  <a:pt x="210807" y="41037"/>
                  <a:pt x="320198" y="0"/>
                  <a:pt x="429590" y="0"/>
                </a:cubicBezTo>
                <a:close/>
              </a:path>
            </a:pathLst>
          </a:custGeom>
          <a:solidFill>
            <a:schemeClr val="accent1"/>
          </a:solidFill>
          <a:ln>
            <a:noFill/>
          </a:ln>
        </p:spPr>
        <p:txBody>
          <a:bodyPr vert="horz" wrap="square" lIns="91419" tIns="45709" rIns="91419" bIns="45709" numCol="1" anchor="t" anchorCtr="0" compatLnSpc="1">
            <a:prstTxWarp prst="textNoShape">
              <a:avLst/>
            </a:prstTxWarp>
            <a:noAutofit/>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Poppins" panose="00000500000000000000" pitchFamily="2" charset="0"/>
              <a:ea typeface="微软雅黑"/>
              <a:cs typeface="Poppins" panose="00000500000000000000" pitchFamily="2" charset="0"/>
              <a:sym typeface="+mn-lt"/>
            </a:endParaRPr>
          </a:p>
        </p:txBody>
      </p:sp>
      <p:sp>
        <p:nvSpPr>
          <p:cNvPr id="3" name="Freeform 6">
            <a:extLst>
              <a:ext uri="{FF2B5EF4-FFF2-40B4-BE49-F238E27FC236}">
                <a16:creationId xmlns:a16="http://schemas.microsoft.com/office/drawing/2014/main" id="{4AB3433C-3A68-F2C1-3F83-63B445FB3930}"/>
              </a:ext>
            </a:extLst>
          </p:cNvPr>
          <p:cNvSpPr>
            <a:spLocks/>
          </p:cNvSpPr>
          <p:nvPr userDrawn="1"/>
        </p:nvSpPr>
        <p:spPr bwMode="gray">
          <a:xfrm>
            <a:off x="6855307" y="267484"/>
            <a:ext cx="2485515" cy="2430143"/>
          </a:xfrm>
          <a:custGeom>
            <a:avLst/>
            <a:gdLst>
              <a:gd name="T0" fmla="*/ 148 w 545"/>
              <a:gd name="T1" fmla="*/ 32 h 533"/>
              <a:gd name="T2" fmla="*/ 32 w 545"/>
              <a:gd name="T3" fmla="*/ 32 h 533"/>
              <a:gd name="T4" fmla="*/ 32 w 545"/>
              <a:gd name="T5" fmla="*/ 32 h 533"/>
              <a:gd name="T6" fmla="*/ 32 w 545"/>
              <a:gd name="T7" fmla="*/ 148 h 533"/>
              <a:gd name="T8" fmla="*/ 418 w 545"/>
              <a:gd name="T9" fmla="*/ 533 h 533"/>
              <a:gd name="T10" fmla="*/ 545 w 545"/>
              <a:gd name="T11" fmla="*/ 428 h 533"/>
              <a:gd name="T12" fmla="*/ 148 w 545"/>
              <a:gd name="T13" fmla="*/ 32 h 533"/>
            </a:gdLst>
            <a:ahLst/>
            <a:cxnLst>
              <a:cxn ang="0">
                <a:pos x="T0" y="T1"/>
              </a:cxn>
              <a:cxn ang="0">
                <a:pos x="T2" y="T3"/>
              </a:cxn>
              <a:cxn ang="0">
                <a:pos x="T4" y="T5"/>
              </a:cxn>
              <a:cxn ang="0">
                <a:pos x="T6" y="T7"/>
              </a:cxn>
              <a:cxn ang="0">
                <a:pos x="T8" y="T9"/>
              </a:cxn>
              <a:cxn ang="0">
                <a:pos x="T10" y="T11"/>
              </a:cxn>
              <a:cxn ang="0">
                <a:pos x="T12" y="T13"/>
              </a:cxn>
            </a:cxnLst>
            <a:rect l="0" t="0" r="r" b="b"/>
            <a:pathLst>
              <a:path w="545" h="533">
                <a:moveTo>
                  <a:pt x="148" y="32"/>
                </a:moveTo>
                <a:cubicBezTo>
                  <a:pt x="116" y="0"/>
                  <a:pt x="64" y="0"/>
                  <a:pt x="32" y="32"/>
                </a:cubicBezTo>
                <a:cubicBezTo>
                  <a:pt x="32" y="32"/>
                  <a:pt x="32" y="32"/>
                  <a:pt x="32" y="32"/>
                </a:cubicBezTo>
                <a:cubicBezTo>
                  <a:pt x="0" y="64"/>
                  <a:pt x="0" y="116"/>
                  <a:pt x="32" y="148"/>
                </a:cubicBezTo>
                <a:cubicBezTo>
                  <a:pt x="418" y="533"/>
                  <a:pt x="418" y="533"/>
                  <a:pt x="418" y="533"/>
                </a:cubicBezTo>
                <a:cubicBezTo>
                  <a:pt x="462" y="501"/>
                  <a:pt x="504" y="465"/>
                  <a:pt x="545" y="428"/>
                </a:cubicBezTo>
                <a:lnTo>
                  <a:pt x="148" y="32"/>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Poppins" panose="00000500000000000000" pitchFamily="2" charset="0"/>
              <a:ea typeface="微软雅黑"/>
              <a:cs typeface="Poppins" panose="00000500000000000000" pitchFamily="2" charset="0"/>
              <a:sym typeface="+mn-lt"/>
            </a:endParaRPr>
          </a:p>
        </p:txBody>
      </p:sp>
      <p:sp>
        <p:nvSpPr>
          <p:cNvPr id="4" name="Freeform 7">
            <a:extLst>
              <a:ext uri="{FF2B5EF4-FFF2-40B4-BE49-F238E27FC236}">
                <a16:creationId xmlns:a16="http://schemas.microsoft.com/office/drawing/2014/main" id="{74E9FE90-E634-941F-4BA1-39E2DA274A36}"/>
              </a:ext>
            </a:extLst>
          </p:cNvPr>
          <p:cNvSpPr>
            <a:spLocks/>
          </p:cNvSpPr>
          <p:nvPr userDrawn="1"/>
        </p:nvSpPr>
        <p:spPr bwMode="gray">
          <a:xfrm>
            <a:off x="8687321" y="3974683"/>
            <a:ext cx="2882774" cy="2881732"/>
          </a:xfrm>
          <a:custGeom>
            <a:avLst/>
            <a:gdLst>
              <a:gd name="T0" fmla="*/ 462 w 632"/>
              <a:gd name="T1" fmla="*/ 595 h 632"/>
              <a:gd name="T2" fmla="*/ 37 w 632"/>
              <a:gd name="T3" fmla="*/ 170 h 632"/>
              <a:gd name="T4" fmla="*/ 37 w 632"/>
              <a:gd name="T5" fmla="*/ 37 h 632"/>
              <a:gd name="T6" fmla="*/ 37 w 632"/>
              <a:gd name="T7" fmla="*/ 37 h 632"/>
              <a:gd name="T8" fmla="*/ 170 w 632"/>
              <a:gd name="T9" fmla="*/ 37 h 632"/>
              <a:gd name="T10" fmla="*/ 595 w 632"/>
              <a:gd name="T11" fmla="*/ 462 h 632"/>
              <a:gd name="T12" fmla="*/ 595 w 632"/>
              <a:gd name="T13" fmla="*/ 595 h 632"/>
              <a:gd name="T14" fmla="*/ 595 w 632"/>
              <a:gd name="T15" fmla="*/ 595 h 632"/>
              <a:gd name="T16" fmla="*/ 462 w 632"/>
              <a:gd name="T17" fmla="*/ 595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2" h="632">
                <a:moveTo>
                  <a:pt x="462" y="595"/>
                </a:moveTo>
                <a:cubicBezTo>
                  <a:pt x="37" y="170"/>
                  <a:pt x="37" y="170"/>
                  <a:pt x="37" y="170"/>
                </a:cubicBezTo>
                <a:cubicBezTo>
                  <a:pt x="0" y="133"/>
                  <a:pt x="0" y="74"/>
                  <a:pt x="37" y="37"/>
                </a:cubicBezTo>
                <a:cubicBezTo>
                  <a:pt x="37" y="37"/>
                  <a:pt x="37" y="37"/>
                  <a:pt x="37" y="37"/>
                </a:cubicBezTo>
                <a:cubicBezTo>
                  <a:pt x="73" y="0"/>
                  <a:pt x="133" y="0"/>
                  <a:pt x="170" y="37"/>
                </a:cubicBezTo>
                <a:cubicBezTo>
                  <a:pt x="595" y="462"/>
                  <a:pt x="595" y="462"/>
                  <a:pt x="595" y="462"/>
                </a:cubicBezTo>
                <a:cubicBezTo>
                  <a:pt x="632" y="499"/>
                  <a:pt x="632" y="558"/>
                  <a:pt x="595" y="595"/>
                </a:cubicBezTo>
                <a:cubicBezTo>
                  <a:pt x="595" y="595"/>
                  <a:pt x="595" y="595"/>
                  <a:pt x="595" y="595"/>
                </a:cubicBezTo>
                <a:cubicBezTo>
                  <a:pt x="558" y="632"/>
                  <a:pt x="499" y="632"/>
                  <a:pt x="462" y="59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Poppins" panose="00000500000000000000" pitchFamily="2" charset="0"/>
              <a:ea typeface="微软雅黑"/>
              <a:cs typeface="Poppins" panose="00000500000000000000" pitchFamily="2" charset="0"/>
              <a:sym typeface="+mn-lt"/>
            </a:endParaRPr>
          </a:p>
        </p:txBody>
      </p:sp>
      <p:sp>
        <p:nvSpPr>
          <p:cNvPr id="6" name="Freeform 8">
            <a:extLst>
              <a:ext uri="{FF2B5EF4-FFF2-40B4-BE49-F238E27FC236}">
                <a16:creationId xmlns:a16="http://schemas.microsoft.com/office/drawing/2014/main" id="{5E00FCEA-E486-6323-6315-0131FE7FC3B6}"/>
              </a:ext>
            </a:extLst>
          </p:cNvPr>
          <p:cNvSpPr>
            <a:spLocks/>
          </p:cNvSpPr>
          <p:nvPr userDrawn="1"/>
        </p:nvSpPr>
        <p:spPr bwMode="gray">
          <a:xfrm>
            <a:off x="6463323" y="2452988"/>
            <a:ext cx="2322039" cy="2319442"/>
          </a:xfrm>
          <a:custGeom>
            <a:avLst/>
            <a:gdLst>
              <a:gd name="T0" fmla="*/ 480 w 509"/>
              <a:gd name="T1" fmla="*/ 135 h 509"/>
              <a:gd name="T2" fmla="*/ 135 w 509"/>
              <a:gd name="T3" fmla="*/ 480 h 509"/>
              <a:gd name="T4" fmla="*/ 29 w 509"/>
              <a:gd name="T5" fmla="*/ 480 h 509"/>
              <a:gd name="T6" fmla="*/ 29 w 509"/>
              <a:gd name="T7" fmla="*/ 480 h 509"/>
              <a:gd name="T8" fmla="*/ 29 w 509"/>
              <a:gd name="T9" fmla="*/ 374 h 509"/>
              <a:gd name="T10" fmla="*/ 374 w 509"/>
              <a:gd name="T11" fmla="*/ 29 h 509"/>
              <a:gd name="T12" fmla="*/ 480 w 509"/>
              <a:gd name="T13" fmla="*/ 29 h 509"/>
              <a:gd name="T14" fmla="*/ 480 w 509"/>
              <a:gd name="T15" fmla="*/ 29 h 509"/>
              <a:gd name="T16" fmla="*/ 480 w 509"/>
              <a:gd name="T17" fmla="*/ 135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9" h="509">
                <a:moveTo>
                  <a:pt x="480" y="135"/>
                </a:moveTo>
                <a:cubicBezTo>
                  <a:pt x="135" y="480"/>
                  <a:pt x="135" y="480"/>
                  <a:pt x="135" y="480"/>
                </a:cubicBezTo>
                <a:cubicBezTo>
                  <a:pt x="106" y="509"/>
                  <a:pt x="59" y="509"/>
                  <a:pt x="29" y="480"/>
                </a:cubicBezTo>
                <a:cubicBezTo>
                  <a:pt x="29" y="480"/>
                  <a:pt x="29" y="480"/>
                  <a:pt x="29" y="480"/>
                </a:cubicBezTo>
                <a:cubicBezTo>
                  <a:pt x="0" y="451"/>
                  <a:pt x="0" y="403"/>
                  <a:pt x="29" y="374"/>
                </a:cubicBezTo>
                <a:cubicBezTo>
                  <a:pt x="374" y="29"/>
                  <a:pt x="374" y="29"/>
                  <a:pt x="374" y="29"/>
                </a:cubicBezTo>
                <a:cubicBezTo>
                  <a:pt x="403" y="0"/>
                  <a:pt x="451" y="0"/>
                  <a:pt x="480" y="29"/>
                </a:cubicBezTo>
                <a:cubicBezTo>
                  <a:pt x="480" y="29"/>
                  <a:pt x="480" y="29"/>
                  <a:pt x="480" y="29"/>
                </a:cubicBezTo>
                <a:cubicBezTo>
                  <a:pt x="509" y="58"/>
                  <a:pt x="509" y="106"/>
                  <a:pt x="48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Poppins" panose="00000500000000000000" pitchFamily="2" charset="0"/>
              <a:ea typeface="微软雅黑"/>
              <a:cs typeface="Poppins" panose="00000500000000000000" pitchFamily="2" charset="0"/>
              <a:sym typeface="+mn-lt"/>
            </a:endParaRPr>
          </a:p>
        </p:txBody>
      </p:sp>
      <p:sp>
        <p:nvSpPr>
          <p:cNvPr id="7" name="Freeform 9">
            <a:extLst>
              <a:ext uri="{FF2B5EF4-FFF2-40B4-BE49-F238E27FC236}">
                <a16:creationId xmlns:a16="http://schemas.microsoft.com/office/drawing/2014/main" id="{C394C27B-D02F-DD35-7787-76A2F73A6AC9}"/>
              </a:ext>
            </a:extLst>
          </p:cNvPr>
          <p:cNvSpPr>
            <a:spLocks/>
          </p:cNvSpPr>
          <p:nvPr userDrawn="1"/>
        </p:nvSpPr>
        <p:spPr bwMode="gray">
          <a:xfrm>
            <a:off x="6641679" y="1847252"/>
            <a:ext cx="1592558" cy="1595496"/>
          </a:xfrm>
          <a:custGeom>
            <a:avLst/>
            <a:gdLst>
              <a:gd name="T0" fmla="*/ 320 w 349"/>
              <a:gd name="T1" fmla="*/ 135 h 350"/>
              <a:gd name="T2" fmla="*/ 135 w 349"/>
              <a:gd name="T3" fmla="*/ 320 h 350"/>
              <a:gd name="T4" fmla="*/ 29 w 349"/>
              <a:gd name="T5" fmla="*/ 320 h 350"/>
              <a:gd name="T6" fmla="*/ 29 w 349"/>
              <a:gd name="T7" fmla="*/ 320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0"/>
                  <a:pt x="135" y="320"/>
                  <a:pt x="135" y="320"/>
                </a:cubicBezTo>
                <a:cubicBezTo>
                  <a:pt x="105" y="350"/>
                  <a:pt x="58" y="350"/>
                  <a:pt x="29" y="320"/>
                </a:cubicBezTo>
                <a:cubicBezTo>
                  <a:pt x="29" y="320"/>
                  <a:pt x="29" y="320"/>
                  <a:pt x="29" y="320"/>
                </a:cubicBezTo>
                <a:cubicBezTo>
                  <a:pt x="0" y="291"/>
                  <a:pt x="0" y="244"/>
                  <a:pt x="29" y="215"/>
                </a:cubicBezTo>
                <a:cubicBezTo>
                  <a:pt x="214" y="29"/>
                  <a:pt x="214" y="29"/>
                  <a:pt x="214" y="29"/>
                </a:cubicBezTo>
                <a:cubicBezTo>
                  <a:pt x="244" y="0"/>
                  <a:pt x="291" y="0"/>
                  <a:pt x="320" y="29"/>
                </a:cubicBezTo>
                <a:cubicBezTo>
                  <a:pt x="320" y="29"/>
                  <a:pt x="320" y="29"/>
                  <a:pt x="320" y="29"/>
                </a:cubicBezTo>
                <a:cubicBezTo>
                  <a:pt x="349" y="58"/>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Poppins" panose="00000500000000000000" pitchFamily="2" charset="0"/>
              <a:ea typeface="微软雅黑"/>
              <a:cs typeface="Poppins" panose="00000500000000000000" pitchFamily="2" charset="0"/>
              <a:sym typeface="+mn-lt"/>
            </a:endParaRPr>
          </a:p>
        </p:txBody>
      </p:sp>
      <p:sp>
        <p:nvSpPr>
          <p:cNvPr id="8" name="Freeform 10">
            <a:extLst>
              <a:ext uri="{FF2B5EF4-FFF2-40B4-BE49-F238E27FC236}">
                <a16:creationId xmlns:a16="http://schemas.microsoft.com/office/drawing/2014/main" id="{D2E7C0ED-E335-D51C-4766-7777A3CF1F72}"/>
              </a:ext>
            </a:extLst>
          </p:cNvPr>
          <p:cNvSpPr>
            <a:spLocks/>
          </p:cNvSpPr>
          <p:nvPr userDrawn="1"/>
        </p:nvSpPr>
        <p:spPr bwMode="gray">
          <a:xfrm>
            <a:off x="8286544" y="3907911"/>
            <a:ext cx="1590799" cy="1595496"/>
          </a:xfrm>
          <a:custGeom>
            <a:avLst/>
            <a:gdLst>
              <a:gd name="T0" fmla="*/ 320 w 349"/>
              <a:gd name="T1" fmla="*/ 135 h 350"/>
              <a:gd name="T2" fmla="*/ 135 w 349"/>
              <a:gd name="T3" fmla="*/ 321 h 350"/>
              <a:gd name="T4" fmla="*/ 29 w 349"/>
              <a:gd name="T5" fmla="*/ 321 h 350"/>
              <a:gd name="T6" fmla="*/ 29 w 349"/>
              <a:gd name="T7" fmla="*/ 321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1"/>
                  <a:pt x="135" y="321"/>
                  <a:pt x="135" y="321"/>
                </a:cubicBezTo>
                <a:cubicBezTo>
                  <a:pt x="105" y="350"/>
                  <a:pt x="58" y="350"/>
                  <a:pt x="29" y="321"/>
                </a:cubicBezTo>
                <a:cubicBezTo>
                  <a:pt x="29" y="321"/>
                  <a:pt x="29" y="321"/>
                  <a:pt x="29" y="321"/>
                </a:cubicBezTo>
                <a:cubicBezTo>
                  <a:pt x="0" y="292"/>
                  <a:pt x="0" y="244"/>
                  <a:pt x="29" y="215"/>
                </a:cubicBezTo>
                <a:cubicBezTo>
                  <a:pt x="214" y="29"/>
                  <a:pt x="214" y="29"/>
                  <a:pt x="214" y="29"/>
                </a:cubicBezTo>
                <a:cubicBezTo>
                  <a:pt x="243" y="0"/>
                  <a:pt x="291" y="0"/>
                  <a:pt x="320" y="29"/>
                </a:cubicBezTo>
                <a:cubicBezTo>
                  <a:pt x="320" y="29"/>
                  <a:pt x="320" y="29"/>
                  <a:pt x="320" y="29"/>
                </a:cubicBezTo>
                <a:cubicBezTo>
                  <a:pt x="349" y="59"/>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Poppins" panose="00000500000000000000" pitchFamily="2" charset="0"/>
              <a:ea typeface="微软雅黑"/>
              <a:cs typeface="Poppins" panose="00000500000000000000" pitchFamily="2" charset="0"/>
              <a:sym typeface="+mn-lt"/>
            </a:endParaRPr>
          </a:p>
        </p:txBody>
      </p:sp>
      <p:sp>
        <p:nvSpPr>
          <p:cNvPr id="9" name="Freeform 11">
            <a:extLst>
              <a:ext uri="{FF2B5EF4-FFF2-40B4-BE49-F238E27FC236}">
                <a16:creationId xmlns:a16="http://schemas.microsoft.com/office/drawing/2014/main" id="{5E1A80A4-8A04-0753-86EC-558DA5ED93CF}"/>
              </a:ext>
            </a:extLst>
          </p:cNvPr>
          <p:cNvSpPr>
            <a:spLocks/>
          </p:cNvSpPr>
          <p:nvPr userDrawn="1"/>
        </p:nvSpPr>
        <p:spPr bwMode="gray">
          <a:xfrm>
            <a:off x="9862929" y="0"/>
            <a:ext cx="2329071" cy="4754857"/>
          </a:xfrm>
          <a:custGeom>
            <a:avLst/>
            <a:gdLst>
              <a:gd name="T0" fmla="*/ 510 w 511"/>
              <a:gd name="T1" fmla="*/ 0 h 1043"/>
              <a:gd name="T2" fmla="*/ 13 w 511"/>
              <a:gd name="T3" fmla="*/ 497 h 1043"/>
              <a:gd name="T4" fmla="*/ 13 w 511"/>
              <a:gd name="T5" fmla="*/ 545 h 1043"/>
              <a:gd name="T6" fmla="*/ 511 w 511"/>
              <a:gd name="T7" fmla="*/ 1043 h 1043"/>
              <a:gd name="T8" fmla="*/ 510 w 511"/>
              <a:gd name="T9" fmla="*/ 0 h 1043"/>
            </a:gdLst>
            <a:ahLst/>
            <a:cxnLst>
              <a:cxn ang="0">
                <a:pos x="T0" y="T1"/>
              </a:cxn>
              <a:cxn ang="0">
                <a:pos x="T2" y="T3"/>
              </a:cxn>
              <a:cxn ang="0">
                <a:pos x="T4" y="T5"/>
              </a:cxn>
              <a:cxn ang="0">
                <a:pos x="T6" y="T7"/>
              </a:cxn>
              <a:cxn ang="0">
                <a:pos x="T8" y="T9"/>
              </a:cxn>
            </a:cxnLst>
            <a:rect l="0" t="0" r="r" b="b"/>
            <a:pathLst>
              <a:path w="511" h="1043">
                <a:moveTo>
                  <a:pt x="510" y="0"/>
                </a:moveTo>
                <a:cubicBezTo>
                  <a:pt x="13" y="497"/>
                  <a:pt x="13" y="497"/>
                  <a:pt x="13" y="497"/>
                </a:cubicBezTo>
                <a:cubicBezTo>
                  <a:pt x="0" y="510"/>
                  <a:pt x="0" y="532"/>
                  <a:pt x="13" y="545"/>
                </a:cubicBezTo>
                <a:cubicBezTo>
                  <a:pt x="511" y="1043"/>
                  <a:pt x="511" y="1043"/>
                  <a:pt x="511" y="1043"/>
                </a:cubicBezTo>
                <a:lnTo>
                  <a:pt x="510" y="0"/>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Poppins" panose="00000500000000000000" pitchFamily="2" charset="0"/>
              <a:ea typeface="微软雅黑"/>
              <a:cs typeface="Poppins" panose="00000500000000000000" pitchFamily="2" charset="0"/>
              <a:sym typeface="+mn-lt"/>
            </a:endParaRPr>
          </a:p>
        </p:txBody>
      </p:sp>
      <p:sp>
        <p:nvSpPr>
          <p:cNvPr id="18" name="Freeform 13">
            <a:extLst>
              <a:ext uri="{FF2B5EF4-FFF2-40B4-BE49-F238E27FC236}">
                <a16:creationId xmlns:a16="http://schemas.microsoft.com/office/drawing/2014/main" id="{9C52F92E-BC28-2C29-9702-61C561C8FDC9}"/>
              </a:ext>
            </a:extLst>
          </p:cNvPr>
          <p:cNvSpPr>
            <a:spLocks/>
          </p:cNvSpPr>
          <p:nvPr userDrawn="1"/>
        </p:nvSpPr>
        <p:spPr bwMode="gray">
          <a:xfrm>
            <a:off x="8666056" y="115181"/>
            <a:ext cx="2056615" cy="2057627"/>
          </a:xfrm>
          <a:custGeom>
            <a:avLst/>
            <a:gdLst>
              <a:gd name="T0" fmla="*/ 441 w 451"/>
              <a:gd name="T1" fmla="*/ 242 h 451"/>
              <a:gd name="T2" fmla="*/ 242 w 451"/>
              <a:gd name="T3" fmla="*/ 441 h 451"/>
              <a:gd name="T4" fmla="*/ 209 w 451"/>
              <a:gd name="T5" fmla="*/ 441 h 451"/>
              <a:gd name="T6" fmla="*/ 9 w 451"/>
              <a:gd name="T7" fmla="*/ 242 h 451"/>
              <a:gd name="T8" fmla="*/ 9 w 451"/>
              <a:gd name="T9" fmla="*/ 209 h 451"/>
              <a:gd name="T10" fmla="*/ 209 w 451"/>
              <a:gd name="T11" fmla="*/ 9 h 451"/>
              <a:gd name="T12" fmla="*/ 242 w 451"/>
              <a:gd name="T13" fmla="*/ 9 h 451"/>
              <a:gd name="T14" fmla="*/ 441 w 451"/>
              <a:gd name="T15" fmla="*/ 209 h 451"/>
              <a:gd name="T16" fmla="*/ 441 w 451"/>
              <a:gd name="T17" fmla="*/ 242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1" h="451">
                <a:moveTo>
                  <a:pt x="441" y="242"/>
                </a:moveTo>
                <a:cubicBezTo>
                  <a:pt x="242" y="441"/>
                  <a:pt x="242" y="441"/>
                  <a:pt x="242" y="441"/>
                </a:cubicBezTo>
                <a:cubicBezTo>
                  <a:pt x="233" y="451"/>
                  <a:pt x="218" y="451"/>
                  <a:pt x="209" y="441"/>
                </a:cubicBezTo>
                <a:cubicBezTo>
                  <a:pt x="9" y="242"/>
                  <a:pt x="9" y="242"/>
                  <a:pt x="9" y="242"/>
                </a:cubicBezTo>
                <a:cubicBezTo>
                  <a:pt x="0" y="233"/>
                  <a:pt x="0" y="218"/>
                  <a:pt x="9" y="209"/>
                </a:cubicBezTo>
                <a:cubicBezTo>
                  <a:pt x="209" y="9"/>
                  <a:pt x="209" y="9"/>
                  <a:pt x="209" y="9"/>
                </a:cubicBezTo>
                <a:cubicBezTo>
                  <a:pt x="218" y="0"/>
                  <a:pt x="233" y="0"/>
                  <a:pt x="242" y="9"/>
                </a:cubicBezTo>
                <a:cubicBezTo>
                  <a:pt x="441" y="209"/>
                  <a:pt x="441" y="209"/>
                  <a:pt x="441" y="209"/>
                </a:cubicBezTo>
                <a:cubicBezTo>
                  <a:pt x="451" y="218"/>
                  <a:pt x="451" y="233"/>
                  <a:pt x="441" y="242"/>
                </a:cubicBezTo>
                <a:close/>
              </a:path>
            </a:pathLst>
          </a:custGeom>
          <a:blipFill>
            <a:blip r:embed="rId2"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defTabSz="457109"/>
            <a:endParaRPr lang="zh-CN" altLang="en-US">
              <a:solidFill>
                <a:srgbClr val="000000"/>
              </a:solidFill>
              <a:latin typeface="Poppins" panose="00000500000000000000" pitchFamily="2" charset="0"/>
              <a:ea typeface="微软雅黑"/>
              <a:cs typeface="Poppins" panose="00000500000000000000" pitchFamily="2" charset="0"/>
              <a:sym typeface="+mn-lt"/>
            </a:endParaRPr>
          </a:p>
        </p:txBody>
      </p:sp>
      <p:pic>
        <p:nvPicPr>
          <p:cNvPr id="13" name="Picture 12" descr="Business Analytics Images - Free Download on Freepik">
            <a:extLst>
              <a:ext uri="{FF2B5EF4-FFF2-40B4-BE49-F238E27FC236}">
                <a16:creationId xmlns:a16="http://schemas.microsoft.com/office/drawing/2014/main" id="{1B63A689-4D41-68A6-3FF8-744A68683B8D}"/>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gray">
          <a:xfrm>
            <a:off x="6874863" y="1053895"/>
            <a:ext cx="2642531" cy="2641575"/>
          </a:xfrm>
          <a:custGeom>
            <a:avLst/>
            <a:gdLst>
              <a:gd name="connsiteX0" fmla="*/ 1322976 w 2642531"/>
              <a:gd name="connsiteY0" fmla="*/ 0 h 2641575"/>
              <a:gd name="connsiteX1" fmla="*/ 1398786 w 2642531"/>
              <a:gd name="connsiteY1" fmla="*/ 30769 h 2641575"/>
              <a:gd name="connsiteX2" fmla="*/ 2611751 w 2642531"/>
              <a:gd name="connsiteY2" fmla="*/ 1247854 h 2641575"/>
              <a:gd name="connsiteX3" fmla="*/ 2611751 w 2642531"/>
              <a:gd name="connsiteY3" fmla="*/ 1398280 h 2641575"/>
              <a:gd name="connsiteX4" fmla="*/ 1398786 w 2642531"/>
              <a:gd name="connsiteY4" fmla="*/ 2610807 h 2641575"/>
              <a:gd name="connsiteX5" fmla="*/ 1243745 w 2642531"/>
              <a:gd name="connsiteY5" fmla="*/ 2610807 h 2641575"/>
              <a:gd name="connsiteX6" fmla="*/ 30780 w 2642531"/>
              <a:gd name="connsiteY6" fmla="*/ 1398280 h 2641575"/>
              <a:gd name="connsiteX7" fmla="*/ 30780 w 2642531"/>
              <a:gd name="connsiteY7" fmla="*/ 1247854 h 2641575"/>
              <a:gd name="connsiteX8" fmla="*/ 1243745 w 2642531"/>
              <a:gd name="connsiteY8" fmla="*/ 30769 h 2641575"/>
              <a:gd name="connsiteX9" fmla="*/ 1322976 w 2642531"/>
              <a:gd name="connsiteY9" fmla="*/ 0 h 264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2531" h="2641575">
                <a:moveTo>
                  <a:pt x="1322976" y="0"/>
                </a:moveTo>
                <a:cubicBezTo>
                  <a:pt x="1350906" y="0"/>
                  <a:pt x="1378266" y="10257"/>
                  <a:pt x="1398786" y="30769"/>
                </a:cubicBezTo>
                <a:cubicBezTo>
                  <a:pt x="2611751" y="1247854"/>
                  <a:pt x="2611751" y="1247854"/>
                  <a:pt x="2611751" y="1247854"/>
                </a:cubicBezTo>
                <a:cubicBezTo>
                  <a:pt x="2652791" y="1288880"/>
                  <a:pt x="2652791" y="1357255"/>
                  <a:pt x="2611751" y="1398280"/>
                </a:cubicBezTo>
                <a:cubicBezTo>
                  <a:pt x="1398786" y="2610807"/>
                  <a:pt x="1398786" y="2610807"/>
                  <a:pt x="1398786" y="2610807"/>
                </a:cubicBezTo>
                <a:cubicBezTo>
                  <a:pt x="1357746" y="2651832"/>
                  <a:pt x="1289345" y="2651832"/>
                  <a:pt x="1243745" y="2610807"/>
                </a:cubicBezTo>
                <a:cubicBezTo>
                  <a:pt x="30780" y="1398280"/>
                  <a:pt x="30780" y="1398280"/>
                  <a:pt x="30780" y="1398280"/>
                </a:cubicBezTo>
                <a:cubicBezTo>
                  <a:pt x="-10260" y="1357255"/>
                  <a:pt x="-10260" y="1288880"/>
                  <a:pt x="30780" y="1247854"/>
                </a:cubicBezTo>
                <a:cubicBezTo>
                  <a:pt x="1243745" y="30769"/>
                  <a:pt x="1243745" y="30769"/>
                  <a:pt x="1243745" y="30769"/>
                </a:cubicBezTo>
                <a:cubicBezTo>
                  <a:pt x="1266545" y="10257"/>
                  <a:pt x="1295045" y="0"/>
                  <a:pt x="1322976" y="0"/>
                </a:cubicBezTo>
                <a:close/>
              </a:path>
            </a:pathLst>
          </a:custGeom>
          <a:blipFill>
            <a:blip r:embed="rId4"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p:spPr>
      </p:pic>
      <p:pic>
        <p:nvPicPr>
          <p:cNvPr id="19" name="Picture 18" descr="Digital Data Analytics &amp; ZoomOwl: A Primer | ZoomOwl">
            <a:extLst>
              <a:ext uri="{FF2B5EF4-FFF2-40B4-BE49-F238E27FC236}">
                <a16:creationId xmlns:a16="http://schemas.microsoft.com/office/drawing/2014/main" id="{BD07C270-A270-1F08-8C30-A3C9323E4ADF}"/>
              </a:ext>
            </a:extLst>
          </p:cNvPr>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gray">
          <a:xfrm>
            <a:off x="8106675" y="2583581"/>
            <a:ext cx="3226118" cy="3223812"/>
          </a:xfrm>
          <a:custGeom>
            <a:avLst/>
            <a:gdLst>
              <a:gd name="connsiteX0" fmla="*/ 1611350 w 3226118"/>
              <a:gd name="connsiteY0" fmla="*/ 0 h 3223812"/>
              <a:gd name="connsiteX1" fmla="*/ 1690578 w 3226118"/>
              <a:gd name="connsiteY1" fmla="*/ 34187 h 3223812"/>
              <a:gd name="connsiteX2" fmla="*/ 3195340 w 3226118"/>
              <a:gd name="connsiteY2" fmla="*/ 1533846 h 3223812"/>
              <a:gd name="connsiteX3" fmla="*/ 3195340 w 3226118"/>
              <a:gd name="connsiteY3" fmla="*/ 1688826 h 3223812"/>
              <a:gd name="connsiteX4" fmla="*/ 1690578 w 3226118"/>
              <a:gd name="connsiteY4" fmla="*/ 3193044 h 3223812"/>
              <a:gd name="connsiteX5" fmla="*/ 1535542 w 3226118"/>
              <a:gd name="connsiteY5" fmla="*/ 3193044 h 3223812"/>
              <a:gd name="connsiteX6" fmla="*/ 30780 w 3226118"/>
              <a:gd name="connsiteY6" fmla="*/ 1688826 h 3223812"/>
              <a:gd name="connsiteX7" fmla="*/ 30780 w 3226118"/>
              <a:gd name="connsiteY7" fmla="*/ 1533846 h 3223812"/>
              <a:gd name="connsiteX8" fmla="*/ 1535542 w 3226118"/>
              <a:gd name="connsiteY8" fmla="*/ 34187 h 3223812"/>
              <a:gd name="connsiteX9" fmla="*/ 1611350 w 3226118"/>
              <a:gd name="connsiteY9" fmla="*/ 0 h 322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6118" h="3223812">
                <a:moveTo>
                  <a:pt x="1611350" y="0"/>
                </a:moveTo>
                <a:cubicBezTo>
                  <a:pt x="1639280" y="0"/>
                  <a:pt x="1667778" y="11396"/>
                  <a:pt x="1690578" y="34187"/>
                </a:cubicBezTo>
                <a:cubicBezTo>
                  <a:pt x="3195340" y="1533846"/>
                  <a:pt x="3195340" y="1533846"/>
                  <a:pt x="3195340" y="1533846"/>
                </a:cubicBezTo>
                <a:cubicBezTo>
                  <a:pt x="3236378" y="1579429"/>
                  <a:pt x="3236378" y="1647803"/>
                  <a:pt x="3195340" y="1688826"/>
                </a:cubicBezTo>
                <a:cubicBezTo>
                  <a:pt x="1690578" y="3193044"/>
                  <a:pt x="1690578" y="3193044"/>
                  <a:pt x="1690578" y="3193044"/>
                </a:cubicBezTo>
                <a:cubicBezTo>
                  <a:pt x="1644979" y="3234068"/>
                  <a:pt x="1576580" y="3234068"/>
                  <a:pt x="1535542" y="3193044"/>
                </a:cubicBezTo>
                <a:cubicBezTo>
                  <a:pt x="30780" y="1688826"/>
                  <a:pt x="30780" y="1688826"/>
                  <a:pt x="30780" y="1688826"/>
                </a:cubicBezTo>
                <a:cubicBezTo>
                  <a:pt x="-10259" y="1647803"/>
                  <a:pt x="-10259" y="1579429"/>
                  <a:pt x="30780" y="1533846"/>
                </a:cubicBezTo>
                <a:cubicBezTo>
                  <a:pt x="1535542" y="34187"/>
                  <a:pt x="1535542" y="34187"/>
                  <a:pt x="1535542" y="34187"/>
                </a:cubicBezTo>
                <a:cubicBezTo>
                  <a:pt x="1556061" y="11396"/>
                  <a:pt x="1583420" y="0"/>
                  <a:pt x="1611350" y="0"/>
                </a:cubicBezTo>
                <a:close/>
              </a:path>
            </a:pathLst>
          </a:custGeom>
          <a:noFill/>
          <a:extLst>
            <a:ext uri="{909E8E84-426E-40DD-AFC4-6F175D3DCCD1}">
              <a14:hiddenFill xmlns:a14="http://schemas.microsoft.com/office/drawing/2010/main">
                <a:solidFill>
                  <a:srgbClr val="FFFFFF"/>
                </a:solidFill>
              </a14:hiddenFill>
            </a:ext>
          </a:extLst>
        </p:spPr>
      </p:pic>
      <p:cxnSp>
        <p:nvCxnSpPr>
          <p:cNvPr id="5" name="直接连接符 19">
            <a:extLst>
              <a:ext uri="{FF2B5EF4-FFF2-40B4-BE49-F238E27FC236}">
                <a16:creationId xmlns:a16="http://schemas.microsoft.com/office/drawing/2014/main" id="{223FA10A-D119-0F76-B491-D6271D22E079}"/>
              </a:ext>
            </a:extLst>
          </p:cNvPr>
          <p:cNvCxnSpPr/>
          <p:nvPr userDrawn="1"/>
        </p:nvCxnSpPr>
        <p:spPr bwMode="gray">
          <a:xfrm>
            <a:off x="139555" y="6092094"/>
            <a:ext cx="1153559" cy="0"/>
          </a:xfrm>
          <a:prstGeom prst="line">
            <a:avLst/>
          </a:prstGeom>
          <a:noFill/>
          <a:ln w="76200" cap="flat" cmpd="sng" algn="ctr">
            <a:solidFill>
              <a:schemeClr val="accent1"/>
            </a:solidFill>
            <a:prstDash val="solid"/>
            <a:miter lim="800000"/>
          </a:ln>
          <a:effectLst/>
        </p:spPr>
      </p:cxnSp>
      <p:pic>
        <p:nvPicPr>
          <p:cNvPr id="10" name="Graphic 9">
            <a:extLst>
              <a:ext uri="{FF2B5EF4-FFF2-40B4-BE49-F238E27FC236}">
                <a16:creationId xmlns:a16="http://schemas.microsoft.com/office/drawing/2014/main" id="{AD8E07BF-79CB-F16E-B476-8CEB87B5449C}"/>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gray">
          <a:xfrm>
            <a:off x="155575" y="199659"/>
            <a:ext cx="1809929" cy="456285"/>
          </a:xfrm>
          <a:prstGeom prst="rect">
            <a:avLst/>
          </a:prstGeom>
        </p:spPr>
      </p:pic>
      <p:pic>
        <p:nvPicPr>
          <p:cNvPr id="2" name="Picture 4" descr="Ups Logo transparent PNG - StickPNG">
            <a:extLst>
              <a:ext uri="{FF2B5EF4-FFF2-40B4-BE49-F238E27FC236}">
                <a16:creationId xmlns:a16="http://schemas.microsoft.com/office/drawing/2014/main" id="{40E07A6F-4507-2CDC-3EB9-44235743BF23}"/>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26957" t="16149" r="26957" b="16149"/>
          <a:stretch/>
        </p:blipFill>
        <p:spPr bwMode="auto">
          <a:xfrm>
            <a:off x="2312704" y="106015"/>
            <a:ext cx="574899" cy="633413"/>
          </a:xfrm>
          <a:prstGeom prst="rect">
            <a:avLst/>
          </a:prstGeom>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2FF5F6E0-2063-3C1B-E07B-0EA565794FD4}"/>
              </a:ext>
            </a:extLst>
          </p:cNvPr>
          <p:cNvCxnSpPr>
            <a:cxnSpLocks/>
          </p:cNvCxnSpPr>
          <p:nvPr userDrawn="1"/>
        </p:nvCxnSpPr>
        <p:spPr>
          <a:xfrm>
            <a:off x="2179355" y="106015"/>
            <a:ext cx="0" cy="58454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969448"/>
      </p:ext>
    </p:extLst>
  </p:cSld>
  <p:clrMapOvr>
    <a:masterClrMapping/>
  </p:clrMapOvr>
  <p:transition>
    <p:fade thruBlk="1"/>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 Page">
    <p:bg>
      <p:bgPr>
        <a:solidFill>
          <a:schemeClr val="bg1"/>
        </a:solid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bwMode="gray">
          <a:xfrm>
            <a:off x="155575" y="0"/>
            <a:ext cx="11844338" cy="836613"/>
          </a:xfrm>
          <a:prstGeom prst="rect">
            <a:avLst/>
          </a:prstGeom>
        </p:spPr>
        <p:txBody>
          <a:bodyPr lIns="0" tIns="0" rIns="0" bIns="0" anchor="ctr">
            <a:normAutofit/>
          </a:bodyPr>
          <a:lstStyle>
            <a:lvl1pPr algn="l" rtl="0" eaLnBrk="1" fontAlgn="base" hangingPunct="1">
              <a:spcBef>
                <a:spcPct val="0"/>
              </a:spcBef>
              <a:spcAft>
                <a:spcPct val="0"/>
              </a:spcAft>
              <a:defRPr lang="en-US" sz="2800" b="0" dirty="0">
                <a:solidFill>
                  <a:schemeClr val="tx1"/>
                </a:solidFill>
                <a:latin typeface="Poppins" panose="00000500000000000000" pitchFamily="2" charset="0"/>
                <a:ea typeface="Open Sans" panose="020B0606030504020204" pitchFamily="34" charset="0"/>
                <a:cs typeface="Poppins"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1087477390"/>
      </p:ext>
    </p:extLst>
  </p:cSld>
  <p:clrMapOvr>
    <a:masterClrMapping/>
  </p:clrMapOvr>
  <p:transition>
    <p:fade thruBlk="1"/>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Content p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B34FB7-BB15-4CF2-97E5-BA9322B783A3}"/>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761040" y="337064"/>
            <a:ext cx="1156474" cy="291548"/>
          </a:xfrm>
          <a:prstGeom prst="rect">
            <a:avLst/>
          </a:prstGeom>
        </p:spPr>
      </p:pic>
      <p:pic>
        <p:nvPicPr>
          <p:cNvPr id="2" name="Picture 4" descr="Ups Logo transparent PNG - StickPNG">
            <a:extLst>
              <a:ext uri="{FF2B5EF4-FFF2-40B4-BE49-F238E27FC236}">
                <a16:creationId xmlns:a16="http://schemas.microsoft.com/office/drawing/2014/main" id="{B472A6E8-89C2-5F87-2A86-514C9AD684E9}"/>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6957" t="16149" r="26957" b="16149"/>
          <a:stretch/>
        </p:blipFill>
        <p:spPr bwMode="auto">
          <a:xfrm>
            <a:off x="10164063" y="261938"/>
            <a:ext cx="414558" cy="456752"/>
          </a:xfrm>
          <a:prstGeom prst="rect">
            <a:avLst/>
          </a:prstGeom>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4E302E64-3962-B671-58D0-008734A62743}"/>
              </a:ext>
            </a:extLst>
          </p:cNvPr>
          <p:cNvCxnSpPr>
            <a:cxnSpLocks/>
          </p:cNvCxnSpPr>
          <p:nvPr userDrawn="1"/>
        </p:nvCxnSpPr>
        <p:spPr>
          <a:xfrm>
            <a:off x="10637839" y="261938"/>
            <a:ext cx="0" cy="43589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Text Box 16">
            <a:extLst>
              <a:ext uri="{FF2B5EF4-FFF2-40B4-BE49-F238E27FC236}">
                <a16:creationId xmlns:a16="http://schemas.microsoft.com/office/drawing/2014/main" id="{CD25EDC4-7499-A4B1-4BE5-0E93348FE258}"/>
              </a:ext>
            </a:extLst>
          </p:cNvPr>
          <p:cNvSpPr txBox="1">
            <a:spLocks noChangeArrowheads="1"/>
          </p:cNvSpPr>
          <p:nvPr userDrawn="1"/>
        </p:nvSpPr>
        <p:spPr bwMode="gray">
          <a:xfrm>
            <a:off x="3210542" y="6645721"/>
            <a:ext cx="4091930" cy="123111"/>
          </a:xfrm>
          <a:prstGeom prst="rect">
            <a:avLst/>
          </a:prstGeom>
          <a:noFill/>
          <a:ln w="9525">
            <a:noFill/>
            <a:miter lim="800000"/>
            <a:headEnd/>
            <a:tailEnd/>
          </a:ln>
          <a:effectLst/>
        </p:spPr>
        <p:txBody>
          <a:bodyPr wrap="square" lIns="0" tIns="0" rIns="0" bIns="0">
            <a:spAutoFit/>
          </a:bodyPr>
          <a:lstStyle/>
          <a:p>
            <a:pPr marL="0" algn="l" defTabSz="914400" rtl="0" eaLnBrk="1" fontAlgn="auto" latinLnBrk="0" hangingPunct="1">
              <a:spcBef>
                <a:spcPts val="0"/>
              </a:spcBef>
              <a:spcAft>
                <a:spcPts val="0"/>
              </a:spcAft>
              <a:defRPr/>
            </a:pPr>
            <a:r>
              <a:rPr lang="en-US" sz="800" kern="12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Copyright © 2024 Tech Mahindra. All rights reserved.</a:t>
            </a:r>
          </a:p>
        </p:txBody>
      </p:sp>
    </p:spTree>
    <p:extLst>
      <p:ext uri="{BB962C8B-B14F-4D97-AF65-F5344CB8AC3E}">
        <p14:creationId xmlns:p14="http://schemas.microsoft.com/office/powerpoint/2010/main" val="2858318892"/>
      </p:ext>
    </p:extLst>
  </p:cSld>
  <p:clrMapOvr>
    <a:masterClrMapping/>
  </p:clrMapOvr>
  <p:transition>
    <p:fade thruBlk="1"/>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you">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E13265C-6E2A-DB36-3B4B-B3AFC72B1EF1}"/>
              </a:ext>
            </a:extLst>
          </p:cNvPr>
          <p:cNvSpPr/>
          <p:nvPr userDrawn="1"/>
        </p:nvSpPr>
        <p:spPr bwMode="auto">
          <a:xfrm>
            <a:off x="0" y="6236320"/>
            <a:ext cx="6641679" cy="621680"/>
          </a:xfrm>
          <a:prstGeom prst="rect">
            <a:avLst/>
          </a:prstGeom>
          <a:solidFill>
            <a:schemeClr val="bg1"/>
          </a:solidFill>
          <a:ln w="9525" cap="flat" cmpd="sng" algn="ctr">
            <a:no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indent="0" algn="l" defTabSz="914217"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0B743FA8-AF15-3425-F15A-2061154EABAF}"/>
              </a:ext>
            </a:extLst>
          </p:cNvPr>
          <p:cNvSpPr/>
          <p:nvPr userDrawn="1"/>
        </p:nvSpPr>
        <p:spPr bwMode="auto">
          <a:xfrm>
            <a:off x="11570095" y="6236320"/>
            <a:ext cx="621905" cy="621680"/>
          </a:xfrm>
          <a:prstGeom prst="rect">
            <a:avLst/>
          </a:prstGeom>
          <a:solidFill>
            <a:schemeClr val="bg1"/>
          </a:solidFill>
          <a:ln w="9525" cap="flat" cmpd="sng" algn="ctr">
            <a:no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indent="0" algn="l" defTabSz="914217"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CCABBECA-C98E-F87D-58F3-B574B908B93F}"/>
              </a:ext>
            </a:extLst>
          </p:cNvPr>
          <p:cNvGrpSpPr/>
          <p:nvPr userDrawn="1"/>
        </p:nvGrpSpPr>
        <p:grpSpPr>
          <a:xfrm>
            <a:off x="336449" y="2612569"/>
            <a:ext cx="6067928" cy="1630768"/>
            <a:chOff x="329560" y="399087"/>
            <a:chExt cx="4211616" cy="1630768"/>
          </a:xfrm>
        </p:grpSpPr>
        <p:sp>
          <p:nvSpPr>
            <p:cNvPr id="22" name="TextBox 21">
              <a:extLst>
                <a:ext uri="{FF2B5EF4-FFF2-40B4-BE49-F238E27FC236}">
                  <a16:creationId xmlns:a16="http://schemas.microsoft.com/office/drawing/2014/main" id="{FD1821C5-F6B8-347B-57E3-A9F3B621B174}"/>
                </a:ext>
              </a:extLst>
            </p:cNvPr>
            <p:cNvSpPr txBox="1"/>
            <p:nvPr userDrawn="1"/>
          </p:nvSpPr>
          <p:spPr>
            <a:xfrm>
              <a:off x="329560" y="399087"/>
              <a:ext cx="4211616" cy="1230658"/>
            </a:xfrm>
            <a:prstGeom prst="rect">
              <a:avLst/>
            </a:prstGeom>
            <a:noFill/>
          </p:spPr>
          <p:txBody>
            <a:bodyPr wrap="square" lIns="0" tIns="0" rIns="0" bIns="0" rtlCol="0">
              <a:spAutoFit/>
            </a:bodyPr>
            <a:lstStyle/>
            <a:p>
              <a:pPr marL="0" marR="0" indent="0" algn="l" defTabSz="914126" rtl="0" eaLnBrk="1" fontAlgn="auto" latinLnBrk="0" hangingPunct="1">
                <a:lnSpc>
                  <a:spcPct val="100000"/>
                </a:lnSpc>
                <a:spcBef>
                  <a:spcPts val="0"/>
                </a:spcBef>
                <a:spcAft>
                  <a:spcPts val="0"/>
                </a:spcAft>
                <a:buClrTx/>
                <a:buSzTx/>
                <a:buFontTx/>
                <a:buNone/>
                <a:tabLst/>
                <a:defRPr/>
              </a:pPr>
              <a:r>
                <a:rPr lang="en-US" sz="7997" b="0" kern="1200">
                  <a:solidFill>
                    <a:schemeClr val="accent1"/>
                  </a:solidFill>
                  <a:latin typeface="Poppins" pitchFamily="2" charset="77"/>
                  <a:ea typeface="+mn-ea"/>
                  <a:cs typeface="Poppins" pitchFamily="2" charset="77"/>
                </a:rPr>
                <a:t>Thank You</a:t>
              </a:r>
            </a:p>
          </p:txBody>
        </p:sp>
        <p:sp>
          <p:nvSpPr>
            <p:cNvPr id="23" name="Rectangle 22">
              <a:extLst>
                <a:ext uri="{FF2B5EF4-FFF2-40B4-BE49-F238E27FC236}">
                  <a16:creationId xmlns:a16="http://schemas.microsoft.com/office/drawing/2014/main" id="{0C652347-6FF4-41FF-83D7-533CB6A912DE}"/>
                </a:ext>
              </a:extLst>
            </p:cNvPr>
            <p:cNvSpPr/>
            <p:nvPr userDrawn="1"/>
          </p:nvSpPr>
          <p:spPr>
            <a:xfrm>
              <a:off x="1862746" y="1629745"/>
              <a:ext cx="2100027" cy="400110"/>
            </a:xfrm>
            <a:prstGeom prst="rect">
              <a:avLst/>
            </a:prstGeom>
          </p:spPr>
          <p:txBody>
            <a:bodyPr wrap="none">
              <a:spAutoFit/>
            </a:bodyPr>
            <a:lstStyle/>
            <a:p>
              <a:pPr algn="r"/>
              <a:r>
                <a:rPr lang="en-US" sz="2000" spc="110" baseline="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www.techmahindra.com</a:t>
              </a:r>
            </a:p>
          </p:txBody>
        </p:sp>
      </p:grpSp>
      <p:sp>
        <p:nvSpPr>
          <p:cNvPr id="24" name="Text Box 16">
            <a:extLst>
              <a:ext uri="{FF2B5EF4-FFF2-40B4-BE49-F238E27FC236}">
                <a16:creationId xmlns:a16="http://schemas.microsoft.com/office/drawing/2014/main" id="{85C52390-947C-3E6F-D962-4AA6D669E749}"/>
              </a:ext>
            </a:extLst>
          </p:cNvPr>
          <p:cNvSpPr txBox="1">
            <a:spLocks noChangeArrowheads="1"/>
          </p:cNvSpPr>
          <p:nvPr userDrawn="1"/>
        </p:nvSpPr>
        <p:spPr bwMode="auto">
          <a:xfrm>
            <a:off x="168302" y="5345563"/>
            <a:ext cx="7989287" cy="1169551"/>
          </a:xfrm>
          <a:prstGeom prst="rect">
            <a:avLst/>
          </a:prstGeom>
          <a:noFill/>
          <a:ln w="9525">
            <a:noFill/>
            <a:miter lim="800000"/>
            <a:headEnd/>
            <a:tailEnd/>
          </a:ln>
          <a:effectLst/>
        </p:spPr>
        <p:txBody>
          <a:bodyPr wrap="square" lIns="0" tIns="0" rIns="0" bIns="0" anchor="b">
            <a:spAutoFit/>
          </a:bodyPr>
          <a:lstStyle/>
          <a:p>
            <a:pPr algn="just" fontAlgn="auto">
              <a:spcBef>
                <a:spcPts val="600"/>
              </a:spcBef>
              <a:spcAft>
                <a:spcPts val="0"/>
              </a:spcAft>
              <a:defRPr/>
            </a:pPr>
            <a:r>
              <a:rPr lang="en-US" sz="800" b="1">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Disclaimer </a:t>
            </a:r>
          </a:p>
          <a:p>
            <a:pPr algn="just">
              <a:spcBef>
                <a:spcPts val="600"/>
              </a:spcBef>
              <a:spcAft>
                <a:spcPts val="0"/>
              </a:spcAft>
            </a:pPr>
            <a:r>
              <a:rPr lang="en-GB" sz="7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The information is to be treated as Tech Mahindra Confidential Information. TechM provides a wide array of presentations and reports, with the contributions of various professionals. These presentations and reports may be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endParaRPr lang="en-US" sz="7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Graphic 2">
            <a:extLst>
              <a:ext uri="{FF2B5EF4-FFF2-40B4-BE49-F238E27FC236}">
                <a16:creationId xmlns:a16="http://schemas.microsoft.com/office/drawing/2014/main" id="{D6B5890C-D37B-EA8D-3753-76EF56BCD41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55575" y="219230"/>
            <a:ext cx="1964590" cy="495275"/>
          </a:xfrm>
          <a:prstGeom prst="rect">
            <a:avLst/>
          </a:prstGeom>
        </p:spPr>
      </p:pic>
      <p:sp>
        <p:nvSpPr>
          <p:cNvPr id="39" name="Freeform: Shape 38">
            <a:extLst>
              <a:ext uri="{FF2B5EF4-FFF2-40B4-BE49-F238E27FC236}">
                <a16:creationId xmlns:a16="http://schemas.microsoft.com/office/drawing/2014/main" id="{9C96A61B-2AD6-9E73-CF17-6B99C387AB45}"/>
              </a:ext>
            </a:extLst>
          </p:cNvPr>
          <p:cNvSpPr>
            <a:spLocks/>
          </p:cNvSpPr>
          <p:nvPr userDrawn="1"/>
        </p:nvSpPr>
        <p:spPr bwMode="auto">
          <a:xfrm>
            <a:off x="10216575" y="3989353"/>
            <a:ext cx="1975424" cy="2578296"/>
          </a:xfrm>
          <a:custGeom>
            <a:avLst/>
            <a:gdLst>
              <a:gd name="connsiteX0" fmla="*/ 429590 w 1975167"/>
              <a:gd name="connsiteY0" fmla="*/ 0 h 2578893"/>
              <a:gd name="connsiteX1" fmla="*/ 732695 w 1975167"/>
              <a:gd name="connsiteY1" fmla="*/ 123110 h 2578893"/>
              <a:gd name="connsiteX2" fmla="*/ 1950562 w 1975167"/>
              <a:gd name="connsiteY2" fmla="*/ 1341417 h 2578893"/>
              <a:gd name="connsiteX3" fmla="*/ 1975167 w 1975167"/>
              <a:gd name="connsiteY3" fmla="*/ 1366031 h 2578893"/>
              <a:gd name="connsiteX4" fmla="*/ 1975167 w 1975167"/>
              <a:gd name="connsiteY4" fmla="*/ 2578893 h 2578893"/>
              <a:gd name="connsiteX5" fmla="*/ 1887634 w 1975167"/>
              <a:gd name="connsiteY5" fmla="*/ 2491328 h 2578893"/>
              <a:gd name="connsiteX6" fmla="*/ 126484 w 1975167"/>
              <a:gd name="connsiteY6" fmla="*/ 729541 h 2578893"/>
              <a:gd name="connsiteX7" fmla="*/ 126484 w 1975167"/>
              <a:gd name="connsiteY7" fmla="*/ 123110 h 2578893"/>
              <a:gd name="connsiteX8" fmla="*/ 429590 w 1975167"/>
              <a:gd name="connsiteY8" fmla="*/ 0 h 2578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5167" h="2578893">
                <a:moveTo>
                  <a:pt x="429590" y="0"/>
                </a:moveTo>
                <a:cubicBezTo>
                  <a:pt x="538981" y="0"/>
                  <a:pt x="648373" y="41037"/>
                  <a:pt x="732695" y="123110"/>
                </a:cubicBezTo>
                <a:cubicBezTo>
                  <a:pt x="1277516" y="668128"/>
                  <a:pt x="1669106" y="1059860"/>
                  <a:pt x="1950562" y="1341417"/>
                </a:cubicBezTo>
                <a:lnTo>
                  <a:pt x="1975167" y="1366031"/>
                </a:lnTo>
                <a:lnTo>
                  <a:pt x="1975167" y="2578893"/>
                </a:lnTo>
                <a:lnTo>
                  <a:pt x="1887634" y="2491328"/>
                </a:lnTo>
                <a:cubicBezTo>
                  <a:pt x="126484" y="729541"/>
                  <a:pt x="126484" y="729541"/>
                  <a:pt x="126484" y="729541"/>
                </a:cubicBezTo>
                <a:cubicBezTo>
                  <a:pt x="-42161" y="565394"/>
                  <a:pt x="-42161" y="291816"/>
                  <a:pt x="126484" y="123110"/>
                </a:cubicBezTo>
                <a:cubicBezTo>
                  <a:pt x="210807" y="41037"/>
                  <a:pt x="320198" y="0"/>
                  <a:pt x="429590" y="0"/>
                </a:cubicBezTo>
                <a:close/>
              </a:path>
            </a:pathLst>
          </a:custGeom>
          <a:solidFill>
            <a:schemeClr val="accent1"/>
          </a:solidFill>
          <a:ln>
            <a:noFill/>
          </a:ln>
        </p:spPr>
        <p:txBody>
          <a:bodyPr vert="horz" wrap="square" lIns="91419" tIns="45709" rIns="91419" bIns="45709" numCol="1" anchor="t" anchorCtr="0" compatLnSpc="1">
            <a:prstTxWarp prst="textNoShape">
              <a:avLst/>
            </a:prstTxWarp>
            <a:noAutofit/>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6" name="Freeform 6">
            <a:extLst>
              <a:ext uri="{FF2B5EF4-FFF2-40B4-BE49-F238E27FC236}">
                <a16:creationId xmlns:a16="http://schemas.microsoft.com/office/drawing/2014/main" id="{12C0563D-898A-A940-A6F6-9ED12EE35250}"/>
              </a:ext>
            </a:extLst>
          </p:cNvPr>
          <p:cNvSpPr>
            <a:spLocks/>
          </p:cNvSpPr>
          <p:nvPr userDrawn="1"/>
        </p:nvSpPr>
        <p:spPr bwMode="auto">
          <a:xfrm>
            <a:off x="6855307" y="267484"/>
            <a:ext cx="2485515" cy="2430143"/>
          </a:xfrm>
          <a:custGeom>
            <a:avLst/>
            <a:gdLst>
              <a:gd name="T0" fmla="*/ 148 w 545"/>
              <a:gd name="T1" fmla="*/ 32 h 533"/>
              <a:gd name="T2" fmla="*/ 32 w 545"/>
              <a:gd name="T3" fmla="*/ 32 h 533"/>
              <a:gd name="T4" fmla="*/ 32 w 545"/>
              <a:gd name="T5" fmla="*/ 32 h 533"/>
              <a:gd name="T6" fmla="*/ 32 w 545"/>
              <a:gd name="T7" fmla="*/ 148 h 533"/>
              <a:gd name="T8" fmla="*/ 418 w 545"/>
              <a:gd name="T9" fmla="*/ 533 h 533"/>
              <a:gd name="T10" fmla="*/ 545 w 545"/>
              <a:gd name="T11" fmla="*/ 428 h 533"/>
              <a:gd name="T12" fmla="*/ 148 w 545"/>
              <a:gd name="T13" fmla="*/ 32 h 533"/>
            </a:gdLst>
            <a:ahLst/>
            <a:cxnLst>
              <a:cxn ang="0">
                <a:pos x="T0" y="T1"/>
              </a:cxn>
              <a:cxn ang="0">
                <a:pos x="T2" y="T3"/>
              </a:cxn>
              <a:cxn ang="0">
                <a:pos x="T4" y="T5"/>
              </a:cxn>
              <a:cxn ang="0">
                <a:pos x="T6" y="T7"/>
              </a:cxn>
              <a:cxn ang="0">
                <a:pos x="T8" y="T9"/>
              </a:cxn>
              <a:cxn ang="0">
                <a:pos x="T10" y="T11"/>
              </a:cxn>
              <a:cxn ang="0">
                <a:pos x="T12" y="T13"/>
              </a:cxn>
            </a:cxnLst>
            <a:rect l="0" t="0" r="r" b="b"/>
            <a:pathLst>
              <a:path w="545" h="533">
                <a:moveTo>
                  <a:pt x="148" y="32"/>
                </a:moveTo>
                <a:cubicBezTo>
                  <a:pt x="116" y="0"/>
                  <a:pt x="64" y="0"/>
                  <a:pt x="32" y="32"/>
                </a:cubicBezTo>
                <a:cubicBezTo>
                  <a:pt x="32" y="32"/>
                  <a:pt x="32" y="32"/>
                  <a:pt x="32" y="32"/>
                </a:cubicBezTo>
                <a:cubicBezTo>
                  <a:pt x="0" y="64"/>
                  <a:pt x="0" y="116"/>
                  <a:pt x="32" y="148"/>
                </a:cubicBezTo>
                <a:cubicBezTo>
                  <a:pt x="418" y="533"/>
                  <a:pt x="418" y="533"/>
                  <a:pt x="418" y="533"/>
                </a:cubicBezTo>
                <a:cubicBezTo>
                  <a:pt x="462" y="501"/>
                  <a:pt x="504" y="465"/>
                  <a:pt x="545" y="428"/>
                </a:cubicBezTo>
                <a:lnTo>
                  <a:pt x="148" y="32"/>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7" name="Freeform 7">
            <a:extLst>
              <a:ext uri="{FF2B5EF4-FFF2-40B4-BE49-F238E27FC236}">
                <a16:creationId xmlns:a16="http://schemas.microsoft.com/office/drawing/2014/main" id="{59A30B7E-6B02-DA81-4359-D3D5E7838CE4}"/>
              </a:ext>
            </a:extLst>
          </p:cNvPr>
          <p:cNvSpPr>
            <a:spLocks/>
          </p:cNvSpPr>
          <p:nvPr userDrawn="1"/>
        </p:nvSpPr>
        <p:spPr bwMode="auto">
          <a:xfrm>
            <a:off x="8687321" y="3974683"/>
            <a:ext cx="2882774" cy="2881732"/>
          </a:xfrm>
          <a:custGeom>
            <a:avLst/>
            <a:gdLst>
              <a:gd name="T0" fmla="*/ 462 w 632"/>
              <a:gd name="T1" fmla="*/ 595 h 632"/>
              <a:gd name="T2" fmla="*/ 37 w 632"/>
              <a:gd name="T3" fmla="*/ 170 h 632"/>
              <a:gd name="T4" fmla="*/ 37 w 632"/>
              <a:gd name="T5" fmla="*/ 37 h 632"/>
              <a:gd name="T6" fmla="*/ 37 w 632"/>
              <a:gd name="T7" fmla="*/ 37 h 632"/>
              <a:gd name="T8" fmla="*/ 170 w 632"/>
              <a:gd name="T9" fmla="*/ 37 h 632"/>
              <a:gd name="T10" fmla="*/ 595 w 632"/>
              <a:gd name="T11" fmla="*/ 462 h 632"/>
              <a:gd name="T12" fmla="*/ 595 w 632"/>
              <a:gd name="T13" fmla="*/ 595 h 632"/>
              <a:gd name="T14" fmla="*/ 595 w 632"/>
              <a:gd name="T15" fmla="*/ 595 h 632"/>
              <a:gd name="T16" fmla="*/ 462 w 632"/>
              <a:gd name="T17" fmla="*/ 595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2" h="632">
                <a:moveTo>
                  <a:pt x="462" y="595"/>
                </a:moveTo>
                <a:cubicBezTo>
                  <a:pt x="37" y="170"/>
                  <a:pt x="37" y="170"/>
                  <a:pt x="37" y="170"/>
                </a:cubicBezTo>
                <a:cubicBezTo>
                  <a:pt x="0" y="133"/>
                  <a:pt x="0" y="74"/>
                  <a:pt x="37" y="37"/>
                </a:cubicBezTo>
                <a:cubicBezTo>
                  <a:pt x="37" y="37"/>
                  <a:pt x="37" y="37"/>
                  <a:pt x="37" y="37"/>
                </a:cubicBezTo>
                <a:cubicBezTo>
                  <a:pt x="73" y="0"/>
                  <a:pt x="133" y="0"/>
                  <a:pt x="170" y="37"/>
                </a:cubicBezTo>
                <a:cubicBezTo>
                  <a:pt x="595" y="462"/>
                  <a:pt x="595" y="462"/>
                  <a:pt x="595" y="462"/>
                </a:cubicBezTo>
                <a:cubicBezTo>
                  <a:pt x="632" y="499"/>
                  <a:pt x="632" y="558"/>
                  <a:pt x="595" y="595"/>
                </a:cubicBezTo>
                <a:cubicBezTo>
                  <a:pt x="595" y="595"/>
                  <a:pt x="595" y="595"/>
                  <a:pt x="595" y="595"/>
                </a:cubicBezTo>
                <a:cubicBezTo>
                  <a:pt x="558" y="632"/>
                  <a:pt x="499" y="632"/>
                  <a:pt x="462" y="59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8" name="Freeform 8">
            <a:extLst>
              <a:ext uri="{FF2B5EF4-FFF2-40B4-BE49-F238E27FC236}">
                <a16:creationId xmlns:a16="http://schemas.microsoft.com/office/drawing/2014/main" id="{B46D37E2-5013-9024-9F0F-CDE9C545871C}"/>
              </a:ext>
            </a:extLst>
          </p:cNvPr>
          <p:cNvSpPr>
            <a:spLocks/>
          </p:cNvSpPr>
          <p:nvPr userDrawn="1"/>
        </p:nvSpPr>
        <p:spPr bwMode="auto">
          <a:xfrm>
            <a:off x="6463323" y="2452988"/>
            <a:ext cx="2322039" cy="2319442"/>
          </a:xfrm>
          <a:custGeom>
            <a:avLst/>
            <a:gdLst>
              <a:gd name="T0" fmla="*/ 480 w 509"/>
              <a:gd name="T1" fmla="*/ 135 h 509"/>
              <a:gd name="T2" fmla="*/ 135 w 509"/>
              <a:gd name="T3" fmla="*/ 480 h 509"/>
              <a:gd name="T4" fmla="*/ 29 w 509"/>
              <a:gd name="T5" fmla="*/ 480 h 509"/>
              <a:gd name="T6" fmla="*/ 29 w 509"/>
              <a:gd name="T7" fmla="*/ 480 h 509"/>
              <a:gd name="T8" fmla="*/ 29 w 509"/>
              <a:gd name="T9" fmla="*/ 374 h 509"/>
              <a:gd name="T10" fmla="*/ 374 w 509"/>
              <a:gd name="T11" fmla="*/ 29 h 509"/>
              <a:gd name="T12" fmla="*/ 480 w 509"/>
              <a:gd name="T13" fmla="*/ 29 h 509"/>
              <a:gd name="T14" fmla="*/ 480 w 509"/>
              <a:gd name="T15" fmla="*/ 29 h 509"/>
              <a:gd name="T16" fmla="*/ 480 w 509"/>
              <a:gd name="T17" fmla="*/ 135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9" h="509">
                <a:moveTo>
                  <a:pt x="480" y="135"/>
                </a:moveTo>
                <a:cubicBezTo>
                  <a:pt x="135" y="480"/>
                  <a:pt x="135" y="480"/>
                  <a:pt x="135" y="480"/>
                </a:cubicBezTo>
                <a:cubicBezTo>
                  <a:pt x="106" y="509"/>
                  <a:pt x="59" y="509"/>
                  <a:pt x="29" y="480"/>
                </a:cubicBezTo>
                <a:cubicBezTo>
                  <a:pt x="29" y="480"/>
                  <a:pt x="29" y="480"/>
                  <a:pt x="29" y="480"/>
                </a:cubicBezTo>
                <a:cubicBezTo>
                  <a:pt x="0" y="451"/>
                  <a:pt x="0" y="403"/>
                  <a:pt x="29" y="374"/>
                </a:cubicBezTo>
                <a:cubicBezTo>
                  <a:pt x="374" y="29"/>
                  <a:pt x="374" y="29"/>
                  <a:pt x="374" y="29"/>
                </a:cubicBezTo>
                <a:cubicBezTo>
                  <a:pt x="403" y="0"/>
                  <a:pt x="451" y="0"/>
                  <a:pt x="480" y="29"/>
                </a:cubicBezTo>
                <a:cubicBezTo>
                  <a:pt x="480" y="29"/>
                  <a:pt x="480" y="29"/>
                  <a:pt x="480" y="29"/>
                </a:cubicBezTo>
                <a:cubicBezTo>
                  <a:pt x="509" y="58"/>
                  <a:pt x="509" y="106"/>
                  <a:pt x="48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9" name="Freeform 9">
            <a:extLst>
              <a:ext uri="{FF2B5EF4-FFF2-40B4-BE49-F238E27FC236}">
                <a16:creationId xmlns:a16="http://schemas.microsoft.com/office/drawing/2014/main" id="{F95B3733-0D99-F48D-596F-8D45C401EE57}"/>
              </a:ext>
            </a:extLst>
          </p:cNvPr>
          <p:cNvSpPr>
            <a:spLocks/>
          </p:cNvSpPr>
          <p:nvPr userDrawn="1"/>
        </p:nvSpPr>
        <p:spPr bwMode="auto">
          <a:xfrm>
            <a:off x="6641679" y="1847252"/>
            <a:ext cx="1592558" cy="1595496"/>
          </a:xfrm>
          <a:custGeom>
            <a:avLst/>
            <a:gdLst>
              <a:gd name="T0" fmla="*/ 320 w 349"/>
              <a:gd name="T1" fmla="*/ 135 h 350"/>
              <a:gd name="T2" fmla="*/ 135 w 349"/>
              <a:gd name="T3" fmla="*/ 320 h 350"/>
              <a:gd name="T4" fmla="*/ 29 w 349"/>
              <a:gd name="T5" fmla="*/ 320 h 350"/>
              <a:gd name="T6" fmla="*/ 29 w 349"/>
              <a:gd name="T7" fmla="*/ 320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0"/>
                  <a:pt x="135" y="320"/>
                  <a:pt x="135" y="320"/>
                </a:cubicBezTo>
                <a:cubicBezTo>
                  <a:pt x="105" y="350"/>
                  <a:pt x="58" y="350"/>
                  <a:pt x="29" y="320"/>
                </a:cubicBezTo>
                <a:cubicBezTo>
                  <a:pt x="29" y="320"/>
                  <a:pt x="29" y="320"/>
                  <a:pt x="29" y="320"/>
                </a:cubicBezTo>
                <a:cubicBezTo>
                  <a:pt x="0" y="291"/>
                  <a:pt x="0" y="244"/>
                  <a:pt x="29" y="215"/>
                </a:cubicBezTo>
                <a:cubicBezTo>
                  <a:pt x="214" y="29"/>
                  <a:pt x="214" y="29"/>
                  <a:pt x="214" y="29"/>
                </a:cubicBezTo>
                <a:cubicBezTo>
                  <a:pt x="244" y="0"/>
                  <a:pt x="291" y="0"/>
                  <a:pt x="320" y="29"/>
                </a:cubicBezTo>
                <a:cubicBezTo>
                  <a:pt x="320" y="29"/>
                  <a:pt x="320" y="29"/>
                  <a:pt x="320" y="29"/>
                </a:cubicBezTo>
                <a:cubicBezTo>
                  <a:pt x="349" y="58"/>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30" name="Freeform 10">
            <a:extLst>
              <a:ext uri="{FF2B5EF4-FFF2-40B4-BE49-F238E27FC236}">
                <a16:creationId xmlns:a16="http://schemas.microsoft.com/office/drawing/2014/main" id="{7C5E11A6-97AB-39D7-F9D0-969D473CB1A4}"/>
              </a:ext>
            </a:extLst>
          </p:cNvPr>
          <p:cNvSpPr>
            <a:spLocks/>
          </p:cNvSpPr>
          <p:nvPr userDrawn="1"/>
        </p:nvSpPr>
        <p:spPr bwMode="auto">
          <a:xfrm>
            <a:off x="8286544" y="3907911"/>
            <a:ext cx="1590799" cy="1595496"/>
          </a:xfrm>
          <a:custGeom>
            <a:avLst/>
            <a:gdLst>
              <a:gd name="T0" fmla="*/ 320 w 349"/>
              <a:gd name="T1" fmla="*/ 135 h 350"/>
              <a:gd name="T2" fmla="*/ 135 w 349"/>
              <a:gd name="T3" fmla="*/ 321 h 350"/>
              <a:gd name="T4" fmla="*/ 29 w 349"/>
              <a:gd name="T5" fmla="*/ 321 h 350"/>
              <a:gd name="T6" fmla="*/ 29 w 349"/>
              <a:gd name="T7" fmla="*/ 321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1"/>
                  <a:pt x="135" y="321"/>
                  <a:pt x="135" y="321"/>
                </a:cubicBezTo>
                <a:cubicBezTo>
                  <a:pt x="105" y="350"/>
                  <a:pt x="58" y="350"/>
                  <a:pt x="29" y="321"/>
                </a:cubicBezTo>
                <a:cubicBezTo>
                  <a:pt x="29" y="321"/>
                  <a:pt x="29" y="321"/>
                  <a:pt x="29" y="321"/>
                </a:cubicBezTo>
                <a:cubicBezTo>
                  <a:pt x="0" y="292"/>
                  <a:pt x="0" y="244"/>
                  <a:pt x="29" y="215"/>
                </a:cubicBezTo>
                <a:cubicBezTo>
                  <a:pt x="214" y="29"/>
                  <a:pt x="214" y="29"/>
                  <a:pt x="214" y="29"/>
                </a:cubicBezTo>
                <a:cubicBezTo>
                  <a:pt x="243" y="0"/>
                  <a:pt x="291" y="0"/>
                  <a:pt x="320" y="29"/>
                </a:cubicBezTo>
                <a:cubicBezTo>
                  <a:pt x="320" y="29"/>
                  <a:pt x="320" y="29"/>
                  <a:pt x="320" y="29"/>
                </a:cubicBezTo>
                <a:cubicBezTo>
                  <a:pt x="349" y="59"/>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31" name="Freeform 11">
            <a:extLst>
              <a:ext uri="{FF2B5EF4-FFF2-40B4-BE49-F238E27FC236}">
                <a16:creationId xmlns:a16="http://schemas.microsoft.com/office/drawing/2014/main" id="{084B2875-C38D-6897-B700-69E38180D7B8}"/>
              </a:ext>
            </a:extLst>
          </p:cNvPr>
          <p:cNvSpPr>
            <a:spLocks/>
          </p:cNvSpPr>
          <p:nvPr userDrawn="1"/>
        </p:nvSpPr>
        <p:spPr bwMode="auto">
          <a:xfrm>
            <a:off x="9859765" y="0"/>
            <a:ext cx="2329071" cy="4754857"/>
          </a:xfrm>
          <a:custGeom>
            <a:avLst/>
            <a:gdLst>
              <a:gd name="T0" fmla="*/ 510 w 511"/>
              <a:gd name="T1" fmla="*/ 0 h 1043"/>
              <a:gd name="T2" fmla="*/ 13 w 511"/>
              <a:gd name="T3" fmla="*/ 497 h 1043"/>
              <a:gd name="T4" fmla="*/ 13 w 511"/>
              <a:gd name="T5" fmla="*/ 545 h 1043"/>
              <a:gd name="T6" fmla="*/ 511 w 511"/>
              <a:gd name="T7" fmla="*/ 1043 h 1043"/>
              <a:gd name="T8" fmla="*/ 510 w 511"/>
              <a:gd name="T9" fmla="*/ 0 h 1043"/>
            </a:gdLst>
            <a:ahLst/>
            <a:cxnLst>
              <a:cxn ang="0">
                <a:pos x="T0" y="T1"/>
              </a:cxn>
              <a:cxn ang="0">
                <a:pos x="T2" y="T3"/>
              </a:cxn>
              <a:cxn ang="0">
                <a:pos x="T4" y="T5"/>
              </a:cxn>
              <a:cxn ang="0">
                <a:pos x="T6" y="T7"/>
              </a:cxn>
              <a:cxn ang="0">
                <a:pos x="T8" y="T9"/>
              </a:cxn>
            </a:cxnLst>
            <a:rect l="0" t="0" r="r" b="b"/>
            <a:pathLst>
              <a:path w="511" h="1043">
                <a:moveTo>
                  <a:pt x="510" y="0"/>
                </a:moveTo>
                <a:cubicBezTo>
                  <a:pt x="13" y="497"/>
                  <a:pt x="13" y="497"/>
                  <a:pt x="13" y="497"/>
                </a:cubicBezTo>
                <a:cubicBezTo>
                  <a:pt x="0" y="510"/>
                  <a:pt x="0" y="532"/>
                  <a:pt x="13" y="545"/>
                </a:cubicBezTo>
                <a:cubicBezTo>
                  <a:pt x="511" y="1043"/>
                  <a:pt x="511" y="1043"/>
                  <a:pt x="511" y="1043"/>
                </a:cubicBezTo>
                <a:lnTo>
                  <a:pt x="510" y="0"/>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pic>
        <p:nvPicPr>
          <p:cNvPr id="5" name="Picture 4" descr="Business Analytics Images - Free Download on Freepik">
            <a:extLst>
              <a:ext uri="{FF2B5EF4-FFF2-40B4-BE49-F238E27FC236}">
                <a16:creationId xmlns:a16="http://schemas.microsoft.com/office/drawing/2014/main" id="{B0A9D4CB-952C-96B8-157C-17E2435540EF}"/>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6874863" y="1053895"/>
            <a:ext cx="2642531" cy="2641575"/>
          </a:xfrm>
          <a:custGeom>
            <a:avLst/>
            <a:gdLst>
              <a:gd name="connsiteX0" fmla="*/ 1322976 w 2642531"/>
              <a:gd name="connsiteY0" fmla="*/ 0 h 2641575"/>
              <a:gd name="connsiteX1" fmla="*/ 1398786 w 2642531"/>
              <a:gd name="connsiteY1" fmla="*/ 30769 h 2641575"/>
              <a:gd name="connsiteX2" fmla="*/ 2611751 w 2642531"/>
              <a:gd name="connsiteY2" fmla="*/ 1247854 h 2641575"/>
              <a:gd name="connsiteX3" fmla="*/ 2611751 w 2642531"/>
              <a:gd name="connsiteY3" fmla="*/ 1398280 h 2641575"/>
              <a:gd name="connsiteX4" fmla="*/ 1398786 w 2642531"/>
              <a:gd name="connsiteY4" fmla="*/ 2610807 h 2641575"/>
              <a:gd name="connsiteX5" fmla="*/ 1243745 w 2642531"/>
              <a:gd name="connsiteY5" fmla="*/ 2610807 h 2641575"/>
              <a:gd name="connsiteX6" fmla="*/ 30780 w 2642531"/>
              <a:gd name="connsiteY6" fmla="*/ 1398280 h 2641575"/>
              <a:gd name="connsiteX7" fmla="*/ 30780 w 2642531"/>
              <a:gd name="connsiteY7" fmla="*/ 1247854 h 2641575"/>
              <a:gd name="connsiteX8" fmla="*/ 1243745 w 2642531"/>
              <a:gd name="connsiteY8" fmla="*/ 30769 h 2641575"/>
              <a:gd name="connsiteX9" fmla="*/ 1322976 w 2642531"/>
              <a:gd name="connsiteY9" fmla="*/ 0 h 264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2531" h="2641575">
                <a:moveTo>
                  <a:pt x="1322976" y="0"/>
                </a:moveTo>
                <a:cubicBezTo>
                  <a:pt x="1350906" y="0"/>
                  <a:pt x="1378266" y="10257"/>
                  <a:pt x="1398786" y="30769"/>
                </a:cubicBezTo>
                <a:cubicBezTo>
                  <a:pt x="2611751" y="1247854"/>
                  <a:pt x="2611751" y="1247854"/>
                  <a:pt x="2611751" y="1247854"/>
                </a:cubicBezTo>
                <a:cubicBezTo>
                  <a:pt x="2652791" y="1288880"/>
                  <a:pt x="2652791" y="1357255"/>
                  <a:pt x="2611751" y="1398280"/>
                </a:cubicBezTo>
                <a:cubicBezTo>
                  <a:pt x="1398786" y="2610807"/>
                  <a:pt x="1398786" y="2610807"/>
                  <a:pt x="1398786" y="2610807"/>
                </a:cubicBezTo>
                <a:cubicBezTo>
                  <a:pt x="1357746" y="2651832"/>
                  <a:pt x="1289345" y="2651832"/>
                  <a:pt x="1243745" y="2610807"/>
                </a:cubicBezTo>
                <a:cubicBezTo>
                  <a:pt x="30780" y="1398280"/>
                  <a:pt x="30780" y="1398280"/>
                  <a:pt x="30780" y="1398280"/>
                </a:cubicBezTo>
                <a:cubicBezTo>
                  <a:pt x="-10260" y="1357255"/>
                  <a:pt x="-10260" y="1288880"/>
                  <a:pt x="30780" y="1247854"/>
                </a:cubicBezTo>
                <a:cubicBezTo>
                  <a:pt x="1243745" y="30769"/>
                  <a:pt x="1243745" y="30769"/>
                  <a:pt x="1243745" y="30769"/>
                </a:cubicBezTo>
                <a:cubicBezTo>
                  <a:pt x="1266545" y="10257"/>
                  <a:pt x="1295045" y="0"/>
                  <a:pt x="1322976" y="0"/>
                </a:cubicBezTo>
                <a:close/>
              </a:path>
            </a:pathLst>
          </a:custGeom>
          <a:blipFill>
            <a:blip r:embed="rId4"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p:spPr>
      </p:pic>
      <p:pic>
        <p:nvPicPr>
          <p:cNvPr id="6" name="Picture 5" descr="Digital Data Analytics &amp; ZoomOwl: A Primer | ZoomOwl">
            <a:extLst>
              <a:ext uri="{FF2B5EF4-FFF2-40B4-BE49-F238E27FC236}">
                <a16:creationId xmlns:a16="http://schemas.microsoft.com/office/drawing/2014/main" id="{1E55F48B-0119-DB41-1589-4808644BAF09}"/>
              </a:ext>
            </a:extLst>
          </p:cNvPr>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8106675" y="2583581"/>
            <a:ext cx="3226118" cy="3223812"/>
          </a:xfrm>
          <a:custGeom>
            <a:avLst/>
            <a:gdLst>
              <a:gd name="connsiteX0" fmla="*/ 1611350 w 3226118"/>
              <a:gd name="connsiteY0" fmla="*/ 0 h 3223812"/>
              <a:gd name="connsiteX1" fmla="*/ 1690578 w 3226118"/>
              <a:gd name="connsiteY1" fmla="*/ 34187 h 3223812"/>
              <a:gd name="connsiteX2" fmla="*/ 3195340 w 3226118"/>
              <a:gd name="connsiteY2" fmla="*/ 1533846 h 3223812"/>
              <a:gd name="connsiteX3" fmla="*/ 3195340 w 3226118"/>
              <a:gd name="connsiteY3" fmla="*/ 1688826 h 3223812"/>
              <a:gd name="connsiteX4" fmla="*/ 1690578 w 3226118"/>
              <a:gd name="connsiteY4" fmla="*/ 3193044 h 3223812"/>
              <a:gd name="connsiteX5" fmla="*/ 1535542 w 3226118"/>
              <a:gd name="connsiteY5" fmla="*/ 3193044 h 3223812"/>
              <a:gd name="connsiteX6" fmla="*/ 30780 w 3226118"/>
              <a:gd name="connsiteY6" fmla="*/ 1688826 h 3223812"/>
              <a:gd name="connsiteX7" fmla="*/ 30780 w 3226118"/>
              <a:gd name="connsiteY7" fmla="*/ 1533846 h 3223812"/>
              <a:gd name="connsiteX8" fmla="*/ 1535542 w 3226118"/>
              <a:gd name="connsiteY8" fmla="*/ 34187 h 3223812"/>
              <a:gd name="connsiteX9" fmla="*/ 1611350 w 3226118"/>
              <a:gd name="connsiteY9" fmla="*/ 0 h 322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6118" h="3223812">
                <a:moveTo>
                  <a:pt x="1611350" y="0"/>
                </a:moveTo>
                <a:cubicBezTo>
                  <a:pt x="1639280" y="0"/>
                  <a:pt x="1667778" y="11396"/>
                  <a:pt x="1690578" y="34187"/>
                </a:cubicBezTo>
                <a:cubicBezTo>
                  <a:pt x="3195340" y="1533846"/>
                  <a:pt x="3195340" y="1533846"/>
                  <a:pt x="3195340" y="1533846"/>
                </a:cubicBezTo>
                <a:cubicBezTo>
                  <a:pt x="3236378" y="1579429"/>
                  <a:pt x="3236378" y="1647803"/>
                  <a:pt x="3195340" y="1688826"/>
                </a:cubicBezTo>
                <a:cubicBezTo>
                  <a:pt x="1690578" y="3193044"/>
                  <a:pt x="1690578" y="3193044"/>
                  <a:pt x="1690578" y="3193044"/>
                </a:cubicBezTo>
                <a:cubicBezTo>
                  <a:pt x="1644979" y="3234068"/>
                  <a:pt x="1576580" y="3234068"/>
                  <a:pt x="1535542" y="3193044"/>
                </a:cubicBezTo>
                <a:cubicBezTo>
                  <a:pt x="30780" y="1688826"/>
                  <a:pt x="30780" y="1688826"/>
                  <a:pt x="30780" y="1688826"/>
                </a:cubicBezTo>
                <a:cubicBezTo>
                  <a:pt x="-10259" y="1647803"/>
                  <a:pt x="-10259" y="1579429"/>
                  <a:pt x="30780" y="1533846"/>
                </a:cubicBezTo>
                <a:cubicBezTo>
                  <a:pt x="1535542" y="34187"/>
                  <a:pt x="1535542" y="34187"/>
                  <a:pt x="1535542" y="34187"/>
                </a:cubicBezTo>
                <a:cubicBezTo>
                  <a:pt x="1556061" y="11396"/>
                  <a:pt x="1583420" y="0"/>
                  <a:pt x="1611350"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Picture 9" descr="Shaking Hands Images – Browse 868,114 Stock Photos, Vectors, and Video |  Adobe Stock">
            <a:extLst>
              <a:ext uri="{FF2B5EF4-FFF2-40B4-BE49-F238E27FC236}">
                <a16:creationId xmlns:a16="http://schemas.microsoft.com/office/drawing/2014/main" id="{04551CA1-7474-764A-6674-72AF89123E22}"/>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8666056" y="115181"/>
            <a:ext cx="2034954" cy="2035956"/>
          </a:xfrm>
          <a:custGeom>
            <a:avLst/>
            <a:gdLst>
              <a:gd name="connsiteX0" fmla="*/ 1018048 w 2034954"/>
              <a:gd name="connsiteY0" fmla="*/ 0 h 2035956"/>
              <a:gd name="connsiteX1" fmla="*/ 1093290 w 2034954"/>
              <a:gd name="connsiteY1" fmla="*/ 30796 h 2035956"/>
              <a:gd name="connsiteX2" fmla="*/ 2000754 w 2034954"/>
              <a:gd name="connsiteY2" fmla="*/ 943270 h 2035956"/>
              <a:gd name="connsiteX3" fmla="*/ 2000754 w 2034954"/>
              <a:gd name="connsiteY3" fmla="*/ 1093828 h 2035956"/>
              <a:gd name="connsiteX4" fmla="*/ 1093290 w 2034954"/>
              <a:gd name="connsiteY4" fmla="*/ 2001739 h 2035956"/>
              <a:gd name="connsiteX5" fmla="*/ 942806 w 2034954"/>
              <a:gd name="connsiteY5" fmla="*/ 2001739 h 2035956"/>
              <a:gd name="connsiteX6" fmla="*/ 30781 w 2034954"/>
              <a:gd name="connsiteY6" fmla="*/ 1093828 h 2035956"/>
              <a:gd name="connsiteX7" fmla="*/ 30781 w 2034954"/>
              <a:gd name="connsiteY7" fmla="*/ 943270 h 2035956"/>
              <a:gd name="connsiteX8" fmla="*/ 942806 w 2034954"/>
              <a:gd name="connsiteY8" fmla="*/ 30796 h 2035956"/>
              <a:gd name="connsiteX9" fmla="*/ 1018048 w 2034954"/>
              <a:gd name="connsiteY9" fmla="*/ 0 h 2035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4954" h="2035956">
                <a:moveTo>
                  <a:pt x="1018048" y="0"/>
                </a:moveTo>
                <a:cubicBezTo>
                  <a:pt x="1045409" y="0"/>
                  <a:pt x="1072770" y="10266"/>
                  <a:pt x="1093290" y="30796"/>
                </a:cubicBezTo>
                <a:cubicBezTo>
                  <a:pt x="2000754" y="943270"/>
                  <a:pt x="2000754" y="943270"/>
                  <a:pt x="2000754" y="943270"/>
                </a:cubicBezTo>
                <a:cubicBezTo>
                  <a:pt x="2046355" y="984331"/>
                  <a:pt x="2046355" y="1052766"/>
                  <a:pt x="2000754" y="1093828"/>
                </a:cubicBezTo>
                <a:cubicBezTo>
                  <a:pt x="1093290" y="2001739"/>
                  <a:pt x="1093290" y="2001739"/>
                  <a:pt x="1093290" y="2001739"/>
                </a:cubicBezTo>
                <a:cubicBezTo>
                  <a:pt x="1052249" y="2047362"/>
                  <a:pt x="983847" y="2047362"/>
                  <a:pt x="942806" y="2001739"/>
                </a:cubicBezTo>
                <a:cubicBezTo>
                  <a:pt x="30781" y="1093828"/>
                  <a:pt x="30781" y="1093828"/>
                  <a:pt x="30781" y="1093828"/>
                </a:cubicBezTo>
                <a:cubicBezTo>
                  <a:pt x="-10260" y="1052766"/>
                  <a:pt x="-10260" y="984331"/>
                  <a:pt x="30781" y="943270"/>
                </a:cubicBezTo>
                <a:cubicBezTo>
                  <a:pt x="942806" y="30796"/>
                  <a:pt x="942806" y="30796"/>
                  <a:pt x="942806" y="30796"/>
                </a:cubicBezTo>
                <a:cubicBezTo>
                  <a:pt x="963327" y="10266"/>
                  <a:pt x="990687" y="0"/>
                  <a:pt x="1018048" y="0"/>
                </a:cubicBezTo>
                <a:close/>
              </a:path>
            </a:pathLst>
          </a:custGeom>
          <a:blipFill>
            <a:blip r:embed="rId7"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p:spPr>
      </p:pic>
    </p:spTree>
    <p:extLst>
      <p:ext uri="{BB962C8B-B14F-4D97-AF65-F5344CB8AC3E}">
        <p14:creationId xmlns:p14="http://schemas.microsoft.com/office/powerpoint/2010/main" val="4100202063"/>
      </p:ext>
    </p:extLst>
  </p:cSld>
  <p:clrMapOvr>
    <a:masterClrMapping/>
  </p:clrMapOvr>
  <p:transition>
    <p:fade thruBlk="1"/>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3" name="Rectangle 12"/>
          <p:cNvSpPr/>
          <p:nvPr userDrawn="1"/>
        </p:nvSpPr>
        <p:spPr>
          <a:xfrm>
            <a:off x="0" y="0"/>
            <a:ext cx="9245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grpSp>
        <p:nvGrpSpPr>
          <p:cNvPr id="10" name="Group 9">
            <a:extLst>
              <a:ext uri="{FF2B5EF4-FFF2-40B4-BE49-F238E27FC236}">
                <a16:creationId xmlns:a16="http://schemas.microsoft.com/office/drawing/2014/main" id="{065195EB-07EE-4D68-AB2B-6857FA6765EC}"/>
              </a:ext>
            </a:extLst>
          </p:cNvPr>
          <p:cNvGrpSpPr/>
          <p:nvPr userDrawn="1"/>
        </p:nvGrpSpPr>
        <p:grpSpPr>
          <a:xfrm>
            <a:off x="1" y="0"/>
            <a:ext cx="3616035" cy="6858000"/>
            <a:chOff x="0" y="0"/>
            <a:chExt cx="2505205" cy="6858000"/>
          </a:xfrm>
        </p:grpSpPr>
        <p:sp>
          <p:nvSpPr>
            <p:cNvPr id="11" name="Rectangle 10">
              <a:extLst>
                <a:ext uri="{FF2B5EF4-FFF2-40B4-BE49-F238E27FC236}">
                  <a16:creationId xmlns:a16="http://schemas.microsoft.com/office/drawing/2014/main" id="{EBD2B7C7-041F-488D-B32C-5B4E3C319B35}"/>
                </a:ext>
              </a:extLst>
            </p:cNvPr>
            <p:cNvSpPr/>
            <p:nvPr/>
          </p:nvSpPr>
          <p:spPr>
            <a:xfrm>
              <a:off x="0" y="0"/>
              <a:ext cx="230587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8AAA3407-AEA4-40F5-9F50-807927E5C763}"/>
                </a:ext>
              </a:extLst>
            </p:cNvPr>
            <p:cNvSpPr/>
            <p:nvPr/>
          </p:nvSpPr>
          <p:spPr>
            <a:xfrm>
              <a:off x="2292262" y="0"/>
              <a:ext cx="212943"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grpSp>
      <p:sp>
        <p:nvSpPr>
          <p:cNvPr id="7" name="Text Box 16">
            <a:extLst>
              <a:ext uri="{FF2B5EF4-FFF2-40B4-BE49-F238E27FC236}">
                <a16:creationId xmlns:a16="http://schemas.microsoft.com/office/drawing/2014/main" id="{DB5FF9C7-5826-47F3-A669-FADDE77569B6}"/>
              </a:ext>
            </a:extLst>
          </p:cNvPr>
          <p:cNvSpPr txBox="1">
            <a:spLocks noChangeArrowheads="1"/>
          </p:cNvSpPr>
          <p:nvPr userDrawn="1"/>
        </p:nvSpPr>
        <p:spPr bwMode="auto">
          <a:xfrm>
            <a:off x="3107706" y="6645721"/>
            <a:ext cx="4091930" cy="123111"/>
          </a:xfrm>
          <a:prstGeom prst="rect">
            <a:avLst/>
          </a:prstGeom>
          <a:noFill/>
          <a:ln w="9525">
            <a:noFill/>
            <a:miter lim="800000"/>
            <a:headEnd/>
            <a:tailEnd/>
          </a:ln>
          <a:effectLst/>
        </p:spPr>
        <p:txBody>
          <a:bodyPr wrap="square" lIns="0" tIns="0" rIns="0" bIns="0">
            <a:spAutoFit/>
          </a:bodyPr>
          <a:lstStyle/>
          <a:p>
            <a:pPr marL="0" algn="ctr" defTabSz="914400" rtl="0" eaLnBrk="1" fontAlgn="auto" latinLnBrk="0" hangingPunct="1">
              <a:spcBef>
                <a:spcPts val="0"/>
              </a:spcBef>
              <a:spcAft>
                <a:spcPts val="0"/>
              </a:spcAft>
              <a:defRPr/>
            </a:pPr>
            <a:r>
              <a:rPr lang="en-US" sz="800" kern="1200">
                <a:solidFill>
                  <a:schemeClr val="tx1"/>
                </a:solidFill>
                <a:latin typeface="Calibri" panose="020F0502020204030204" pitchFamily="34" charset="0"/>
                <a:ea typeface="Calibri" panose="020F0502020204030204" pitchFamily="34" charset="0"/>
                <a:cs typeface="Calibri" panose="020F0502020204030204" pitchFamily="34" charset="0"/>
              </a:rPr>
              <a:t>Copyright © 2025 Tech Mahindra. All rights reserved.</a:t>
            </a:r>
          </a:p>
        </p:txBody>
      </p:sp>
      <p:pic>
        <p:nvPicPr>
          <p:cNvPr id="2" name="Graphic 1">
            <a:extLst>
              <a:ext uri="{FF2B5EF4-FFF2-40B4-BE49-F238E27FC236}">
                <a16:creationId xmlns:a16="http://schemas.microsoft.com/office/drawing/2014/main" id="{B7C08B50-8F70-5475-B3CC-B42DE4DDCD9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761040" y="337064"/>
            <a:ext cx="1156474" cy="291548"/>
          </a:xfrm>
          <a:prstGeom prst="rect">
            <a:avLst/>
          </a:prstGeom>
        </p:spPr>
      </p:pic>
      <p:pic>
        <p:nvPicPr>
          <p:cNvPr id="4" name="Picture 4" descr="Ups Logo transparent PNG - StickPNG">
            <a:extLst>
              <a:ext uri="{FF2B5EF4-FFF2-40B4-BE49-F238E27FC236}">
                <a16:creationId xmlns:a16="http://schemas.microsoft.com/office/drawing/2014/main" id="{00615A8E-A3FD-044F-88CE-C3EE5F81A6A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6957" t="16149" r="26957" b="16149"/>
          <a:stretch/>
        </p:blipFill>
        <p:spPr bwMode="auto">
          <a:xfrm>
            <a:off x="9993780" y="161383"/>
            <a:ext cx="644059" cy="709612"/>
          </a:xfrm>
          <a:prstGeom prst="rect">
            <a:avLst/>
          </a:prstGeom>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A89C9D6B-F947-F3D5-4104-D4D4CBFA17CD}"/>
              </a:ext>
            </a:extLst>
          </p:cNvPr>
          <p:cNvCxnSpPr>
            <a:cxnSpLocks/>
          </p:cNvCxnSpPr>
          <p:nvPr userDrawn="1"/>
        </p:nvCxnSpPr>
        <p:spPr>
          <a:xfrm>
            <a:off x="10647364" y="261938"/>
            <a:ext cx="0" cy="43589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276693"/>
      </p:ext>
    </p:extLst>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Text Placeholder 11">
            <a:extLst>
              <a:ext uri="{FF2B5EF4-FFF2-40B4-BE49-F238E27FC236}">
                <a16:creationId xmlns:a16="http://schemas.microsoft.com/office/drawing/2014/main" id="{DB349BE2-D23A-4544-B4F0-D5AFF4529F7F}"/>
              </a:ext>
            </a:extLst>
          </p:cNvPr>
          <p:cNvSpPr>
            <a:spLocks noGrp="1"/>
          </p:cNvSpPr>
          <p:nvPr>
            <p:ph type="body" sz="quarter" idx="12"/>
          </p:nvPr>
        </p:nvSpPr>
        <p:spPr>
          <a:xfrm>
            <a:off x="274486" y="172418"/>
            <a:ext cx="9617632" cy="456194"/>
          </a:xfrm>
          <a:prstGeom prst="rect">
            <a:avLst/>
          </a:prstGeom>
        </p:spPr>
        <p:txBody>
          <a:bodyPr lIns="45720" rIns="45720" anchor="ctr" anchorCtr="0">
            <a:noAutofit/>
          </a:bodyPr>
          <a:lstStyle>
            <a:lvl1pPr marL="0" indent="0">
              <a:buFontTx/>
              <a:buNone/>
              <a:defRPr sz="2400" b="1">
                <a:solidFill>
                  <a:srgbClr val="151824"/>
                </a:solidFill>
                <a:latin typeface="Poppins" panose="00000500000000000000" pitchFamily="2" charset="0"/>
                <a:ea typeface="Open Sans" panose="020B0606030504020204" pitchFamily="34" charset="0"/>
                <a:cs typeface="Poppins" panose="00000500000000000000" pitchFamily="2" charset="0"/>
              </a:defRPr>
            </a:lvl1pPr>
            <a:lvl2pPr marL="348221" indent="0">
              <a:buFontTx/>
              <a:buNone/>
              <a:defRPr sz="1625"/>
            </a:lvl2pPr>
            <a:lvl3pPr marL="696441" indent="0">
              <a:buFontTx/>
              <a:buNone/>
              <a:defRPr sz="1625"/>
            </a:lvl3pPr>
            <a:lvl4pPr marL="1044661" indent="0">
              <a:buFontTx/>
              <a:buNone/>
              <a:defRPr sz="1625"/>
            </a:lvl4pPr>
            <a:lvl5pPr marL="1392882" indent="0">
              <a:buFontTx/>
              <a:buNone/>
              <a:defRPr sz="1625"/>
            </a:lvl5pPr>
          </a:lstStyle>
          <a:p>
            <a:pPr lvl="0"/>
            <a:endParaRPr lang="en-US"/>
          </a:p>
        </p:txBody>
      </p:sp>
      <p:pic>
        <p:nvPicPr>
          <p:cNvPr id="8" name="Graphic 7">
            <a:extLst>
              <a:ext uri="{FF2B5EF4-FFF2-40B4-BE49-F238E27FC236}">
                <a16:creationId xmlns:a16="http://schemas.microsoft.com/office/drawing/2014/main" id="{485F99E2-37D4-FD3D-3671-909EB894357A}"/>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761040" y="337064"/>
            <a:ext cx="1156474" cy="291548"/>
          </a:xfrm>
          <a:prstGeom prst="rect">
            <a:avLst/>
          </a:prstGeom>
        </p:spPr>
      </p:pic>
      <p:pic>
        <p:nvPicPr>
          <p:cNvPr id="3" name="Picture 4" descr="Ups Logo transparent PNG - StickPNG">
            <a:extLst>
              <a:ext uri="{FF2B5EF4-FFF2-40B4-BE49-F238E27FC236}">
                <a16:creationId xmlns:a16="http://schemas.microsoft.com/office/drawing/2014/main" id="{E8240DDD-B340-6AB9-79CA-FDFDAAC4BCF2}"/>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6957" t="16149" r="26957" b="16149"/>
          <a:stretch/>
        </p:blipFill>
        <p:spPr bwMode="auto">
          <a:xfrm>
            <a:off x="9993780" y="161383"/>
            <a:ext cx="644059" cy="709612"/>
          </a:xfrm>
          <a:prstGeom prst="rect">
            <a:avLst/>
          </a:prstGeom>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7A3A27C8-A094-382B-6D46-C5BEFC73CFA6}"/>
              </a:ext>
            </a:extLst>
          </p:cNvPr>
          <p:cNvCxnSpPr>
            <a:cxnSpLocks/>
          </p:cNvCxnSpPr>
          <p:nvPr userDrawn="1"/>
        </p:nvCxnSpPr>
        <p:spPr>
          <a:xfrm>
            <a:off x="10647364" y="261938"/>
            <a:ext cx="0" cy="43589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F9D5B9F-72A0-79DC-7E78-54BB7DD5C2A0}"/>
              </a:ext>
            </a:extLst>
          </p:cNvPr>
          <p:cNvGrpSpPr/>
          <p:nvPr userDrawn="1"/>
        </p:nvGrpSpPr>
        <p:grpSpPr>
          <a:xfrm>
            <a:off x="1" y="2776"/>
            <a:ext cx="199520" cy="771921"/>
            <a:chOff x="1" y="2776"/>
            <a:chExt cx="199520" cy="825899"/>
          </a:xfrm>
        </p:grpSpPr>
        <p:sp>
          <p:nvSpPr>
            <p:cNvPr id="9" name="Isosceles Triangle 8">
              <a:extLst>
                <a:ext uri="{FF2B5EF4-FFF2-40B4-BE49-F238E27FC236}">
                  <a16:creationId xmlns:a16="http://schemas.microsoft.com/office/drawing/2014/main" id="{B8C0B8A7-EB8E-3D46-A8D3-987B45102BB9}"/>
                </a:ext>
              </a:extLst>
            </p:cNvPr>
            <p:cNvSpPr/>
            <p:nvPr userDrawn="1"/>
          </p:nvSpPr>
          <p:spPr>
            <a:xfrm rot="5400000">
              <a:off x="-143491" y="146268"/>
              <a:ext cx="486503" cy="199520"/>
            </a:xfrm>
            <a:prstGeom prst="triangle">
              <a:avLst/>
            </a:prstGeom>
            <a:solidFill>
              <a:srgbClr val="2D2D2D"/>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000330B4-440D-EAF0-E705-A895980D2833}"/>
                </a:ext>
              </a:extLst>
            </p:cNvPr>
            <p:cNvSpPr/>
            <p:nvPr userDrawn="1"/>
          </p:nvSpPr>
          <p:spPr>
            <a:xfrm rot="5400000">
              <a:off x="-143491" y="485664"/>
              <a:ext cx="486503" cy="199520"/>
            </a:xfrm>
            <a:prstGeom prst="triangle">
              <a:avLst/>
            </a:prstGeom>
            <a:solidFill>
              <a:srgbClr val="2D2D2D"/>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56351BAE-C02C-40D0-2769-5F7371A7B284}"/>
                </a:ext>
              </a:extLst>
            </p:cNvPr>
            <p:cNvSpPr/>
            <p:nvPr userDrawn="1"/>
          </p:nvSpPr>
          <p:spPr>
            <a:xfrm rot="5400000">
              <a:off x="-143491" y="315966"/>
              <a:ext cx="486503" cy="199520"/>
            </a:xfrm>
            <a:prstGeom prst="triangl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25114242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you">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E13265C-6E2A-DB36-3B4B-B3AFC72B1EF1}"/>
              </a:ext>
            </a:extLst>
          </p:cNvPr>
          <p:cNvSpPr/>
          <p:nvPr userDrawn="1"/>
        </p:nvSpPr>
        <p:spPr bwMode="auto">
          <a:xfrm>
            <a:off x="0" y="6236320"/>
            <a:ext cx="6641679" cy="621680"/>
          </a:xfrm>
          <a:prstGeom prst="rect">
            <a:avLst/>
          </a:prstGeom>
          <a:solidFill>
            <a:schemeClr val="bg1"/>
          </a:solidFill>
          <a:ln w="9525" cap="flat" cmpd="sng" algn="ctr">
            <a:no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indent="0" algn="l" defTabSz="914217"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0B743FA8-AF15-3425-F15A-2061154EABAF}"/>
              </a:ext>
            </a:extLst>
          </p:cNvPr>
          <p:cNvSpPr/>
          <p:nvPr userDrawn="1"/>
        </p:nvSpPr>
        <p:spPr bwMode="auto">
          <a:xfrm>
            <a:off x="11570095" y="6236320"/>
            <a:ext cx="621905" cy="621680"/>
          </a:xfrm>
          <a:prstGeom prst="rect">
            <a:avLst/>
          </a:prstGeom>
          <a:solidFill>
            <a:schemeClr val="bg1"/>
          </a:solidFill>
          <a:ln w="9525" cap="flat" cmpd="sng" algn="ctr">
            <a:no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indent="0" algn="l" defTabSz="914217"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CCABBECA-C98E-F87D-58F3-B574B908B93F}"/>
              </a:ext>
            </a:extLst>
          </p:cNvPr>
          <p:cNvGrpSpPr/>
          <p:nvPr userDrawn="1"/>
        </p:nvGrpSpPr>
        <p:grpSpPr>
          <a:xfrm>
            <a:off x="336449" y="2612569"/>
            <a:ext cx="6067928" cy="1630768"/>
            <a:chOff x="329560" y="399087"/>
            <a:chExt cx="4211616" cy="1630768"/>
          </a:xfrm>
        </p:grpSpPr>
        <p:sp>
          <p:nvSpPr>
            <p:cNvPr id="22" name="TextBox 21">
              <a:extLst>
                <a:ext uri="{FF2B5EF4-FFF2-40B4-BE49-F238E27FC236}">
                  <a16:creationId xmlns:a16="http://schemas.microsoft.com/office/drawing/2014/main" id="{FD1821C5-F6B8-347B-57E3-A9F3B621B174}"/>
                </a:ext>
              </a:extLst>
            </p:cNvPr>
            <p:cNvSpPr txBox="1"/>
            <p:nvPr userDrawn="1"/>
          </p:nvSpPr>
          <p:spPr>
            <a:xfrm>
              <a:off x="329560" y="399087"/>
              <a:ext cx="4211616" cy="1230658"/>
            </a:xfrm>
            <a:prstGeom prst="rect">
              <a:avLst/>
            </a:prstGeom>
            <a:noFill/>
          </p:spPr>
          <p:txBody>
            <a:bodyPr wrap="square" lIns="0" tIns="0" rIns="0" bIns="0" rtlCol="0">
              <a:spAutoFit/>
            </a:bodyPr>
            <a:lstStyle/>
            <a:p>
              <a:pPr marL="0" marR="0" indent="0" algn="l" defTabSz="914126" rtl="0" eaLnBrk="1" fontAlgn="auto" latinLnBrk="0" hangingPunct="1">
                <a:lnSpc>
                  <a:spcPct val="100000"/>
                </a:lnSpc>
                <a:spcBef>
                  <a:spcPts val="0"/>
                </a:spcBef>
                <a:spcAft>
                  <a:spcPts val="0"/>
                </a:spcAft>
                <a:buClrTx/>
                <a:buSzTx/>
                <a:buFontTx/>
                <a:buNone/>
                <a:tabLst/>
                <a:defRPr/>
              </a:pPr>
              <a:r>
                <a:rPr lang="en-US" sz="7997" b="0" kern="1200">
                  <a:solidFill>
                    <a:schemeClr val="accent1"/>
                  </a:solidFill>
                  <a:latin typeface="Poppins" pitchFamily="2" charset="77"/>
                  <a:ea typeface="+mn-ea"/>
                  <a:cs typeface="Poppins" pitchFamily="2" charset="77"/>
                </a:rPr>
                <a:t>Thank You</a:t>
              </a:r>
            </a:p>
          </p:txBody>
        </p:sp>
        <p:sp>
          <p:nvSpPr>
            <p:cNvPr id="23" name="Rectangle 22">
              <a:extLst>
                <a:ext uri="{FF2B5EF4-FFF2-40B4-BE49-F238E27FC236}">
                  <a16:creationId xmlns:a16="http://schemas.microsoft.com/office/drawing/2014/main" id="{0C652347-6FF4-41FF-83D7-533CB6A912DE}"/>
                </a:ext>
              </a:extLst>
            </p:cNvPr>
            <p:cNvSpPr/>
            <p:nvPr userDrawn="1"/>
          </p:nvSpPr>
          <p:spPr>
            <a:xfrm>
              <a:off x="1862746" y="1629745"/>
              <a:ext cx="2100027" cy="400110"/>
            </a:xfrm>
            <a:prstGeom prst="rect">
              <a:avLst/>
            </a:prstGeom>
          </p:spPr>
          <p:txBody>
            <a:bodyPr wrap="none">
              <a:spAutoFit/>
            </a:bodyPr>
            <a:lstStyle/>
            <a:p>
              <a:pPr algn="r"/>
              <a:r>
                <a:rPr lang="en-US" sz="2000" spc="110" baseline="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www.techmahindra.com</a:t>
              </a:r>
            </a:p>
          </p:txBody>
        </p:sp>
      </p:grpSp>
      <p:sp>
        <p:nvSpPr>
          <p:cNvPr id="24" name="Text Box 16">
            <a:extLst>
              <a:ext uri="{FF2B5EF4-FFF2-40B4-BE49-F238E27FC236}">
                <a16:creationId xmlns:a16="http://schemas.microsoft.com/office/drawing/2014/main" id="{85C52390-947C-3E6F-D962-4AA6D669E749}"/>
              </a:ext>
            </a:extLst>
          </p:cNvPr>
          <p:cNvSpPr txBox="1">
            <a:spLocks noChangeArrowheads="1"/>
          </p:cNvSpPr>
          <p:nvPr userDrawn="1"/>
        </p:nvSpPr>
        <p:spPr bwMode="auto">
          <a:xfrm>
            <a:off x="168302" y="5345563"/>
            <a:ext cx="7989287" cy="1169551"/>
          </a:xfrm>
          <a:prstGeom prst="rect">
            <a:avLst/>
          </a:prstGeom>
          <a:noFill/>
          <a:ln w="9525">
            <a:noFill/>
            <a:miter lim="800000"/>
            <a:headEnd/>
            <a:tailEnd/>
          </a:ln>
          <a:effectLst/>
        </p:spPr>
        <p:txBody>
          <a:bodyPr wrap="square" lIns="0" tIns="0" rIns="0" bIns="0" anchor="b">
            <a:spAutoFit/>
          </a:bodyPr>
          <a:lstStyle/>
          <a:p>
            <a:pPr algn="just" fontAlgn="auto">
              <a:spcBef>
                <a:spcPts val="600"/>
              </a:spcBef>
              <a:spcAft>
                <a:spcPts val="0"/>
              </a:spcAft>
              <a:defRPr/>
            </a:pPr>
            <a:r>
              <a:rPr lang="en-US" sz="800" b="1">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Disclaimer </a:t>
            </a:r>
          </a:p>
          <a:p>
            <a:pPr algn="just">
              <a:spcBef>
                <a:spcPts val="600"/>
              </a:spcBef>
              <a:spcAft>
                <a:spcPts val="0"/>
              </a:spcAft>
            </a:pPr>
            <a:r>
              <a:rPr lang="en-GB" sz="7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The information is to be treated as Tech Mahindra Confidential Information. TechM provides a wide array of presentations and reports, with the contributions of various professionals. These presentations and reports may be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endParaRPr lang="en-US" sz="7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Graphic 2">
            <a:extLst>
              <a:ext uri="{FF2B5EF4-FFF2-40B4-BE49-F238E27FC236}">
                <a16:creationId xmlns:a16="http://schemas.microsoft.com/office/drawing/2014/main" id="{D6B5890C-D37B-EA8D-3753-76EF56BCD41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55575" y="219230"/>
            <a:ext cx="1964590" cy="495275"/>
          </a:xfrm>
          <a:prstGeom prst="rect">
            <a:avLst/>
          </a:prstGeom>
        </p:spPr>
      </p:pic>
      <p:sp>
        <p:nvSpPr>
          <p:cNvPr id="39" name="Freeform: Shape 38">
            <a:extLst>
              <a:ext uri="{FF2B5EF4-FFF2-40B4-BE49-F238E27FC236}">
                <a16:creationId xmlns:a16="http://schemas.microsoft.com/office/drawing/2014/main" id="{9C96A61B-2AD6-9E73-CF17-6B99C387AB45}"/>
              </a:ext>
            </a:extLst>
          </p:cNvPr>
          <p:cNvSpPr>
            <a:spLocks/>
          </p:cNvSpPr>
          <p:nvPr userDrawn="1"/>
        </p:nvSpPr>
        <p:spPr bwMode="auto">
          <a:xfrm>
            <a:off x="10216575" y="3989353"/>
            <a:ext cx="1975424" cy="2578296"/>
          </a:xfrm>
          <a:custGeom>
            <a:avLst/>
            <a:gdLst>
              <a:gd name="connsiteX0" fmla="*/ 429590 w 1975167"/>
              <a:gd name="connsiteY0" fmla="*/ 0 h 2578893"/>
              <a:gd name="connsiteX1" fmla="*/ 732695 w 1975167"/>
              <a:gd name="connsiteY1" fmla="*/ 123110 h 2578893"/>
              <a:gd name="connsiteX2" fmla="*/ 1950562 w 1975167"/>
              <a:gd name="connsiteY2" fmla="*/ 1341417 h 2578893"/>
              <a:gd name="connsiteX3" fmla="*/ 1975167 w 1975167"/>
              <a:gd name="connsiteY3" fmla="*/ 1366031 h 2578893"/>
              <a:gd name="connsiteX4" fmla="*/ 1975167 w 1975167"/>
              <a:gd name="connsiteY4" fmla="*/ 2578893 h 2578893"/>
              <a:gd name="connsiteX5" fmla="*/ 1887634 w 1975167"/>
              <a:gd name="connsiteY5" fmla="*/ 2491328 h 2578893"/>
              <a:gd name="connsiteX6" fmla="*/ 126484 w 1975167"/>
              <a:gd name="connsiteY6" fmla="*/ 729541 h 2578893"/>
              <a:gd name="connsiteX7" fmla="*/ 126484 w 1975167"/>
              <a:gd name="connsiteY7" fmla="*/ 123110 h 2578893"/>
              <a:gd name="connsiteX8" fmla="*/ 429590 w 1975167"/>
              <a:gd name="connsiteY8" fmla="*/ 0 h 2578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5167" h="2578893">
                <a:moveTo>
                  <a:pt x="429590" y="0"/>
                </a:moveTo>
                <a:cubicBezTo>
                  <a:pt x="538981" y="0"/>
                  <a:pt x="648373" y="41037"/>
                  <a:pt x="732695" y="123110"/>
                </a:cubicBezTo>
                <a:cubicBezTo>
                  <a:pt x="1277516" y="668128"/>
                  <a:pt x="1669106" y="1059860"/>
                  <a:pt x="1950562" y="1341417"/>
                </a:cubicBezTo>
                <a:lnTo>
                  <a:pt x="1975167" y="1366031"/>
                </a:lnTo>
                <a:lnTo>
                  <a:pt x="1975167" y="2578893"/>
                </a:lnTo>
                <a:lnTo>
                  <a:pt x="1887634" y="2491328"/>
                </a:lnTo>
                <a:cubicBezTo>
                  <a:pt x="126484" y="729541"/>
                  <a:pt x="126484" y="729541"/>
                  <a:pt x="126484" y="729541"/>
                </a:cubicBezTo>
                <a:cubicBezTo>
                  <a:pt x="-42161" y="565394"/>
                  <a:pt x="-42161" y="291816"/>
                  <a:pt x="126484" y="123110"/>
                </a:cubicBezTo>
                <a:cubicBezTo>
                  <a:pt x="210807" y="41037"/>
                  <a:pt x="320198" y="0"/>
                  <a:pt x="429590" y="0"/>
                </a:cubicBezTo>
                <a:close/>
              </a:path>
            </a:pathLst>
          </a:custGeom>
          <a:solidFill>
            <a:schemeClr val="accent1"/>
          </a:solidFill>
          <a:ln>
            <a:noFill/>
          </a:ln>
        </p:spPr>
        <p:txBody>
          <a:bodyPr vert="horz" wrap="square" lIns="91419" tIns="45709" rIns="91419" bIns="45709" numCol="1" anchor="t" anchorCtr="0" compatLnSpc="1">
            <a:prstTxWarp prst="textNoShape">
              <a:avLst/>
            </a:prstTxWarp>
            <a:noAutofit/>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6" name="Freeform 6">
            <a:extLst>
              <a:ext uri="{FF2B5EF4-FFF2-40B4-BE49-F238E27FC236}">
                <a16:creationId xmlns:a16="http://schemas.microsoft.com/office/drawing/2014/main" id="{12C0563D-898A-A940-A6F6-9ED12EE35250}"/>
              </a:ext>
            </a:extLst>
          </p:cNvPr>
          <p:cNvSpPr>
            <a:spLocks/>
          </p:cNvSpPr>
          <p:nvPr userDrawn="1"/>
        </p:nvSpPr>
        <p:spPr bwMode="auto">
          <a:xfrm>
            <a:off x="6855307" y="267484"/>
            <a:ext cx="2485515" cy="2430143"/>
          </a:xfrm>
          <a:custGeom>
            <a:avLst/>
            <a:gdLst>
              <a:gd name="T0" fmla="*/ 148 w 545"/>
              <a:gd name="T1" fmla="*/ 32 h 533"/>
              <a:gd name="T2" fmla="*/ 32 w 545"/>
              <a:gd name="T3" fmla="*/ 32 h 533"/>
              <a:gd name="T4" fmla="*/ 32 w 545"/>
              <a:gd name="T5" fmla="*/ 32 h 533"/>
              <a:gd name="T6" fmla="*/ 32 w 545"/>
              <a:gd name="T7" fmla="*/ 148 h 533"/>
              <a:gd name="T8" fmla="*/ 418 w 545"/>
              <a:gd name="T9" fmla="*/ 533 h 533"/>
              <a:gd name="T10" fmla="*/ 545 w 545"/>
              <a:gd name="T11" fmla="*/ 428 h 533"/>
              <a:gd name="T12" fmla="*/ 148 w 545"/>
              <a:gd name="T13" fmla="*/ 32 h 533"/>
            </a:gdLst>
            <a:ahLst/>
            <a:cxnLst>
              <a:cxn ang="0">
                <a:pos x="T0" y="T1"/>
              </a:cxn>
              <a:cxn ang="0">
                <a:pos x="T2" y="T3"/>
              </a:cxn>
              <a:cxn ang="0">
                <a:pos x="T4" y="T5"/>
              </a:cxn>
              <a:cxn ang="0">
                <a:pos x="T6" y="T7"/>
              </a:cxn>
              <a:cxn ang="0">
                <a:pos x="T8" y="T9"/>
              </a:cxn>
              <a:cxn ang="0">
                <a:pos x="T10" y="T11"/>
              </a:cxn>
              <a:cxn ang="0">
                <a:pos x="T12" y="T13"/>
              </a:cxn>
            </a:cxnLst>
            <a:rect l="0" t="0" r="r" b="b"/>
            <a:pathLst>
              <a:path w="545" h="533">
                <a:moveTo>
                  <a:pt x="148" y="32"/>
                </a:moveTo>
                <a:cubicBezTo>
                  <a:pt x="116" y="0"/>
                  <a:pt x="64" y="0"/>
                  <a:pt x="32" y="32"/>
                </a:cubicBezTo>
                <a:cubicBezTo>
                  <a:pt x="32" y="32"/>
                  <a:pt x="32" y="32"/>
                  <a:pt x="32" y="32"/>
                </a:cubicBezTo>
                <a:cubicBezTo>
                  <a:pt x="0" y="64"/>
                  <a:pt x="0" y="116"/>
                  <a:pt x="32" y="148"/>
                </a:cubicBezTo>
                <a:cubicBezTo>
                  <a:pt x="418" y="533"/>
                  <a:pt x="418" y="533"/>
                  <a:pt x="418" y="533"/>
                </a:cubicBezTo>
                <a:cubicBezTo>
                  <a:pt x="462" y="501"/>
                  <a:pt x="504" y="465"/>
                  <a:pt x="545" y="428"/>
                </a:cubicBezTo>
                <a:lnTo>
                  <a:pt x="148" y="32"/>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7" name="Freeform 7">
            <a:extLst>
              <a:ext uri="{FF2B5EF4-FFF2-40B4-BE49-F238E27FC236}">
                <a16:creationId xmlns:a16="http://schemas.microsoft.com/office/drawing/2014/main" id="{59A30B7E-6B02-DA81-4359-D3D5E7838CE4}"/>
              </a:ext>
            </a:extLst>
          </p:cNvPr>
          <p:cNvSpPr>
            <a:spLocks/>
          </p:cNvSpPr>
          <p:nvPr userDrawn="1"/>
        </p:nvSpPr>
        <p:spPr bwMode="auto">
          <a:xfrm>
            <a:off x="8687321" y="3974683"/>
            <a:ext cx="2882774" cy="2881732"/>
          </a:xfrm>
          <a:custGeom>
            <a:avLst/>
            <a:gdLst>
              <a:gd name="T0" fmla="*/ 462 w 632"/>
              <a:gd name="T1" fmla="*/ 595 h 632"/>
              <a:gd name="T2" fmla="*/ 37 w 632"/>
              <a:gd name="T3" fmla="*/ 170 h 632"/>
              <a:gd name="T4" fmla="*/ 37 w 632"/>
              <a:gd name="T5" fmla="*/ 37 h 632"/>
              <a:gd name="T6" fmla="*/ 37 w 632"/>
              <a:gd name="T7" fmla="*/ 37 h 632"/>
              <a:gd name="T8" fmla="*/ 170 w 632"/>
              <a:gd name="T9" fmla="*/ 37 h 632"/>
              <a:gd name="T10" fmla="*/ 595 w 632"/>
              <a:gd name="T11" fmla="*/ 462 h 632"/>
              <a:gd name="T12" fmla="*/ 595 w 632"/>
              <a:gd name="T13" fmla="*/ 595 h 632"/>
              <a:gd name="T14" fmla="*/ 595 w 632"/>
              <a:gd name="T15" fmla="*/ 595 h 632"/>
              <a:gd name="T16" fmla="*/ 462 w 632"/>
              <a:gd name="T17" fmla="*/ 595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2" h="632">
                <a:moveTo>
                  <a:pt x="462" y="595"/>
                </a:moveTo>
                <a:cubicBezTo>
                  <a:pt x="37" y="170"/>
                  <a:pt x="37" y="170"/>
                  <a:pt x="37" y="170"/>
                </a:cubicBezTo>
                <a:cubicBezTo>
                  <a:pt x="0" y="133"/>
                  <a:pt x="0" y="74"/>
                  <a:pt x="37" y="37"/>
                </a:cubicBezTo>
                <a:cubicBezTo>
                  <a:pt x="37" y="37"/>
                  <a:pt x="37" y="37"/>
                  <a:pt x="37" y="37"/>
                </a:cubicBezTo>
                <a:cubicBezTo>
                  <a:pt x="73" y="0"/>
                  <a:pt x="133" y="0"/>
                  <a:pt x="170" y="37"/>
                </a:cubicBezTo>
                <a:cubicBezTo>
                  <a:pt x="595" y="462"/>
                  <a:pt x="595" y="462"/>
                  <a:pt x="595" y="462"/>
                </a:cubicBezTo>
                <a:cubicBezTo>
                  <a:pt x="632" y="499"/>
                  <a:pt x="632" y="558"/>
                  <a:pt x="595" y="595"/>
                </a:cubicBezTo>
                <a:cubicBezTo>
                  <a:pt x="595" y="595"/>
                  <a:pt x="595" y="595"/>
                  <a:pt x="595" y="595"/>
                </a:cubicBezTo>
                <a:cubicBezTo>
                  <a:pt x="558" y="632"/>
                  <a:pt x="499" y="632"/>
                  <a:pt x="462" y="59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8" name="Freeform 8">
            <a:extLst>
              <a:ext uri="{FF2B5EF4-FFF2-40B4-BE49-F238E27FC236}">
                <a16:creationId xmlns:a16="http://schemas.microsoft.com/office/drawing/2014/main" id="{B46D37E2-5013-9024-9F0F-CDE9C545871C}"/>
              </a:ext>
            </a:extLst>
          </p:cNvPr>
          <p:cNvSpPr>
            <a:spLocks/>
          </p:cNvSpPr>
          <p:nvPr userDrawn="1"/>
        </p:nvSpPr>
        <p:spPr bwMode="auto">
          <a:xfrm>
            <a:off x="6463323" y="2452988"/>
            <a:ext cx="2322039" cy="2319442"/>
          </a:xfrm>
          <a:custGeom>
            <a:avLst/>
            <a:gdLst>
              <a:gd name="T0" fmla="*/ 480 w 509"/>
              <a:gd name="T1" fmla="*/ 135 h 509"/>
              <a:gd name="T2" fmla="*/ 135 w 509"/>
              <a:gd name="T3" fmla="*/ 480 h 509"/>
              <a:gd name="T4" fmla="*/ 29 w 509"/>
              <a:gd name="T5" fmla="*/ 480 h 509"/>
              <a:gd name="T6" fmla="*/ 29 w 509"/>
              <a:gd name="T7" fmla="*/ 480 h 509"/>
              <a:gd name="T8" fmla="*/ 29 w 509"/>
              <a:gd name="T9" fmla="*/ 374 h 509"/>
              <a:gd name="T10" fmla="*/ 374 w 509"/>
              <a:gd name="T11" fmla="*/ 29 h 509"/>
              <a:gd name="T12" fmla="*/ 480 w 509"/>
              <a:gd name="T13" fmla="*/ 29 h 509"/>
              <a:gd name="T14" fmla="*/ 480 w 509"/>
              <a:gd name="T15" fmla="*/ 29 h 509"/>
              <a:gd name="T16" fmla="*/ 480 w 509"/>
              <a:gd name="T17" fmla="*/ 135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9" h="509">
                <a:moveTo>
                  <a:pt x="480" y="135"/>
                </a:moveTo>
                <a:cubicBezTo>
                  <a:pt x="135" y="480"/>
                  <a:pt x="135" y="480"/>
                  <a:pt x="135" y="480"/>
                </a:cubicBezTo>
                <a:cubicBezTo>
                  <a:pt x="106" y="509"/>
                  <a:pt x="59" y="509"/>
                  <a:pt x="29" y="480"/>
                </a:cubicBezTo>
                <a:cubicBezTo>
                  <a:pt x="29" y="480"/>
                  <a:pt x="29" y="480"/>
                  <a:pt x="29" y="480"/>
                </a:cubicBezTo>
                <a:cubicBezTo>
                  <a:pt x="0" y="451"/>
                  <a:pt x="0" y="403"/>
                  <a:pt x="29" y="374"/>
                </a:cubicBezTo>
                <a:cubicBezTo>
                  <a:pt x="374" y="29"/>
                  <a:pt x="374" y="29"/>
                  <a:pt x="374" y="29"/>
                </a:cubicBezTo>
                <a:cubicBezTo>
                  <a:pt x="403" y="0"/>
                  <a:pt x="451" y="0"/>
                  <a:pt x="480" y="29"/>
                </a:cubicBezTo>
                <a:cubicBezTo>
                  <a:pt x="480" y="29"/>
                  <a:pt x="480" y="29"/>
                  <a:pt x="480" y="29"/>
                </a:cubicBezTo>
                <a:cubicBezTo>
                  <a:pt x="509" y="58"/>
                  <a:pt x="509" y="106"/>
                  <a:pt x="48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9" name="Freeform 9">
            <a:extLst>
              <a:ext uri="{FF2B5EF4-FFF2-40B4-BE49-F238E27FC236}">
                <a16:creationId xmlns:a16="http://schemas.microsoft.com/office/drawing/2014/main" id="{F95B3733-0D99-F48D-596F-8D45C401EE57}"/>
              </a:ext>
            </a:extLst>
          </p:cNvPr>
          <p:cNvSpPr>
            <a:spLocks/>
          </p:cNvSpPr>
          <p:nvPr userDrawn="1"/>
        </p:nvSpPr>
        <p:spPr bwMode="auto">
          <a:xfrm>
            <a:off x="6641679" y="1847252"/>
            <a:ext cx="1592558" cy="1595496"/>
          </a:xfrm>
          <a:custGeom>
            <a:avLst/>
            <a:gdLst>
              <a:gd name="T0" fmla="*/ 320 w 349"/>
              <a:gd name="T1" fmla="*/ 135 h 350"/>
              <a:gd name="T2" fmla="*/ 135 w 349"/>
              <a:gd name="T3" fmla="*/ 320 h 350"/>
              <a:gd name="T4" fmla="*/ 29 w 349"/>
              <a:gd name="T5" fmla="*/ 320 h 350"/>
              <a:gd name="T6" fmla="*/ 29 w 349"/>
              <a:gd name="T7" fmla="*/ 320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0"/>
                  <a:pt x="135" y="320"/>
                  <a:pt x="135" y="320"/>
                </a:cubicBezTo>
                <a:cubicBezTo>
                  <a:pt x="105" y="350"/>
                  <a:pt x="58" y="350"/>
                  <a:pt x="29" y="320"/>
                </a:cubicBezTo>
                <a:cubicBezTo>
                  <a:pt x="29" y="320"/>
                  <a:pt x="29" y="320"/>
                  <a:pt x="29" y="320"/>
                </a:cubicBezTo>
                <a:cubicBezTo>
                  <a:pt x="0" y="291"/>
                  <a:pt x="0" y="244"/>
                  <a:pt x="29" y="215"/>
                </a:cubicBezTo>
                <a:cubicBezTo>
                  <a:pt x="214" y="29"/>
                  <a:pt x="214" y="29"/>
                  <a:pt x="214" y="29"/>
                </a:cubicBezTo>
                <a:cubicBezTo>
                  <a:pt x="244" y="0"/>
                  <a:pt x="291" y="0"/>
                  <a:pt x="320" y="29"/>
                </a:cubicBezTo>
                <a:cubicBezTo>
                  <a:pt x="320" y="29"/>
                  <a:pt x="320" y="29"/>
                  <a:pt x="320" y="29"/>
                </a:cubicBezTo>
                <a:cubicBezTo>
                  <a:pt x="349" y="58"/>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30" name="Freeform 10">
            <a:extLst>
              <a:ext uri="{FF2B5EF4-FFF2-40B4-BE49-F238E27FC236}">
                <a16:creationId xmlns:a16="http://schemas.microsoft.com/office/drawing/2014/main" id="{7C5E11A6-97AB-39D7-F9D0-969D473CB1A4}"/>
              </a:ext>
            </a:extLst>
          </p:cNvPr>
          <p:cNvSpPr>
            <a:spLocks/>
          </p:cNvSpPr>
          <p:nvPr userDrawn="1"/>
        </p:nvSpPr>
        <p:spPr bwMode="auto">
          <a:xfrm>
            <a:off x="8286544" y="3907911"/>
            <a:ext cx="1590799" cy="1595496"/>
          </a:xfrm>
          <a:custGeom>
            <a:avLst/>
            <a:gdLst>
              <a:gd name="T0" fmla="*/ 320 w 349"/>
              <a:gd name="T1" fmla="*/ 135 h 350"/>
              <a:gd name="T2" fmla="*/ 135 w 349"/>
              <a:gd name="T3" fmla="*/ 321 h 350"/>
              <a:gd name="T4" fmla="*/ 29 w 349"/>
              <a:gd name="T5" fmla="*/ 321 h 350"/>
              <a:gd name="T6" fmla="*/ 29 w 349"/>
              <a:gd name="T7" fmla="*/ 321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1"/>
                  <a:pt x="135" y="321"/>
                  <a:pt x="135" y="321"/>
                </a:cubicBezTo>
                <a:cubicBezTo>
                  <a:pt x="105" y="350"/>
                  <a:pt x="58" y="350"/>
                  <a:pt x="29" y="321"/>
                </a:cubicBezTo>
                <a:cubicBezTo>
                  <a:pt x="29" y="321"/>
                  <a:pt x="29" y="321"/>
                  <a:pt x="29" y="321"/>
                </a:cubicBezTo>
                <a:cubicBezTo>
                  <a:pt x="0" y="292"/>
                  <a:pt x="0" y="244"/>
                  <a:pt x="29" y="215"/>
                </a:cubicBezTo>
                <a:cubicBezTo>
                  <a:pt x="214" y="29"/>
                  <a:pt x="214" y="29"/>
                  <a:pt x="214" y="29"/>
                </a:cubicBezTo>
                <a:cubicBezTo>
                  <a:pt x="243" y="0"/>
                  <a:pt x="291" y="0"/>
                  <a:pt x="320" y="29"/>
                </a:cubicBezTo>
                <a:cubicBezTo>
                  <a:pt x="320" y="29"/>
                  <a:pt x="320" y="29"/>
                  <a:pt x="320" y="29"/>
                </a:cubicBezTo>
                <a:cubicBezTo>
                  <a:pt x="349" y="59"/>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31" name="Freeform 11">
            <a:extLst>
              <a:ext uri="{FF2B5EF4-FFF2-40B4-BE49-F238E27FC236}">
                <a16:creationId xmlns:a16="http://schemas.microsoft.com/office/drawing/2014/main" id="{084B2875-C38D-6897-B700-69E38180D7B8}"/>
              </a:ext>
            </a:extLst>
          </p:cNvPr>
          <p:cNvSpPr>
            <a:spLocks/>
          </p:cNvSpPr>
          <p:nvPr userDrawn="1"/>
        </p:nvSpPr>
        <p:spPr bwMode="auto">
          <a:xfrm>
            <a:off x="9859765" y="0"/>
            <a:ext cx="2329071" cy="4754857"/>
          </a:xfrm>
          <a:custGeom>
            <a:avLst/>
            <a:gdLst>
              <a:gd name="T0" fmla="*/ 510 w 511"/>
              <a:gd name="T1" fmla="*/ 0 h 1043"/>
              <a:gd name="T2" fmla="*/ 13 w 511"/>
              <a:gd name="T3" fmla="*/ 497 h 1043"/>
              <a:gd name="T4" fmla="*/ 13 w 511"/>
              <a:gd name="T5" fmla="*/ 545 h 1043"/>
              <a:gd name="T6" fmla="*/ 511 w 511"/>
              <a:gd name="T7" fmla="*/ 1043 h 1043"/>
              <a:gd name="T8" fmla="*/ 510 w 511"/>
              <a:gd name="T9" fmla="*/ 0 h 1043"/>
            </a:gdLst>
            <a:ahLst/>
            <a:cxnLst>
              <a:cxn ang="0">
                <a:pos x="T0" y="T1"/>
              </a:cxn>
              <a:cxn ang="0">
                <a:pos x="T2" y="T3"/>
              </a:cxn>
              <a:cxn ang="0">
                <a:pos x="T4" y="T5"/>
              </a:cxn>
              <a:cxn ang="0">
                <a:pos x="T6" y="T7"/>
              </a:cxn>
              <a:cxn ang="0">
                <a:pos x="T8" y="T9"/>
              </a:cxn>
            </a:cxnLst>
            <a:rect l="0" t="0" r="r" b="b"/>
            <a:pathLst>
              <a:path w="511" h="1043">
                <a:moveTo>
                  <a:pt x="510" y="0"/>
                </a:moveTo>
                <a:cubicBezTo>
                  <a:pt x="13" y="497"/>
                  <a:pt x="13" y="497"/>
                  <a:pt x="13" y="497"/>
                </a:cubicBezTo>
                <a:cubicBezTo>
                  <a:pt x="0" y="510"/>
                  <a:pt x="0" y="532"/>
                  <a:pt x="13" y="545"/>
                </a:cubicBezTo>
                <a:cubicBezTo>
                  <a:pt x="511" y="1043"/>
                  <a:pt x="511" y="1043"/>
                  <a:pt x="511" y="1043"/>
                </a:cubicBezTo>
                <a:lnTo>
                  <a:pt x="510" y="0"/>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pic>
        <p:nvPicPr>
          <p:cNvPr id="5" name="Picture 4" descr="Business Analytics Images - Free Download on Freepik">
            <a:extLst>
              <a:ext uri="{FF2B5EF4-FFF2-40B4-BE49-F238E27FC236}">
                <a16:creationId xmlns:a16="http://schemas.microsoft.com/office/drawing/2014/main" id="{B0A9D4CB-952C-96B8-157C-17E2435540EF}"/>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6886744" y="1030240"/>
            <a:ext cx="2642531" cy="2641575"/>
          </a:xfrm>
          <a:custGeom>
            <a:avLst/>
            <a:gdLst>
              <a:gd name="connsiteX0" fmla="*/ 1322976 w 2642531"/>
              <a:gd name="connsiteY0" fmla="*/ 0 h 2641575"/>
              <a:gd name="connsiteX1" fmla="*/ 1398786 w 2642531"/>
              <a:gd name="connsiteY1" fmla="*/ 30769 h 2641575"/>
              <a:gd name="connsiteX2" fmla="*/ 2611751 w 2642531"/>
              <a:gd name="connsiteY2" fmla="*/ 1247854 h 2641575"/>
              <a:gd name="connsiteX3" fmla="*/ 2611751 w 2642531"/>
              <a:gd name="connsiteY3" fmla="*/ 1398280 h 2641575"/>
              <a:gd name="connsiteX4" fmla="*/ 1398786 w 2642531"/>
              <a:gd name="connsiteY4" fmla="*/ 2610807 h 2641575"/>
              <a:gd name="connsiteX5" fmla="*/ 1243745 w 2642531"/>
              <a:gd name="connsiteY5" fmla="*/ 2610807 h 2641575"/>
              <a:gd name="connsiteX6" fmla="*/ 30780 w 2642531"/>
              <a:gd name="connsiteY6" fmla="*/ 1398280 h 2641575"/>
              <a:gd name="connsiteX7" fmla="*/ 30780 w 2642531"/>
              <a:gd name="connsiteY7" fmla="*/ 1247854 h 2641575"/>
              <a:gd name="connsiteX8" fmla="*/ 1243745 w 2642531"/>
              <a:gd name="connsiteY8" fmla="*/ 30769 h 2641575"/>
              <a:gd name="connsiteX9" fmla="*/ 1322976 w 2642531"/>
              <a:gd name="connsiteY9" fmla="*/ 0 h 264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2531" h="2641575">
                <a:moveTo>
                  <a:pt x="1322976" y="0"/>
                </a:moveTo>
                <a:cubicBezTo>
                  <a:pt x="1350906" y="0"/>
                  <a:pt x="1378266" y="10257"/>
                  <a:pt x="1398786" y="30769"/>
                </a:cubicBezTo>
                <a:cubicBezTo>
                  <a:pt x="2611751" y="1247854"/>
                  <a:pt x="2611751" y="1247854"/>
                  <a:pt x="2611751" y="1247854"/>
                </a:cubicBezTo>
                <a:cubicBezTo>
                  <a:pt x="2652791" y="1288880"/>
                  <a:pt x="2652791" y="1357255"/>
                  <a:pt x="2611751" y="1398280"/>
                </a:cubicBezTo>
                <a:cubicBezTo>
                  <a:pt x="1398786" y="2610807"/>
                  <a:pt x="1398786" y="2610807"/>
                  <a:pt x="1398786" y="2610807"/>
                </a:cubicBezTo>
                <a:cubicBezTo>
                  <a:pt x="1357746" y="2651832"/>
                  <a:pt x="1289345" y="2651832"/>
                  <a:pt x="1243745" y="2610807"/>
                </a:cubicBezTo>
                <a:cubicBezTo>
                  <a:pt x="30780" y="1398280"/>
                  <a:pt x="30780" y="1398280"/>
                  <a:pt x="30780" y="1398280"/>
                </a:cubicBezTo>
                <a:cubicBezTo>
                  <a:pt x="-10260" y="1357255"/>
                  <a:pt x="-10260" y="1288880"/>
                  <a:pt x="30780" y="1247854"/>
                </a:cubicBezTo>
                <a:cubicBezTo>
                  <a:pt x="1243745" y="30769"/>
                  <a:pt x="1243745" y="30769"/>
                  <a:pt x="1243745" y="30769"/>
                </a:cubicBezTo>
                <a:cubicBezTo>
                  <a:pt x="1266545" y="10257"/>
                  <a:pt x="1295045" y="0"/>
                  <a:pt x="1322976" y="0"/>
                </a:cubicBezTo>
                <a:close/>
              </a:path>
            </a:pathLst>
          </a:custGeom>
          <a:blipFill>
            <a:blip r:embed="rId4"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p:spPr>
      </p:pic>
      <p:pic>
        <p:nvPicPr>
          <p:cNvPr id="6" name="Picture 5" descr="Digital Data Analytics &amp; ZoomOwl: A Primer | ZoomOwl">
            <a:extLst>
              <a:ext uri="{FF2B5EF4-FFF2-40B4-BE49-F238E27FC236}">
                <a16:creationId xmlns:a16="http://schemas.microsoft.com/office/drawing/2014/main" id="{1E55F48B-0119-DB41-1589-4808644BAF09}"/>
              </a:ext>
            </a:extLst>
          </p:cNvPr>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8106675" y="2583581"/>
            <a:ext cx="3226118" cy="3223812"/>
          </a:xfrm>
          <a:custGeom>
            <a:avLst/>
            <a:gdLst>
              <a:gd name="connsiteX0" fmla="*/ 1611350 w 3226118"/>
              <a:gd name="connsiteY0" fmla="*/ 0 h 3223812"/>
              <a:gd name="connsiteX1" fmla="*/ 1690578 w 3226118"/>
              <a:gd name="connsiteY1" fmla="*/ 34187 h 3223812"/>
              <a:gd name="connsiteX2" fmla="*/ 3195340 w 3226118"/>
              <a:gd name="connsiteY2" fmla="*/ 1533846 h 3223812"/>
              <a:gd name="connsiteX3" fmla="*/ 3195340 w 3226118"/>
              <a:gd name="connsiteY3" fmla="*/ 1688826 h 3223812"/>
              <a:gd name="connsiteX4" fmla="*/ 1690578 w 3226118"/>
              <a:gd name="connsiteY4" fmla="*/ 3193044 h 3223812"/>
              <a:gd name="connsiteX5" fmla="*/ 1535542 w 3226118"/>
              <a:gd name="connsiteY5" fmla="*/ 3193044 h 3223812"/>
              <a:gd name="connsiteX6" fmla="*/ 30780 w 3226118"/>
              <a:gd name="connsiteY6" fmla="*/ 1688826 h 3223812"/>
              <a:gd name="connsiteX7" fmla="*/ 30780 w 3226118"/>
              <a:gd name="connsiteY7" fmla="*/ 1533846 h 3223812"/>
              <a:gd name="connsiteX8" fmla="*/ 1535542 w 3226118"/>
              <a:gd name="connsiteY8" fmla="*/ 34187 h 3223812"/>
              <a:gd name="connsiteX9" fmla="*/ 1611350 w 3226118"/>
              <a:gd name="connsiteY9" fmla="*/ 0 h 322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6118" h="3223812">
                <a:moveTo>
                  <a:pt x="1611350" y="0"/>
                </a:moveTo>
                <a:cubicBezTo>
                  <a:pt x="1639280" y="0"/>
                  <a:pt x="1667778" y="11396"/>
                  <a:pt x="1690578" y="34187"/>
                </a:cubicBezTo>
                <a:cubicBezTo>
                  <a:pt x="3195340" y="1533846"/>
                  <a:pt x="3195340" y="1533846"/>
                  <a:pt x="3195340" y="1533846"/>
                </a:cubicBezTo>
                <a:cubicBezTo>
                  <a:pt x="3236378" y="1579429"/>
                  <a:pt x="3236378" y="1647803"/>
                  <a:pt x="3195340" y="1688826"/>
                </a:cubicBezTo>
                <a:cubicBezTo>
                  <a:pt x="1690578" y="3193044"/>
                  <a:pt x="1690578" y="3193044"/>
                  <a:pt x="1690578" y="3193044"/>
                </a:cubicBezTo>
                <a:cubicBezTo>
                  <a:pt x="1644979" y="3234068"/>
                  <a:pt x="1576580" y="3234068"/>
                  <a:pt x="1535542" y="3193044"/>
                </a:cubicBezTo>
                <a:cubicBezTo>
                  <a:pt x="30780" y="1688826"/>
                  <a:pt x="30780" y="1688826"/>
                  <a:pt x="30780" y="1688826"/>
                </a:cubicBezTo>
                <a:cubicBezTo>
                  <a:pt x="-10259" y="1647803"/>
                  <a:pt x="-10259" y="1579429"/>
                  <a:pt x="30780" y="1533846"/>
                </a:cubicBezTo>
                <a:cubicBezTo>
                  <a:pt x="1535542" y="34187"/>
                  <a:pt x="1535542" y="34187"/>
                  <a:pt x="1535542" y="34187"/>
                </a:cubicBezTo>
                <a:cubicBezTo>
                  <a:pt x="1556061" y="11396"/>
                  <a:pt x="1583420" y="0"/>
                  <a:pt x="1611350"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Picture 9" descr="Shaking Hands Images – Browse 868,114 Stock Photos, Vectors, and Video |  Adobe Stock">
            <a:extLst>
              <a:ext uri="{FF2B5EF4-FFF2-40B4-BE49-F238E27FC236}">
                <a16:creationId xmlns:a16="http://schemas.microsoft.com/office/drawing/2014/main" id="{04551CA1-7474-764A-6674-72AF89123E22}"/>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8666056" y="115181"/>
            <a:ext cx="2034954" cy="2035956"/>
          </a:xfrm>
          <a:custGeom>
            <a:avLst/>
            <a:gdLst>
              <a:gd name="connsiteX0" fmla="*/ 1018048 w 2034954"/>
              <a:gd name="connsiteY0" fmla="*/ 0 h 2035956"/>
              <a:gd name="connsiteX1" fmla="*/ 1093290 w 2034954"/>
              <a:gd name="connsiteY1" fmla="*/ 30796 h 2035956"/>
              <a:gd name="connsiteX2" fmla="*/ 2000754 w 2034954"/>
              <a:gd name="connsiteY2" fmla="*/ 943270 h 2035956"/>
              <a:gd name="connsiteX3" fmla="*/ 2000754 w 2034954"/>
              <a:gd name="connsiteY3" fmla="*/ 1093828 h 2035956"/>
              <a:gd name="connsiteX4" fmla="*/ 1093290 w 2034954"/>
              <a:gd name="connsiteY4" fmla="*/ 2001739 h 2035956"/>
              <a:gd name="connsiteX5" fmla="*/ 942806 w 2034954"/>
              <a:gd name="connsiteY5" fmla="*/ 2001739 h 2035956"/>
              <a:gd name="connsiteX6" fmla="*/ 30781 w 2034954"/>
              <a:gd name="connsiteY6" fmla="*/ 1093828 h 2035956"/>
              <a:gd name="connsiteX7" fmla="*/ 30781 w 2034954"/>
              <a:gd name="connsiteY7" fmla="*/ 943270 h 2035956"/>
              <a:gd name="connsiteX8" fmla="*/ 942806 w 2034954"/>
              <a:gd name="connsiteY8" fmla="*/ 30796 h 2035956"/>
              <a:gd name="connsiteX9" fmla="*/ 1018048 w 2034954"/>
              <a:gd name="connsiteY9" fmla="*/ 0 h 2035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4954" h="2035956">
                <a:moveTo>
                  <a:pt x="1018048" y="0"/>
                </a:moveTo>
                <a:cubicBezTo>
                  <a:pt x="1045409" y="0"/>
                  <a:pt x="1072770" y="10266"/>
                  <a:pt x="1093290" y="30796"/>
                </a:cubicBezTo>
                <a:cubicBezTo>
                  <a:pt x="2000754" y="943270"/>
                  <a:pt x="2000754" y="943270"/>
                  <a:pt x="2000754" y="943270"/>
                </a:cubicBezTo>
                <a:cubicBezTo>
                  <a:pt x="2046355" y="984331"/>
                  <a:pt x="2046355" y="1052766"/>
                  <a:pt x="2000754" y="1093828"/>
                </a:cubicBezTo>
                <a:cubicBezTo>
                  <a:pt x="1093290" y="2001739"/>
                  <a:pt x="1093290" y="2001739"/>
                  <a:pt x="1093290" y="2001739"/>
                </a:cubicBezTo>
                <a:cubicBezTo>
                  <a:pt x="1052249" y="2047362"/>
                  <a:pt x="983847" y="2047362"/>
                  <a:pt x="942806" y="2001739"/>
                </a:cubicBezTo>
                <a:cubicBezTo>
                  <a:pt x="30781" y="1093828"/>
                  <a:pt x="30781" y="1093828"/>
                  <a:pt x="30781" y="1093828"/>
                </a:cubicBezTo>
                <a:cubicBezTo>
                  <a:pt x="-10260" y="1052766"/>
                  <a:pt x="-10260" y="984331"/>
                  <a:pt x="30781" y="943270"/>
                </a:cubicBezTo>
                <a:cubicBezTo>
                  <a:pt x="942806" y="30796"/>
                  <a:pt x="942806" y="30796"/>
                  <a:pt x="942806" y="30796"/>
                </a:cubicBezTo>
                <a:cubicBezTo>
                  <a:pt x="963327" y="10266"/>
                  <a:pt x="990687" y="0"/>
                  <a:pt x="1018048" y="0"/>
                </a:cubicBezTo>
                <a:close/>
              </a:path>
            </a:pathLst>
          </a:custGeom>
          <a:blipFill>
            <a:blip r:embed="rId7"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p:spPr>
      </p:pic>
    </p:spTree>
    <p:extLst>
      <p:ext uri="{BB962C8B-B14F-4D97-AF65-F5344CB8AC3E}">
        <p14:creationId xmlns:p14="http://schemas.microsoft.com/office/powerpoint/2010/main" val="4100202063"/>
      </p:ext>
    </p:extLst>
  </p:cSld>
  <p:clrMapOvr>
    <a:masterClrMapping/>
  </p:clrMapOvr>
  <p:transition>
    <p:fade thruBlk="1"/>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you">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E13265C-6E2A-DB36-3B4B-B3AFC72B1EF1}"/>
              </a:ext>
            </a:extLst>
          </p:cNvPr>
          <p:cNvSpPr/>
          <p:nvPr userDrawn="1"/>
        </p:nvSpPr>
        <p:spPr bwMode="auto">
          <a:xfrm>
            <a:off x="0" y="6236320"/>
            <a:ext cx="6641679" cy="621680"/>
          </a:xfrm>
          <a:prstGeom prst="rect">
            <a:avLst/>
          </a:prstGeom>
          <a:solidFill>
            <a:schemeClr val="bg1"/>
          </a:solidFill>
          <a:ln w="9525" cap="flat" cmpd="sng" algn="ctr">
            <a:no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indent="0" algn="l" defTabSz="914217"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0B743FA8-AF15-3425-F15A-2061154EABAF}"/>
              </a:ext>
            </a:extLst>
          </p:cNvPr>
          <p:cNvSpPr/>
          <p:nvPr userDrawn="1"/>
        </p:nvSpPr>
        <p:spPr bwMode="auto">
          <a:xfrm>
            <a:off x="11570095" y="6236320"/>
            <a:ext cx="621905" cy="621680"/>
          </a:xfrm>
          <a:prstGeom prst="rect">
            <a:avLst/>
          </a:prstGeom>
          <a:solidFill>
            <a:schemeClr val="bg1"/>
          </a:solidFill>
          <a:ln w="9525" cap="flat" cmpd="sng" algn="ctr">
            <a:no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indent="0" algn="l" defTabSz="914217"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CCABBECA-C98E-F87D-58F3-B574B908B93F}"/>
              </a:ext>
            </a:extLst>
          </p:cNvPr>
          <p:cNvGrpSpPr/>
          <p:nvPr userDrawn="1"/>
        </p:nvGrpSpPr>
        <p:grpSpPr>
          <a:xfrm>
            <a:off x="336449" y="2612569"/>
            <a:ext cx="6067928" cy="1630768"/>
            <a:chOff x="329560" y="399087"/>
            <a:chExt cx="4211616" cy="1630768"/>
          </a:xfrm>
        </p:grpSpPr>
        <p:sp>
          <p:nvSpPr>
            <p:cNvPr id="22" name="TextBox 21">
              <a:extLst>
                <a:ext uri="{FF2B5EF4-FFF2-40B4-BE49-F238E27FC236}">
                  <a16:creationId xmlns:a16="http://schemas.microsoft.com/office/drawing/2014/main" id="{FD1821C5-F6B8-347B-57E3-A9F3B621B174}"/>
                </a:ext>
              </a:extLst>
            </p:cNvPr>
            <p:cNvSpPr txBox="1"/>
            <p:nvPr userDrawn="1"/>
          </p:nvSpPr>
          <p:spPr>
            <a:xfrm>
              <a:off x="329560" y="399087"/>
              <a:ext cx="4211616" cy="1230658"/>
            </a:xfrm>
            <a:prstGeom prst="rect">
              <a:avLst/>
            </a:prstGeom>
            <a:noFill/>
          </p:spPr>
          <p:txBody>
            <a:bodyPr wrap="square" lIns="0" tIns="0" rIns="0" bIns="0" rtlCol="0">
              <a:spAutoFit/>
            </a:bodyPr>
            <a:lstStyle/>
            <a:p>
              <a:pPr marL="0" marR="0" indent="0" algn="l" defTabSz="914126" rtl="0" eaLnBrk="1" fontAlgn="auto" latinLnBrk="0" hangingPunct="1">
                <a:lnSpc>
                  <a:spcPct val="100000"/>
                </a:lnSpc>
                <a:spcBef>
                  <a:spcPts val="0"/>
                </a:spcBef>
                <a:spcAft>
                  <a:spcPts val="0"/>
                </a:spcAft>
                <a:buClrTx/>
                <a:buSzTx/>
                <a:buFontTx/>
                <a:buNone/>
                <a:tabLst/>
                <a:defRPr/>
              </a:pPr>
              <a:r>
                <a:rPr lang="en-US" sz="7997" b="0" kern="1200">
                  <a:solidFill>
                    <a:schemeClr val="accent1"/>
                  </a:solidFill>
                  <a:latin typeface="Poppins" pitchFamily="2" charset="77"/>
                  <a:ea typeface="+mn-ea"/>
                  <a:cs typeface="Poppins" pitchFamily="2" charset="77"/>
                </a:rPr>
                <a:t>Thank You</a:t>
              </a:r>
            </a:p>
          </p:txBody>
        </p:sp>
        <p:sp>
          <p:nvSpPr>
            <p:cNvPr id="23" name="Rectangle 22">
              <a:extLst>
                <a:ext uri="{FF2B5EF4-FFF2-40B4-BE49-F238E27FC236}">
                  <a16:creationId xmlns:a16="http://schemas.microsoft.com/office/drawing/2014/main" id="{0C652347-6FF4-41FF-83D7-533CB6A912DE}"/>
                </a:ext>
              </a:extLst>
            </p:cNvPr>
            <p:cNvSpPr/>
            <p:nvPr userDrawn="1"/>
          </p:nvSpPr>
          <p:spPr>
            <a:xfrm>
              <a:off x="1862746" y="1629745"/>
              <a:ext cx="2100027" cy="400110"/>
            </a:xfrm>
            <a:prstGeom prst="rect">
              <a:avLst/>
            </a:prstGeom>
          </p:spPr>
          <p:txBody>
            <a:bodyPr wrap="none">
              <a:spAutoFit/>
            </a:bodyPr>
            <a:lstStyle/>
            <a:p>
              <a:pPr algn="r"/>
              <a:r>
                <a:rPr lang="en-US" sz="2000" spc="110" baseline="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www.techmahindra.com</a:t>
              </a:r>
            </a:p>
          </p:txBody>
        </p:sp>
      </p:grpSp>
      <p:sp>
        <p:nvSpPr>
          <p:cNvPr id="24" name="Text Box 16">
            <a:extLst>
              <a:ext uri="{FF2B5EF4-FFF2-40B4-BE49-F238E27FC236}">
                <a16:creationId xmlns:a16="http://schemas.microsoft.com/office/drawing/2014/main" id="{85C52390-947C-3E6F-D962-4AA6D669E749}"/>
              </a:ext>
            </a:extLst>
          </p:cNvPr>
          <p:cNvSpPr txBox="1">
            <a:spLocks noChangeArrowheads="1"/>
          </p:cNvSpPr>
          <p:nvPr userDrawn="1"/>
        </p:nvSpPr>
        <p:spPr bwMode="auto">
          <a:xfrm>
            <a:off x="168302" y="5345563"/>
            <a:ext cx="7989287" cy="1169551"/>
          </a:xfrm>
          <a:prstGeom prst="rect">
            <a:avLst/>
          </a:prstGeom>
          <a:noFill/>
          <a:ln w="9525">
            <a:noFill/>
            <a:miter lim="800000"/>
            <a:headEnd/>
            <a:tailEnd/>
          </a:ln>
          <a:effectLst/>
        </p:spPr>
        <p:txBody>
          <a:bodyPr wrap="square" lIns="0" tIns="0" rIns="0" bIns="0" anchor="b">
            <a:spAutoFit/>
          </a:bodyPr>
          <a:lstStyle/>
          <a:p>
            <a:pPr algn="just" fontAlgn="auto">
              <a:spcBef>
                <a:spcPts val="600"/>
              </a:spcBef>
              <a:spcAft>
                <a:spcPts val="0"/>
              </a:spcAft>
              <a:defRPr/>
            </a:pPr>
            <a:r>
              <a:rPr lang="en-US" sz="800" b="1">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Disclaimer </a:t>
            </a:r>
          </a:p>
          <a:p>
            <a:pPr algn="just">
              <a:spcBef>
                <a:spcPts val="600"/>
              </a:spcBef>
              <a:spcAft>
                <a:spcPts val="0"/>
              </a:spcAft>
            </a:pPr>
            <a:r>
              <a:rPr lang="en-GB" sz="7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The information is to be treated as Tech Mahindra Confidential Information. TechM provides a wide array of presentations and reports, with the contributions of various professionals. These presentations and reports may be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endParaRPr lang="en-US" sz="7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Graphic 2">
            <a:extLst>
              <a:ext uri="{FF2B5EF4-FFF2-40B4-BE49-F238E27FC236}">
                <a16:creationId xmlns:a16="http://schemas.microsoft.com/office/drawing/2014/main" id="{D6B5890C-D37B-EA8D-3753-76EF56BCD41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55575" y="219230"/>
            <a:ext cx="1964590" cy="495275"/>
          </a:xfrm>
          <a:prstGeom prst="rect">
            <a:avLst/>
          </a:prstGeom>
        </p:spPr>
      </p:pic>
      <p:sp>
        <p:nvSpPr>
          <p:cNvPr id="39" name="Freeform: Shape 38">
            <a:extLst>
              <a:ext uri="{FF2B5EF4-FFF2-40B4-BE49-F238E27FC236}">
                <a16:creationId xmlns:a16="http://schemas.microsoft.com/office/drawing/2014/main" id="{9C96A61B-2AD6-9E73-CF17-6B99C387AB45}"/>
              </a:ext>
            </a:extLst>
          </p:cNvPr>
          <p:cNvSpPr>
            <a:spLocks/>
          </p:cNvSpPr>
          <p:nvPr userDrawn="1"/>
        </p:nvSpPr>
        <p:spPr bwMode="auto">
          <a:xfrm>
            <a:off x="10216575" y="3989353"/>
            <a:ext cx="1975424" cy="2578296"/>
          </a:xfrm>
          <a:custGeom>
            <a:avLst/>
            <a:gdLst>
              <a:gd name="connsiteX0" fmla="*/ 429590 w 1975167"/>
              <a:gd name="connsiteY0" fmla="*/ 0 h 2578893"/>
              <a:gd name="connsiteX1" fmla="*/ 732695 w 1975167"/>
              <a:gd name="connsiteY1" fmla="*/ 123110 h 2578893"/>
              <a:gd name="connsiteX2" fmla="*/ 1950562 w 1975167"/>
              <a:gd name="connsiteY2" fmla="*/ 1341417 h 2578893"/>
              <a:gd name="connsiteX3" fmla="*/ 1975167 w 1975167"/>
              <a:gd name="connsiteY3" fmla="*/ 1366031 h 2578893"/>
              <a:gd name="connsiteX4" fmla="*/ 1975167 w 1975167"/>
              <a:gd name="connsiteY4" fmla="*/ 2578893 h 2578893"/>
              <a:gd name="connsiteX5" fmla="*/ 1887634 w 1975167"/>
              <a:gd name="connsiteY5" fmla="*/ 2491328 h 2578893"/>
              <a:gd name="connsiteX6" fmla="*/ 126484 w 1975167"/>
              <a:gd name="connsiteY6" fmla="*/ 729541 h 2578893"/>
              <a:gd name="connsiteX7" fmla="*/ 126484 w 1975167"/>
              <a:gd name="connsiteY7" fmla="*/ 123110 h 2578893"/>
              <a:gd name="connsiteX8" fmla="*/ 429590 w 1975167"/>
              <a:gd name="connsiteY8" fmla="*/ 0 h 2578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5167" h="2578893">
                <a:moveTo>
                  <a:pt x="429590" y="0"/>
                </a:moveTo>
                <a:cubicBezTo>
                  <a:pt x="538981" y="0"/>
                  <a:pt x="648373" y="41037"/>
                  <a:pt x="732695" y="123110"/>
                </a:cubicBezTo>
                <a:cubicBezTo>
                  <a:pt x="1277516" y="668128"/>
                  <a:pt x="1669106" y="1059860"/>
                  <a:pt x="1950562" y="1341417"/>
                </a:cubicBezTo>
                <a:lnTo>
                  <a:pt x="1975167" y="1366031"/>
                </a:lnTo>
                <a:lnTo>
                  <a:pt x="1975167" y="2578893"/>
                </a:lnTo>
                <a:lnTo>
                  <a:pt x="1887634" y="2491328"/>
                </a:lnTo>
                <a:cubicBezTo>
                  <a:pt x="126484" y="729541"/>
                  <a:pt x="126484" y="729541"/>
                  <a:pt x="126484" y="729541"/>
                </a:cubicBezTo>
                <a:cubicBezTo>
                  <a:pt x="-42161" y="565394"/>
                  <a:pt x="-42161" y="291816"/>
                  <a:pt x="126484" y="123110"/>
                </a:cubicBezTo>
                <a:cubicBezTo>
                  <a:pt x="210807" y="41037"/>
                  <a:pt x="320198" y="0"/>
                  <a:pt x="429590" y="0"/>
                </a:cubicBezTo>
                <a:close/>
              </a:path>
            </a:pathLst>
          </a:custGeom>
          <a:solidFill>
            <a:schemeClr val="accent1"/>
          </a:solidFill>
          <a:ln>
            <a:noFill/>
          </a:ln>
        </p:spPr>
        <p:txBody>
          <a:bodyPr vert="horz" wrap="square" lIns="91419" tIns="45709" rIns="91419" bIns="45709" numCol="1" anchor="t" anchorCtr="0" compatLnSpc="1">
            <a:prstTxWarp prst="textNoShape">
              <a:avLst/>
            </a:prstTxWarp>
            <a:noAutofit/>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6" name="Freeform 6">
            <a:extLst>
              <a:ext uri="{FF2B5EF4-FFF2-40B4-BE49-F238E27FC236}">
                <a16:creationId xmlns:a16="http://schemas.microsoft.com/office/drawing/2014/main" id="{12C0563D-898A-A940-A6F6-9ED12EE35250}"/>
              </a:ext>
            </a:extLst>
          </p:cNvPr>
          <p:cNvSpPr>
            <a:spLocks/>
          </p:cNvSpPr>
          <p:nvPr userDrawn="1"/>
        </p:nvSpPr>
        <p:spPr bwMode="auto">
          <a:xfrm>
            <a:off x="6855307" y="267484"/>
            <a:ext cx="2485515" cy="2430143"/>
          </a:xfrm>
          <a:custGeom>
            <a:avLst/>
            <a:gdLst>
              <a:gd name="T0" fmla="*/ 148 w 545"/>
              <a:gd name="T1" fmla="*/ 32 h 533"/>
              <a:gd name="T2" fmla="*/ 32 w 545"/>
              <a:gd name="T3" fmla="*/ 32 h 533"/>
              <a:gd name="T4" fmla="*/ 32 w 545"/>
              <a:gd name="T5" fmla="*/ 32 h 533"/>
              <a:gd name="T6" fmla="*/ 32 w 545"/>
              <a:gd name="T7" fmla="*/ 148 h 533"/>
              <a:gd name="T8" fmla="*/ 418 w 545"/>
              <a:gd name="T9" fmla="*/ 533 h 533"/>
              <a:gd name="T10" fmla="*/ 545 w 545"/>
              <a:gd name="T11" fmla="*/ 428 h 533"/>
              <a:gd name="T12" fmla="*/ 148 w 545"/>
              <a:gd name="T13" fmla="*/ 32 h 533"/>
            </a:gdLst>
            <a:ahLst/>
            <a:cxnLst>
              <a:cxn ang="0">
                <a:pos x="T0" y="T1"/>
              </a:cxn>
              <a:cxn ang="0">
                <a:pos x="T2" y="T3"/>
              </a:cxn>
              <a:cxn ang="0">
                <a:pos x="T4" y="T5"/>
              </a:cxn>
              <a:cxn ang="0">
                <a:pos x="T6" y="T7"/>
              </a:cxn>
              <a:cxn ang="0">
                <a:pos x="T8" y="T9"/>
              </a:cxn>
              <a:cxn ang="0">
                <a:pos x="T10" y="T11"/>
              </a:cxn>
              <a:cxn ang="0">
                <a:pos x="T12" y="T13"/>
              </a:cxn>
            </a:cxnLst>
            <a:rect l="0" t="0" r="r" b="b"/>
            <a:pathLst>
              <a:path w="545" h="533">
                <a:moveTo>
                  <a:pt x="148" y="32"/>
                </a:moveTo>
                <a:cubicBezTo>
                  <a:pt x="116" y="0"/>
                  <a:pt x="64" y="0"/>
                  <a:pt x="32" y="32"/>
                </a:cubicBezTo>
                <a:cubicBezTo>
                  <a:pt x="32" y="32"/>
                  <a:pt x="32" y="32"/>
                  <a:pt x="32" y="32"/>
                </a:cubicBezTo>
                <a:cubicBezTo>
                  <a:pt x="0" y="64"/>
                  <a:pt x="0" y="116"/>
                  <a:pt x="32" y="148"/>
                </a:cubicBezTo>
                <a:cubicBezTo>
                  <a:pt x="418" y="533"/>
                  <a:pt x="418" y="533"/>
                  <a:pt x="418" y="533"/>
                </a:cubicBezTo>
                <a:cubicBezTo>
                  <a:pt x="462" y="501"/>
                  <a:pt x="504" y="465"/>
                  <a:pt x="545" y="428"/>
                </a:cubicBezTo>
                <a:lnTo>
                  <a:pt x="148" y="32"/>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7" name="Freeform 7">
            <a:extLst>
              <a:ext uri="{FF2B5EF4-FFF2-40B4-BE49-F238E27FC236}">
                <a16:creationId xmlns:a16="http://schemas.microsoft.com/office/drawing/2014/main" id="{59A30B7E-6B02-DA81-4359-D3D5E7838CE4}"/>
              </a:ext>
            </a:extLst>
          </p:cNvPr>
          <p:cNvSpPr>
            <a:spLocks/>
          </p:cNvSpPr>
          <p:nvPr userDrawn="1"/>
        </p:nvSpPr>
        <p:spPr bwMode="auto">
          <a:xfrm>
            <a:off x="8687321" y="3974683"/>
            <a:ext cx="2882774" cy="2881732"/>
          </a:xfrm>
          <a:custGeom>
            <a:avLst/>
            <a:gdLst>
              <a:gd name="T0" fmla="*/ 462 w 632"/>
              <a:gd name="T1" fmla="*/ 595 h 632"/>
              <a:gd name="T2" fmla="*/ 37 w 632"/>
              <a:gd name="T3" fmla="*/ 170 h 632"/>
              <a:gd name="T4" fmla="*/ 37 w 632"/>
              <a:gd name="T5" fmla="*/ 37 h 632"/>
              <a:gd name="T6" fmla="*/ 37 w 632"/>
              <a:gd name="T7" fmla="*/ 37 h 632"/>
              <a:gd name="T8" fmla="*/ 170 w 632"/>
              <a:gd name="T9" fmla="*/ 37 h 632"/>
              <a:gd name="T10" fmla="*/ 595 w 632"/>
              <a:gd name="T11" fmla="*/ 462 h 632"/>
              <a:gd name="T12" fmla="*/ 595 w 632"/>
              <a:gd name="T13" fmla="*/ 595 h 632"/>
              <a:gd name="T14" fmla="*/ 595 w 632"/>
              <a:gd name="T15" fmla="*/ 595 h 632"/>
              <a:gd name="T16" fmla="*/ 462 w 632"/>
              <a:gd name="T17" fmla="*/ 595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2" h="632">
                <a:moveTo>
                  <a:pt x="462" y="595"/>
                </a:moveTo>
                <a:cubicBezTo>
                  <a:pt x="37" y="170"/>
                  <a:pt x="37" y="170"/>
                  <a:pt x="37" y="170"/>
                </a:cubicBezTo>
                <a:cubicBezTo>
                  <a:pt x="0" y="133"/>
                  <a:pt x="0" y="74"/>
                  <a:pt x="37" y="37"/>
                </a:cubicBezTo>
                <a:cubicBezTo>
                  <a:pt x="37" y="37"/>
                  <a:pt x="37" y="37"/>
                  <a:pt x="37" y="37"/>
                </a:cubicBezTo>
                <a:cubicBezTo>
                  <a:pt x="73" y="0"/>
                  <a:pt x="133" y="0"/>
                  <a:pt x="170" y="37"/>
                </a:cubicBezTo>
                <a:cubicBezTo>
                  <a:pt x="595" y="462"/>
                  <a:pt x="595" y="462"/>
                  <a:pt x="595" y="462"/>
                </a:cubicBezTo>
                <a:cubicBezTo>
                  <a:pt x="632" y="499"/>
                  <a:pt x="632" y="558"/>
                  <a:pt x="595" y="595"/>
                </a:cubicBezTo>
                <a:cubicBezTo>
                  <a:pt x="595" y="595"/>
                  <a:pt x="595" y="595"/>
                  <a:pt x="595" y="595"/>
                </a:cubicBezTo>
                <a:cubicBezTo>
                  <a:pt x="558" y="632"/>
                  <a:pt x="499" y="632"/>
                  <a:pt x="462" y="59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8" name="Freeform 8">
            <a:extLst>
              <a:ext uri="{FF2B5EF4-FFF2-40B4-BE49-F238E27FC236}">
                <a16:creationId xmlns:a16="http://schemas.microsoft.com/office/drawing/2014/main" id="{B46D37E2-5013-9024-9F0F-CDE9C545871C}"/>
              </a:ext>
            </a:extLst>
          </p:cNvPr>
          <p:cNvSpPr>
            <a:spLocks/>
          </p:cNvSpPr>
          <p:nvPr userDrawn="1"/>
        </p:nvSpPr>
        <p:spPr bwMode="auto">
          <a:xfrm>
            <a:off x="6463323" y="2452988"/>
            <a:ext cx="2322039" cy="2319442"/>
          </a:xfrm>
          <a:custGeom>
            <a:avLst/>
            <a:gdLst>
              <a:gd name="T0" fmla="*/ 480 w 509"/>
              <a:gd name="T1" fmla="*/ 135 h 509"/>
              <a:gd name="T2" fmla="*/ 135 w 509"/>
              <a:gd name="T3" fmla="*/ 480 h 509"/>
              <a:gd name="T4" fmla="*/ 29 w 509"/>
              <a:gd name="T5" fmla="*/ 480 h 509"/>
              <a:gd name="T6" fmla="*/ 29 w 509"/>
              <a:gd name="T7" fmla="*/ 480 h 509"/>
              <a:gd name="T8" fmla="*/ 29 w 509"/>
              <a:gd name="T9" fmla="*/ 374 h 509"/>
              <a:gd name="T10" fmla="*/ 374 w 509"/>
              <a:gd name="T11" fmla="*/ 29 h 509"/>
              <a:gd name="T12" fmla="*/ 480 w 509"/>
              <a:gd name="T13" fmla="*/ 29 h 509"/>
              <a:gd name="T14" fmla="*/ 480 w 509"/>
              <a:gd name="T15" fmla="*/ 29 h 509"/>
              <a:gd name="T16" fmla="*/ 480 w 509"/>
              <a:gd name="T17" fmla="*/ 135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9" h="509">
                <a:moveTo>
                  <a:pt x="480" y="135"/>
                </a:moveTo>
                <a:cubicBezTo>
                  <a:pt x="135" y="480"/>
                  <a:pt x="135" y="480"/>
                  <a:pt x="135" y="480"/>
                </a:cubicBezTo>
                <a:cubicBezTo>
                  <a:pt x="106" y="509"/>
                  <a:pt x="59" y="509"/>
                  <a:pt x="29" y="480"/>
                </a:cubicBezTo>
                <a:cubicBezTo>
                  <a:pt x="29" y="480"/>
                  <a:pt x="29" y="480"/>
                  <a:pt x="29" y="480"/>
                </a:cubicBezTo>
                <a:cubicBezTo>
                  <a:pt x="0" y="451"/>
                  <a:pt x="0" y="403"/>
                  <a:pt x="29" y="374"/>
                </a:cubicBezTo>
                <a:cubicBezTo>
                  <a:pt x="374" y="29"/>
                  <a:pt x="374" y="29"/>
                  <a:pt x="374" y="29"/>
                </a:cubicBezTo>
                <a:cubicBezTo>
                  <a:pt x="403" y="0"/>
                  <a:pt x="451" y="0"/>
                  <a:pt x="480" y="29"/>
                </a:cubicBezTo>
                <a:cubicBezTo>
                  <a:pt x="480" y="29"/>
                  <a:pt x="480" y="29"/>
                  <a:pt x="480" y="29"/>
                </a:cubicBezTo>
                <a:cubicBezTo>
                  <a:pt x="509" y="58"/>
                  <a:pt x="509" y="106"/>
                  <a:pt x="48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29" name="Freeform 9">
            <a:extLst>
              <a:ext uri="{FF2B5EF4-FFF2-40B4-BE49-F238E27FC236}">
                <a16:creationId xmlns:a16="http://schemas.microsoft.com/office/drawing/2014/main" id="{F95B3733-0D99-F48D-596F-8D45C401EE57}"/>
              </a:ext>
            </a:extLst>
          </p:cNvPr>
          <p:cNvSpPr>
            <a:spLocks/>
          </p:cNvSpPr>
          <p:nvPr userDrawn="1"/>
        </p:nvSpPr>
        <p:spPr bwMode="auto">
          <a:xfrm>
            <a:off x="6641679" y="1847252"/>
            <a:ext cx="1592558" cy="1595496"/>
          </a:xfrm>
          <a:custGeom>
            <a:avLst/>
            <a:gdLst>
              <a:gd name="T0" fmla="*/ 320 w 349"/>
              <a:gd name="T1" fmla="*/ 135 h 350"/>
              <a:gd name="T2" fmla="*/ 135 w 349"/>
              <a:gd name="T3" fmla="*/ 320 h 350"/>
              <a:gd name="T4" fmla="*/ 29 w 349"/>
              <a:gd name="T5" fmla="*/ 320 h 350"/>
              <a:gd name="T6" fmla="*/ 29 w 349"/>
              <a:gd name="T7" fmla="*/ 320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0"/>
                  <a:pt x="135" y="320"/>
                  <a:pt x="135" y="320"/>
                </a:cubicBezTo>
                <a:cubicBezTo>
                  <a:pt x="105" y="350"/>
                  <a:pt x="58" y="350"/>
                  <a:pt x="29" y="320"/>
                </a:cubicBezTo>
                <a:cubicBezTo>
                  <a:pt x="29" y="320"/>
                  <a:pt x="29" y="320"/>
                  <a:pt x="29" y="320"/>
                </a:cubicBezTo>
                <a:cubicBezTo>
                  <a:pt x="0" y="291"/>
                  <a:pt x="0" y="244"/>
                  <a:pt x="29" y="215"/>
                </a:cubicBezTo>
                <a:cubicBezTo>
                  <a:pt x="214" y="29"/>
                  <a:pt x="214" y="29"/>
                  <a:pt x="214" y="29"/>
                </a:cubicBezTo>
                <a:cubicBezTo>
                  <a:pt x="244" y="0"/>
                  <a:pt x="291" y="0"/>
                  <a:pt x="320" y="29"/>
                </a:cubicBezTo>
                <a:cubicBezTo>
                  <a:pt x="320" y="29"/>
                  <a:pt x="320" y="29"/>
                  <a:pt x="320" y="29"/>
                </a:cubicBezTo>
                <a:cubicBezTo>
                  <a:pt x="349" y="58"/>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30" name="Freeform 10">
            <a:extLst>
              <a:ext uri="{FF2B5EF4-FFF2-40B4-BE49-F238E27FC236}">
                <a16:creationId xmlns:a16="http://schemas.microsoft.com/office/drawing/2014/main" id="{7C5E11A6-97AB-39D7-F9D0-969D473CB1A4}"/>
              </a:ext>
            </a:extLst>
          </p:cNvPr>
          <p:cNvSpPr>
            <a:spLocks/>
          </p:cNvSpPr>
          <p:nvPr userDrawn="1"/>
        </p:nvSpPr>
        <p:spPr bwMode="auto">
          <a:xfrm>
            <a:off x="8286544" y="3907911"/>
            <a:ext cx="1590799" cy="1595496"/>
          </a:xfrm>
          <a:custGeom>
            <a:avLst/>
            <a:gdLst>
              <a:gd name="T0" fmla="*/ 320 w 349"/>
              <a:gd name="T1" fmla="*/ 135 h 350"/>
              <a:gd name="T2" fmla="*/ 135 w 349"/>
              <a:gd name="T3" fmla="*/ 321 h 350"/>
              <a:gd name="T4" fmla="*/ 29 w 349"/>
              <a:gd name="T5" fmla="*/ 321 h 350"/>
              <a:gd name="T6" fmla="*/ 29 w 349"/>
              <a:gd name="T7" fmla="*/ 321 h 350"/>
              <a:gd name="T8" fmla="*/ 29 w 349"/>
              <a:gd name="T9" fmla="*/ 215 h 350"/>
              <a:gd name="T10" fmla="*/ 214 w 349"/>
              <a:gd name="T11" fmla="*/ 29 h 350"/>
              <a:gd name="T12" fmla="*/ 320 w 349"/>
              <a:gd name="T13" fmla="*/ 29 h 350"/>
              <a:gd name="T14" fmla="*/ 320 w 349"/>
              <a:gd name="T15" fmla="*/ 29 h 350"/>
              <a:gd name="T16" fmla="*/ 320 w 349"/>
              <a:gd name="T17" fmla="*/ 13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 h="350">
                <a:moveTo>
                  <a:pt x="320" y="135"/>
                </a:moveTo>
                <a:cubicBezTo>
                  <a:pt x="135" y="321"/>
                  <a:pt x="135" y="321"/>
                  <a:pt x="135" y="321"/>
                </a:cubicBezTo>
                <a:cubicBezTo>
                  <a:pt x="105" y="350"/>
                  <a:pt x="58" y="350"/>
                  <a:pt x="29" y="321"/>
                </a:cubicBezTo>
                <a:cubicBezTo>
                  <a:pt x="29" y="321"/>
                  <a:pt x="29" y="321"/>
                  <a:pt x="29" y="321"/>
                </a:cubicBezTo>
                <a:cubicBezTo>
                  <a:pt x="0" y="292"/>
                  <a:pt x="0" y="244"/>
                  <a:pt x="29" y="215"/>
                </a:cubicBezTo>
                <a:cubicBezTo>
                  <a:pt x="214" y="29"/>
                  <a:pt x="214" y="29"/>
                  <a:pt x="214" y="29"/>
                </a:cubicBezTo>
                <a:cubicBezTo>
                  <a:pt x="243" y="0"/>
                  <a:pt x="291" y="0"/>
                  <a:pt x="320" y="29"/>
                </a:cubicBezTo>
                <a:cubicBezTo>
                  <a:pt x="320" y="29"/>
                  <a:pt x="320" y="29"/>
                  <a:pt x="320" y="29"/>
                </a:cubicBezTo>
                <a:cubicBezTo>
                  <a:pt x="349" y="59"/>
                  <a:pt x="349" y="106"/>
                  <a:pt x="320" y="135"/>
                </a:cubicBez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sp>
        <p:nvSpPr>
          <p:cNvPr id="31" name="Freeform 11">
            <a:extLst>
              <a:ext uri="{FF2B5EF4-FFF2-40B4-BE49-F238E27FC236}">
                <a16:creationId xmlns:a16="http://schemas.microsoft.com/office/drawing/2014/main" id="{084B2875-C38D-6897-B700-69E38180D7B8}"/>
              </a:ext>
            </a:extLst>
          </p:cNvPr>
          <p:cNvSpPr>
            <a:spLocks/>
          </p:cNvSpPr>
          <p:nvPr userDrawn="1"/>
        </p:nvSpPr>
        <p:spPr bwMode="auto">
          <a:xfrm>
            <a:off x="9859765" y="0"/>
            <a:ext cx="2329071" cy="4754857"/>
          </a:xfrm>
          <a:custGeom>
            <a:avLst/>
            <a:gdLst>
              <a:gd name="T0" fmla="*/ 510 w 511"/>
              <a:gd name="T1" fmla="*/ 0 h 1043"/>
              <a:gd name="T2" fmla="*/ 13 w 511"/>
              <a:gd name="T3" fmla="*/ 497 h 1043"/>
              <a:gd name="T4" fmla="*/ 13 w 511"/>
              <a:gd name="T5" fmla="*/ 545 h 1043"/>
              <a:gd name="T6" fmla="*/ 511 w 511"/>
              <a:gd name="T7" fmla="*/ 1043 h 1043"/>
              <a:gd name="T8" fmla="*/ 510 w 511"/>
              <a:gd name="T9" fmla="*/ 0 h 1043"/>
            </a:gdLst>
            <a:ahLst/>
            <a:cxnLst>
              <a:cxn ang="0">
                <a:pos x="T0" y="T1"/>
              </a:cxn>
              <a:cxn ang="0">
                <a:pos x="T2" y="T3"/>
              </a:cxn>
              <a:cxn ang="0">
                <a:pos x="T4" y="T5"/>
              </a:cxn>
              <a:cxn ang="0">
                <a:pos x="T6" y="T7"/>
              </a:cxn>
              <a:cxn ang="0">
                <a:pos x="T8" y="T9"/>
              </a:cxn>
            </a:cxnLst>
            <a:rect l="0" t="0" r="r" b="b"/>
            <a:pathLst>
              <a:path w="511" h="1043">
                <a:moveTo>
                  <a:pt x="510" y="0"/>
                </a:moveTo>
                <a:cubicBezTo>
                  <a:pt x="13" y="497"/>
                  <a:pt x="13" y="497"/>
                  <a:pt x="13" y="497"/>
                </a:cubicBezTo>
                <a:cubicBezTo>
                  <a:pt x="0" y="510"/>
                  <a:pt x="0" y="532"/>
                  <a:pt x="13" y="545"/>
                </a:cubicBezTo>
                <a:cubicBezTo>
                  <a:pt x="511" y="1043"/>
                  <a:pt x="511" y="1043"/>
                  <a:pt x="511" y="1043"/>
                </a:cubicBezTo>
                <a:lnTo>
                  <a:pt x="510" y="0"/>
                </a:lnTo>
                <a:close/>
              </a:path>
            </a:pathLst>
          </a:custGeom>
          <a:solidFill>
            <a:schemeClr val="accent1"/>
          </a:solidFill>
          <a:ln>
            <a:noFill/>
          </a:ln>
        </p:spPr>
        <p:txBody>
          <a:bodyPr vert="horz" wrap="square" lIns="91419" tIns="45709" rIns="91419" bIns="45709" numCol="1" anchor="t" anchorCtr="0" compatLnSpc="1">
            <a:prstTxWarp prst="textNoShape">
              <a:avLst/>
            </a:prstTxWarp>
          </a:bodyPr>
          <a:lstStyle/>
          <a:p>
            <a:pPr marL="0" marR="0" lvl="0" indent="0" defTabSz="4571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ea"/>
              <a:sym typeface="+mn-lt"/>
            </a:endParaRPr>
          </a:p>
        </p:txBody>
      </p:sp>
      <p:pic>
        <p:nvPicPr>
          <p:cNvPr id="5" name="Picture 4" descr="Business Analytics Images - Free Download on Freepik">
            <a:extLst>
              <a:ext uri="{FF2B5EF4-FFF2-40B4-BE49-F238E27FC236}">
                <a16:creationId xmlns:a16="http://schemas.microsoft.com/office/drawing/2014/main" id="{B0A9D4CB-952C-96B8-157C-17E2435540EF}"/>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6874863" y="1053895"/>
            <a:ext cx="2642531" cy="2641575"/>
          </a:xfrm>
          <a:custGeom>
            <a:avLst/>
            <a:gdLst>
              <a:gd name="connsiteX0" fmla="*/ 1322976 w 2642531"/>
              <a:gd name="connsiteY0" fmla="*/ 0 h 2641575"/>
              <a:gd name="connsiteX1" fmla="*/ 1398786 w 2642531"/>
              <a:gd name="connsiteY1" fmla="*/ 30769 h 2641575"/>
              <a:gd name="connsiteX2" fmla="*/ 2611751 w 2642531"/>
              <a:gd name="connsiteY2" fmla="*/ 1247854 h 2641575"/>
              <a:gd name="connsiteX3" fmla="*/ 2611751 w 2642531"/>
              <a:gd name="connsiteY3" fmla="*/ 1398280 h 2641575"/>
              <a:gd name="connsiteX4" fmla="*/ 1398786 w 2642531"/>
              <a:gd name="connsiteY4" fmla="*/ 2610807 h 2641575"/>
              <a:gd name="connsiteX5" fmla="*/ 1243745 w 2642531"/>
              <a:gd name="connsiteY5" fmla="*/ 2610807 h 2641575"/>
              <a:gd name="connsiteX6" fmla="*/ 30780 w 2642531"/>
              <a:gd name="connsiteY6" fmla="*/ 1398280 h 2641575"/>
              <a:gd name="connsiteX7" fmla="*/ 30780 w 2642531"/>
              <a:gd name="connsiteY7" fmla="*/ 1247854 h 2641575"/>
              <a:gd name="connsiteX8" fmla="*/ 1243745 w 2642531"/>
              <a:gd name="connsiteY8" fmla="*/ 30769 h 2641575"/>
              <a:gd name="connsiteX9" fmla="*/ 1322976 w 2642531"/>
              <a:gd name="connsiteY9" fmla="*/ 0 h 264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42531" h="2641575">
                <a:moveTo>
                  <a:pt x="1322976" y="0"/>
                </a:moveTo>
                <a:cubicBezTo>
                  <a:pt x="1350906" y="0"/>
                  <a:pt x="1378266" y="10257"/>
                  <a:pt x="1398786" y="30769"/>
                </a:cubicBezTo>
                <a:cubicBezTo>
                  <a:pt x="2611751" y="1247854"/>
                  <a:pt x="2611751" y="1247854"/>
                  <a:pt x="2611751" y="1247854"/>
                </a:cubicBezTo>
                <a:cubicBezTo>
                  <a:pt x="2652791" y="1288880"/>
                  <a:pt x="2652791" y="1357255"/>
                  <a:pt x="2611751" y="1398280"/>
                </a:cubicBezTo>
                <a:cubicBezTo>
                  <a:pt x="1398786" y="2610807"/>
                  <a:pt x="1398786" y="2610807"/>
                  <a:pt x="1398786" y="2610807"/>
                </a:cubicBezTo>
                <a:cubicBezTo>
                  <a:pt x="1357746" y="2651832"/>
                  <a:pt x="1289345" y="2651832"/>
                  <a:pt x="1243745" y="2610807"/>
                </a:cubicBezTo>
                <a:cubicBezTo>
                  <a:pt x="30780" y="1398280"/>
                  <a:pt x="30780" y="1398280"/>
                  <a:pt x="30780" y="1398280"/>
                </a:cubicBezTo>
                <a:cubicBezTo>
                  <a:pt x="-10260" y="1357255"/>
                  <a:pt x="-10260" y="1288880"/>
                  <a:pt x="30780" y="1247854"/>
                </a:cubicBezTo>
                <a:cubicBezTo>
                  <a:pt x="1243745" y="30769"/>
                  <a:pt x="1243745" y="30769"/>
                  <a:pt x="1243745" y="30769"/>
                </a:cubicBezTo>
                <a:cubicBezTo>
                  <a:pt x="1266545" y="10257"/>
                  <a:pt x="1295045" y="0"/>
                  <a:pt x="1322976" y="0"/>
                </a:cubicBezTo>
                <a:close/>
              </a:path>
            </a:pathLst>
          </a:custGeom>
          <a:blipFill>
            <a:blip r:embed="rId4"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p:spPr>
      </p:pic>
      <p:pic>
        <p:nvPicPr>
          <p:cNvPr id="6" name="Picture 5" descr="Digital Data Analytics &amp; ZoomOwl: A Primer | ZoomOwl">
            <a:extLst>
              <a:ext uri="{FF2B5EF4-FFF2-40B4-BE49-F238E27FC236}">
                <a16:creationId xmlns:a16="http://schemas.microsoft.com/office/drawing/2014/main" id="{1E55F48B-0119-DB41-1589-4808644BAF09}"/>
              </a:ext>
            </a:extLst>
          </p:cNvPr>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8106675" y="2583581"/>
            <a:ext cx="3226118" cy="3223812"/>
          </a:xfrm>
          <a:custGeom>
            <a:avLst/>
            <a:gdLst>
              <a:gd name="connsiteX0" fmla="*/ 1611350 w 3226118"/>
              <a:gd name="connsiteY0" fmla="*/ 0 h 3223812"/>
              <a:gd name="connsiteX1" fmla="*/ 1690578 w 3226118"/>
              <a:gd name="connsiteY1" fmla="*/ 34187 h 3223812"/>
              <a:gd name="connsiteX2" fmla="*/ 3195340 w 3226118"/>
              <a:gd name="connsiteY2" fmla="*/ 1533846 h 3223812"/>
              <a:gd name="connsiteX3" fmla="*/ 3195340 w 3226118"/>
              <a:gd name="connsiteY3" fmla="*/ 1688826 h 3223812"/>
              <a:gd name="connsiteX4" fmla="*/ 1690578 w 3226118"/>
              <a:gd name="connsiteY4" fmla="*/ 3193044 h 3223812"/>
              <a:gd name="connsiteX5" fmla="*/ 1535542 w 3226118"/>
              <a:gd name="connsiteY5" fmla="*/ 3193044 h 3223812"/>
              <a:gd name="connsiteX6" fmla="*/ 30780 w 3226118"/>
              <a:gd name="connsiteY6" fmla="*/ 1688826 h 3223812"/>
              <a:gd name="connsiteX7" fmla="*/ 30780 w 3226118"/>
              <a:gd name="connsiteY7" fmla="*/ 1533846 h 3223812"/>
              <a:gd name="connsiteX8" fmla="*/ 1535542 w 3226118"/>
              <a:gd name="connsiteY8" fmla="*/ 34187 h 3223812"/>
              <a:gd name="connsiteX9" fmla="*/ 1611350 w 3226118"/>
              <a:gd name="connsiteY9" fmla="*/ 0 h 322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6118" h="3223812">
                <a:moveTo>
                  <a:pt x="1611350" y="0"/>
                </a:moveTo>
                <a:cubicBezTo>
                  <a:pt x="1639280" y="0"/>
                  <a:pt x="1667778" y="11396"/>
                  <a:pt x="1690578" y="34187"/>
                </a:cubicBezTo>
                <a:cubicBezTo>
                  <a:pt x="3195340" y="1533846"/>
                  <a:pt x="3195340" y="1533846"/>
                  <a:pt x="3195340" y="1533846"/>
                </a:cubicBezTo>
                <a:cubicBezTo>
                  <a:pt x="3236378" y="1579429"/>
                  <a:pt x="3236378" y="1647803"/>
                  <a:pt x="3195340" y="1688826"/>
                </a:cubicBezTo>
                <a:cubicBezTo>
                  <a:pt x="1690578" y="3193044"/>
                  <a:pt x="1690578" y="3193044"/>
                  <a:pt x="1690578" y="3193044"/>
                </a:cubicBezTo>
                <a:cubicBezTo>
                  <a:pt x="1644979" y="3234068"/>
                  <a:pt x="1576580" y="3234068"/>
                  <a:pt x="1535542" y="3193044"/>
                </a:cubicBezTo>
                <a:cubicBezTo>
                  <a:pt x="30780" y="1688826"/>
                  <a:pt x="30780" y="1688826"/>
                  <a:pt x="30780" y="1688826"/>
                </a:cubicBezTo>
                <a:cubicBezTo>
                  <a:pt x="-10259" y="1647803"/>
                  <a:pt x="-10259" y="1579429"/>
                  <a:pt x="30780" y="1533846"/>
                </a:cubicBezTo>
                <a:cubicBezTo>
                  <a:pt x="1535542" y="34187"/>
                  <a:pt x="1535542" y="34187"/>
                  <a:pt x="1535542" y="34187"/>
                </a:cubicBezTo>
                <a:cubicBezTo>
                  <a:pt x="1556061" y="11396"/>
                  <a:pt x="1583420" y="0"/>
                  <a:pt x="1611350"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Picture 9" descr="Shaking Hands Images – Browse 868,114 Stock Photos, Vectors, and Video |  Adobe Stock">
            <a:extLst>
              <a:ext uri="{FF2B5EF4-FFF2-40B4-BE49-F238E27FC236}">
                <a16:creationId xmlns:a16="http://schemas.microsoft.com/office/drawing/2014/main" id="{04551CA1-7474-764A-6674-72AF89123E22}"/>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8666056" y="115181"/>
            <a:ext cx="2034954" cy="2035956"/>
          </a:xfrm>
          <a:custGeom>
            <a:avLst/>
            <a:gdLst>
              <a:gd name="connsiteX0" fmla="*/ 1018048 w 2034954"/>
              <a:gd name="connsiteY0" fmla="*/ 0 h 2035956"/>
              <a:gd name="connsiteX1" fmla="*/ 1093290 w 2034954"/>
              <a:gd name="connsiteY1" fmla="*/ 30796 h 2035956"/>
              <a:gd name="connsiteX2" fmla="*/ 2000754 w 2034954"/>
              <a:gd name="connsiteY2" fmla="*/ 943270 h 2035956"/>
              <a:gd name="connsiteX3" fmla="*/ 2000754 w 2034954"/>
              <a:gd name="connsiteY3" fmla="*/ 1093828 h 2035956"/>
              <a:gd name="connsiteX4" fmla="*/ 1093290 w 2034954"/>
              <a:gd name="connsiteY4" fmla="*/ 2001739 h 2035956"/>
              <a:gd name="connsiteX5" fmla="*/ 942806 w 2034954"/>
              <a:gd name="connsiteY5" fmla="*/ 2001739 h 2035956"/>
              <a:gd name="connsiteX6" fmla="*/ 30781 w 2034954"/>
              <a:gd name="connsiteY6" fmla="*/ 1093828 h 2035956"/>
              <a:gd name="connsiteX7" fmla="*/ 30781 w 2034954"/>
              <a:gd name="connsiteY7" fmla="*/ 943270 h 2035956"/>
              <a:gd name="connsiteX8" fmla="*/ 942806 w 2034954"/>
              <a:gd name="connsiteY8" fmla="*/ 30796 h 2035956"/>
              <a:gd name="connsiteX9" fmla="*/ 1018048 w 2034954"/>
              <a:gd name="connsiteY9" fmla="*/ 0 h 2035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4954" h="2035956">
                <a:moveTo>
                  <a:pt x="1018048" y="0"/>
                </a:moveTo>
                <a:cubicBezTo>
                  <a:pt x="1045409" y="0"/>
                  <a:pt x="1072770" y="10266"/>
                  <a:pt x="1093290" y="30796"/>
                </a:cubicBezTo>
                <a:cubicBezTo>
                  <a:pt x="2000754" y="943270"/>
                  <a:pt x="2000754" y="943270"/>
                  <a:pt x="2000754" y="943270"/>
                </a:cubicBezTo>
                <a:cubicBezTo>
                  <a:pt x="2046355" y="984331"/>
                  <a:pt x="2046355" y="1052766"/>
                  <a:pt x="2000754" y="1093828"/>
                </a:cubicBezTo>
                <a:cubicBezTo>
                  <a:pt x="1093290" y="2001739"/>
                  <a:pt x="1093290" y="2001739"/>
                  <a:pt x="1093290" y="2001739"/>
                </a:cubicBezTo>
                <a:cubicBezTo>
                  <a:pt x="1052249" y="2047362"/>
                  <a:pt x="983847" y="2047362"/>
                  <a:pt x="942806" y="2001739"/>
                </a:cubicBezTo>
                <a:cubicBezTo>
                  <a:pt x="30781" y="1093828"/>
                  <a:pt x="30781" y="1093828"/>
                  <a:pt x="30781" y="1093828"/>
                </a:cubicBezTo>
                <a:cubicBezTo>
                  <a:pt x="-10260" y="1052766"/>
                  <a:pt x="-10260" y="984331"/>
                  <a:pt x="30781" y="943270"/>
                </a:cubicBezTo>
                <a:cubicBezTo>
                  <a:pt x="942806" y="30796"/>
                  <a:pt x="942806" y="30796"/>
                  <a:pt x="942806" y="30796"/>
                </a:cubicBezTo>
                <a:cubicBezTo>
                  <a:pt x="963327" y="10266"/>
                  <a:pt x="990687" y="0"/>
                  <a:pt x="1018048" y="0"/>
                </a:cubicBezTo>
                <a:close/>
              </a:path>
            </a:pathLst>
          </a:custGeom>
          <a:blipFill>
            <a:blip r:embed="rId7" cstate="email">
              <a:extLst>
                <a:ext uri="{28A0092B-C50C-407E-A947-70E740481C1C}">
                  <a14:useLocalDpi xmlns:a14="http://schemas.microsoft.com/office/drawing/2010/main"/>
                </a:ext>
              </a:extLst>
            </a:blip>
            <a:stretch>
              <a:fillRect/>
            </a:stretch>
          </a:blipFill>
          <a:ln>
            <a:noFill/>
          </a:ln>
          <a:effectLst>
            <a:outerShdw blurRad="203200" sx="102000" sy="102000" algn="ctr" rotWithShape="0">
              <a:prstClr val="black">
                <a:alpha val="23000"/>
              </a:prstClr>
            </a:outerShdw>
          </a:effectLst>
        </p:spPr>
      </p:pic>
    </p:spTree>
    <p:extLst>
      <p:ext uri="{BB962C8B-B14F-4D97-AF65-F5344CB8AC3E}">
        <p14:creationId xmlns:p14="http://schemas.microsoft.com/office/powerpoint/2010/main" val="4100202063"/>
      </p:ext>
    </p:extLst>
  </p:cSld>
  <p:clrMapOvr>
    <a:masterClrMapping/>
  </p:clrMapOvr>
  <p:transition>
    <p:fade thruBlk="1"/>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lank slide">
    <p:spTree>
      <p:nvGrpSpPr>
        <p:cNvPr id="1" name=""/>
        <p:cNvGrpSpPr/>
        <p:nvPr/>
      </p:nvGrpSpPr>
      <p:grpSpPr>
        <a:xfrm>
          <a:off x="0" y="0"/>
          <a:ext cx="0" cy="0"/>
          <a:chOff x="0" y="0"/>
          <a:chExt cx="0" cy="0"/>
        </a:xfrm>
      </p:grpSpPr>
      <p:pic>
        <p:nvPicPr>
          <p:cNvPr id="1026" name="Picture 2" descr="Man looking at tablet">
            <a:extLst>
              <a:ext uri="{FF2B5EF4-FFF2-40B4-BE49-F238E27FC236}">
                <a16:creationId xmlns:a16="http://schemas.microsoft.com/office/drawing/2014/main" id="{CA81882B-A9D2-4362-B75E-457BCAE97D0B}"/>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8854" r="8854" b="4704"/>
          <a:stretch/>
        </p:blipFill>
        <p:spPr bwMode="auto">
          <a:xfrm>
            <a:off x="-12647" y="0"/>
            <a:ext cx="12204646" cy="6899564"/>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1170392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lank slide">
    <p:spTree>
      <p:nvGrpSpPr>
        <p:cNvPr id="1" name=""/>
        <p:cNvGrpSpPr/>
        <p:nvPr/>
      </p:nvGrpSpPr>
      <p:grpSpPr>
        <a:xfrm>
          <a:off x="0" y="0"/>
          <a:ext cx="0" cy="0"/>
          <a:chOff x="0" y="0"/>
          <a:chExt cx="0" cy="0"/>
        </a:xfrm>
      </p:grpSpPr>
      <p:pic>
        <p:nvPicPr>
          <p:cNvPr id="12" name="Picture 2" descr="The 50 Most Iconic Brand Logos of All Time | Complex">
            <a:extLst>
              <a:ext uri="{FF2B5EF4-FFF2-40B4-BE49-F238E27FC236}">
                <a16:creationId xmlns:a16="http://schemas.microsoft.com/office/drawing/2014/main" id="{27854B63-060D-846F-DD9E-F6A6781182F0}"/>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1038" r="11038"/>
          <a:stretch/>
        </p:blipFill>
        <p:spPr bwMode="auto">
          <a:xfrm>
            <a:off x="1865074" y="-3175"/>
            <a:ext cx="10285361" cy="6862202"/>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4085843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slide">
    <p:spTree>
      <p:nvGrpSpPr>
        <p:cNvPr id="1" name=""/>
        <p:cNvGrpSpPr/>
        <p:nvPr/>
      </p:nvGrpSpPr>
      <p:grpSpPr>
        <a:xfrm>
          <a:off x="0" y="0"/>
          <a:ext cx="0" cy="0"/>
          <a:chOff x="0" y="0"/>
          <a:chExt cx="0" cy="0"/>
        </a:xfrm>
      </p:grpSpPr>
      <p:pic>
        <p:nvPicPr>
          <p:cNvPr id="4098" name="Picture 2" descr="Free Transport Truck photo and picture">
            <a:extLst>
              <a:ext uri="{FF2B5EF4-FFF2-40B4-BE49-F238E27FC236}">
                <a16:creationId xmlns:a16="http://schemas.microsoft.com/office/drawing/2014/main" id="{1246BA85-D8A9-F97A-363A-A521D0DEB73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610" r="23610"/>
          <a:stretch/>
        </p:blipFill>
        <p:spPr bwMode="auto">
          <a:xfrm>
            <a:off x="0" y="4763"/>
            <a:ext cx="12192000" cy="6848475"/>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381730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lank slide">
    <p:spTree>
      <p:nvGrpSpPr>
        <p:cNvPr id="1" name=""/>
        <p:cNvGrpSpPr/>
        <p:nvPr/>
      </p:nvGrpSpPr>
      <p:grpSpPr>
        <a:xfrm>
          <a:off x="0" y="0"/>
          <a:ext cx="0" cy="0"/>
          <a:chOff x="0" y="0"/>
          <a:chExt cx="0" cy="0"/>
        </a:xfrm>
      </p:grpSpPr>
      <p:pic>
        <p:nvPicPr>
          <p:cNvPr id="12" name="Picture 2" descr="Free Landscape Dry photo and picture">
            <a:extLst>
              <a:ext uri="{FF2B5EF4-FFF2-40B4-BE49-F238E27FC236}">
                <a16:creationId xmlns:a16="http://schemas.microsoft.com/office/drawing/2014/main" id="{A024BCC2-2C0F-38D0-0321-4F480588D93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892" r="48663"/>
          <a:stretch/>
        </p:blipFill>
        <p:spPr bwMode="auto">
          <a:xfrm>
            <a:off x="0" y="-69003"/>
            <a:ext cx="12225150" cy="6985231"/>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263383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Blank slide">
    <p:spTree>
      <p:nvGrpSpPr>
        <p:cNvPr id="1" name=""/>
        <p:cNvGrpSpPr/>
        <p:nvPr/>
      </p:nvGrpSpPr>
      <p:grpSpPr>
        <a:xfrm>
          <a:off x="0" y="0"/>
          <a:ext cx="0" cy="0"/>
          <a:chOff x="0" y="0"/>
          <a:chExt cx="0" cy="0"/>
        </a:xfrm>
      </p:grpSpPr>
      <p:pic>
        <p:nvPicPr>
          <p:cNvPr id="6146" name="Picture 2" descr="Free Highway Countryside photo and picture">
            <a:extLst>
              <a:ext uri="{FF2B5EF4-FFF2-40B4-BE49-F238E27FC236}">
                <a16:creationId xmlns:a16="http://schemas.microsoft.com/office/drawing/2014/main" id="{2B86A166-58FB-DBCF-51C4-1DB2E506D0A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15297" y="0"/>
            <a:ext cx="10291763" cy="6858000"/>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855020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Blank slide">
    <p:spTree>
      <p:nvGrpSpPr>
        <p:cNvPr id="1" name=""/>
        <p:cNvGrpSpPr/>
        <p:nvPr/>
      </p:nvGrpSpPr>
      <p:grpSpPr>
        <a:xfrm>
          <a:off x="0" y="0"/>
          <a:ext cx="0" cy="0"/>
          <a:chOff x="0" y="0"/>
          <a:chExt cx="0" cy="0"/>
        </a:xfrm>
      </p:grpSpPr>
      <p:pic>
        <p:nvPicPr>
          <p:cNvPr id="8194" name="Picture 2" descr="Free Workers Windows photo and picture">
            <a:extLst>
              <a:ext uri="{FF2B5EF4-FFF2-40B4-BE49-F238E27FC236}">
                <a16:creationId xmlns:a16="http://schemas.microsoft.com/office/drawing/2014/main" id="{100BAE57-ED9C-445D-E03F-567E2DA8340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95700" y="0"/>
            <a:ext cx="10291763" cy="6858000"/>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850880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Blank slide">
    <p:spTree>
      <p:nvGrpSpPr>
        <p:cNvPr id="1" name=""/>
        <p:cNvGrpSpPr/>
        <p:nvPr/>
      </p:nvGrpSpPr>
      <p:grpSpPr>
        <a:xfrm>
          <a:off x="0" y="0"/>
          <a:ext cx="0" cy="0"/>
          <a:chOff x="0" y="0"/>
          <a:chExt cx="0" cy="0"/>
        </a:xfrm>
      </p:grpSpPr>
      <p:pic>
        <p:nvPicPr>
          <p:cNvPr id="9218" name="Picture 2" descr="Free Student Woman photo and picture">
            <a:extLst>
              <a:ext uri="{FF2B5EF4-FFF2-40B4-BE49-F238E27FC236}">
                <a16:creationId xmlns:a16="http://schemas.microsoft.com/office/drawing/2014/main" id="{7FBB19F5-2C9C-2198-CCB0-00434FDDE1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40187" y="-1"/>
            <a:ext cx="9951813" cy="6943125"/>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1755089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Blank slide">
    <p:spTree>
      <p:nvGrpSpPr>
        <p:cNvPr id="1" name=""/>
        <p:cNvGrpSpPr/>
        <p:nvPr/>
      </p:nvGrpSpPr>
      <p:grpSpPr>
        <a:xfrm>
          <a:off x="0" y="0"/>
          <a:ext cx="0" cy="0"/>
          <a:chOff x="0" y="0"/>
          <a:chExt cx="0" cy="0"/>
        </a:xfrm>
      </p:grpSpPr>
      <p:pic>
        <p:nvPicPr>
          <p:cNvPr id="10242" name="Picture 2" descr="Free People Young People photo and picture">
            <a:extLst>
              <a:ext uri="{FF2B5EF4-FFF2-40B4-BE49-F238E27FC236}">
                <a16:creationId xmlns:a16="http://schemas.microsoft.com/office/drawing/2014/main" id="{18621518-DAD9-CFD6-4F79-DB8511F6A9E7}"/>
              </a:ext>
            </a:extLst>
          </p:cNvPr>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24787" r="24787"/>
          <a:stretch/>
        </p:blipFill>
        <p:spPr bwMode="auto">
          <a:xfrm>
            <a:off x="1813454" y="0"/>
            <a:ext cx="10374010" cy="6912806"/>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1917995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Blank slide">
    <p:spTree>
      <p:nvGrpSpPr>
        <p:cNvPr id="1" name=""/>
        <p:cNvGrpSpPr/>
        <p:nvPr/>
      </p:nvGrpSpPr>
      <p:grpSpPr>
        <a:xfrm>
          <a:off x="0" y="0"/>
          <a:ext cx="0" cy="0"/>
          <a:chOff x="0" y="0"/>
          <a:chExt cx="0" cy="0"/>
        </a:xfrm>
      </p:grpSpPr>
      <p:pic>
        <p:nvPicPr>
          <p:cNvPr id="11266" name="Picture 2" descr="Free handshake business deal city illustration">
            <a:extLst>
              <a:ext uri="{FF2B5EF4-FFF2-40B4-BE49-F238E27FC236}">
                <a16:creationId xmlns:a16="http://schemas.microsoft.com/office/drawing/2014/main" id="{20CDB527-9804-2EE6-A4E5-59E136D6EE5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661" r="23661"/>
          <a:stretch/>
        </p:blipFill>
        <p:spPr bwMode="auto">
          <a:xfrm>
            <a:off x="1808915" y="-1"/>
            <a:ext cx="10383085" cy="6918853"/>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283861B5-1E2C-4DE0-ADC0-F8C063AFC1A5}"/>
              </a:ext>
            </a:extLst>
          </p:cNvPr>
          <p:cNvSpPr/>
          <p:nvPr userDrawn="1"/>
        </p:nvSpPr>
        <p:spPr>
          <a:xfrm>
            <a:off x="4274716" y="-15"/>
            <a:ext cx="4638883" cy="6791007"/>
          </a:xfrm>
          <a:custGeom>
            <a:avLst/>
            <a:gdLst>
              <a:gd name="connsiteX0" fmla="*/ 0 w 4638883"/>
              <a:gd name="connsiteY0" fmla="*/ 0 h 6791007"/>
              <a:gd name="connsiteX1" fmla="*/ 1037565 w 4638883"/>
              <a:gd name="connsiteY1" fmla="*/ 0 h 6791007"/>
              <a:gd name="connsiteX2" fmla="*/ 4638883 w 4638883"/>
              <a:gd name="connsiteY2" fmla="*/ 6791007 h 6791007"/>
            </a:gdLst>
            <a:ahLst/>
            <a:cxnLst>
              <a:cxn ang="0">
                <a:pos x="connsiteX0" y="connsiteY0"/>
              </a:cxn>
              <a:cxn ang="0">
                <a:pos x="connsiteX1" y="connsiteY1"/>
              </a:cxn>
              <a:cxn ang="0">
                <a:pos x="connsiteX2" y="connsiteY2"/>
              </a:cxn>
            </a:cxnLst>
            <a:rect l="l" t="t" r="r" b="b"/>
            <a:pathLst>
              <a:path w="4638883" h="6791007">
                <a:moveTo>
                  <a:pt x="0" y="0"/>
                </a:moveTo>
                <a:lnTo>
                  <a:pt x="1037565" y="0"/>
                </a:lnTo>
                <a:lnTo>
                  <a:pt x="4638883" y="6791007"/>
                </a:lnTo>
                <a:close/>
              </a:path>
            </a:pathLst>
          </a:custGeom>
          <a:solidFill>
            <a:schemeClr val="accent1">
              <a:alpha val="76000"/>
            </a:schemeClr>
          </a:solidFill>
          <a:ln w="25400" cap="flat" cmpd="sng" algn="ctr">
            <a:noFill/>
            <a:prstDash val="solid"/>
          </a:ln>
          <a:effectLst>
            <a:outerShdw blurRad="50800" dist="38100" algn="l" rotWithShape="0">
              <a:prstClr val="black">
                <a:alpha val="40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16D5CBE3-DBD8-4350-8F46-055CD2B94FB8}"/>
              </a:ext>
            </a:extLst>
          </p:cNvPr>
          <p:cNvSpPr/>
          <p:nvPr userDrawn="1"/>
        </p:nvSpPr>
        <p:spPr>
          <a:xfrm>
            <a:off x="-27708" y="-1"/>
            <a:ext cx="9042552" cy="6899551"/>
          </a:xfrm>
          <a:custGeom>
            <a:avLst/>
            <a:gdLst>
              <a:gd name="connsiteX0" fmla="*/ 0 w 6286500"/>
              <a:gd name="connsiteY0" fmla="*/ 0 h 6858000"/>
              <a:gd name="connsiteX1" fmla="*/ 2588012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21446 w 6286500"/>
              <a:gd name="connsiteY1" fmla="*/ 13772 h 6858000"/>
              <a:gd name="connsiteX2" fmla="*/ 6286500 w 6286500"/>
              <a:gd name="connsiteY2" fmla="*/ 6858000 h 6858000"/>
              <a:gd name="connsiteX3" fmla="*/ 0 w 6286500"/>
              <a:gd name="connsiteY3" fmla="*/ 6858000 h 6858000"/>
              <a:gd name="connsiteX4" fmla="*/ 0 w 6286500"/>
              <a:gd name="connsiteY4" fmla="*/ 0 h 6858000"/>
              <a:gd name="connsiteX0" fmla="*/ 0 w 6286500"/>
              <a:gd name="connsiteY0" fmla="*/ 0 h 6858000"/>
              <a:gd name="connsiteX1" fmla="*/ 3031078 w 6286500"/>
              <a:gd name="connsiteY1" fmla="*/ 0 h 6858000"/>
              <a:gd name="connsiteX2" fmla="*/ 6286500 w 6286500"/>
              <a:gd name="connsiteY2" fmla="*/ 6858000 h 6858000"/>
              <a:gd name="connsiteX3" fmla="*/ 0 w 6286500"/>
              <a:gd name="connsiteY3" fmla="*/ 6858000 h 6858000"/>
              <a:gd name="connsiteX4" fmla="*/ 0 w 62865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6500" h="6858000">
                <a:moveTo>
                  <a:pt x="0" y="0"/>
                </a:moveTo>
                <a:lnTo>
                  <a:pt x="3031078" y="0"/>
                </a:lnTo>
                <a:lnTo>
                  <a:pt x="6286500" y="6858000"/>
                </a:lnTo>
                <a:lnTo>
                  <a:pt x="0" y="6858000"/>
                </a:lnTo>
                <a:lnTo>
                  <a:pt x="0" y="0"/>
                </a:lnTo>
                <a:close/>
              </a:path>
            </a:pathLst>
          </a:custGeom>
          <a:solidFill>
            <a:schemeClr val="accent2"/>
          </a:solidFill>
          <a:ln w="25400" cap="flat" cmpd="sng" algn="ctr">
            <a:noFill/>
            <a:prstDash val="solid"/>
          </a:ln>
          <a:effectLst>
            <a:outerShdw blurRad="50800" dist="38100" algn="l" rotWithShape="0">
              <a:prstClr val="black">
                <a:alpha val="40000"/>
              </a:prstClr>
            </a:outerShdw>
          </a:effectLst>
        </p:spPr>
        <p:txBody>
          <a:bodyPr wrap="square" lIns="91440" tIns="45720" rIns="91440" bIns="45720" rtlCol="0" anchor="ctr">
            <a:noAutofit/>
          </a:bodyPr>
          <a:lstStyle/>
          <a:p>
            <a:endParaRPr lang="en-US" sz="2400" b="1" kern="0">
              <a:solidFill>
                <a:schemeClr val="bg1"/>
              </a:solidFill>
            </a:endParaRPr>
          </a:p>
        </p:txBody>
      </p:sp>
      <p:cxnSp>
        <p:nvCxnSpPr>
          <p:cNvPr id="14" name="Straight Connector 13">
            <a:extLst>
              <a:ext uri="{FF2B5EF4-FFF2-40B4-BE49-F238E27FC236}">
                <a16:creationId xmlns:a16="http://schemas.microsoft.com/office/drawing/2014/main" id="{AC4F388C-CC76-1EB8-72E8-0B13B9E33EDC}"/>
              </a:ext>
            </a:extLst>
          </p:cNvPr>
          <p:cNvCxnSpPr>
            <a:cxnSpLocks/>
          </p:cNvCxnSpPr>
          <p:nvPr userDrawn="1"/>
        </p:nvCxnSpPr>
        <p:spPr>
          <a:xfrm flipH="1">
            <a:off x="542084" y="4366627"/>
            <a:ext cx="9123440" cy="0"/>
          </a:xfrm>
          <a:prstGeom prst="line">
            <a:avLst/>
          </a:prstGeom>
          <a:noFill/>
          <a:ln w="9525" cap="flat" cmpd="sng" algn="ctr">
            <a:solidFill>
              <a:schemeClr val="bg1">
                <a:lumMod val="95000"/>
              </a:schemeClr>
            </a:solidFill>
            <a:prstDash val="solid"/>
          </a:ln>
          <a:effectLst/>
        </p:spPr>
      </p:cxnSp>
      <p:sp>
        <p:nvSpPr>
          <p:cNvPr id="15" name="Rectangle: Rounded Corners 9">
            <a:extLst>
              <a:ext uri="{FF2B5EF4-FFF2-40B4-BE49-F238E27FC236}">
                <a16:creationId xmlns:a16="http://schemas.microsoft.com/office/drawing/2014/main" id="{41EC9090-C678-9B13-0970-1E0A860BD7C9}"/>
              </a:ext>
            </a:extLst>
          </p:cNvPr>
          <p:cNvSpPr/>
          <p:nvPr userDrawn="1"/>
        </p:nvSpPr>
        <p:spPr>
          <a:xfrm>
            <a:off x="7881812" y="4367366"/>
            <a:ext cx="2185523" cy="767010"/>
          </a:xfrm>
          <a:custGeom>
            <a:avLst/>
            <a:gdLst>
              <a:gd name="connsiteX0" fmla="*/ 0 w 2569027"/>
              <a:gd name="connsiteY0" fmla="*/ 383505 h 767009"/>
              <a:gd name="connsiteX1" fmla="*/ 383505 w 2569027"/>
              <a:gd name="connsiteY1" fmla="*/ 0 h 767009"/>
              <a:gd name="connsiteX2" fmla="*/ 2185523 w 2569027"/>
              <a:gd name="connsiteY2" fmla="*/ 0 h 767009"/>
              <a:gd name="connsiteX3" fmla="*/ 2569028 w 2569027"/>
              <a:gd name="connsiteY3" fmla="*/ 383505 h 767009"/>
              <a:gd name="connsiteX4" fmla="*/ 2569027 w 2569027"/>
              <a:gd name="connsiteY4" fmla="*/ 383505 h 767009"/>
              <a:gd name="connsiteX5" fmla="*/ 2185522 w 2569027"/>
              <a:gd name="connsiteY5" fmla="*/ 767010 h 767009"/>
              <a:gd name="connsiteX6" fmla="*/ 383505 w 2569027"/>
              <a:gd name="connsiteY6" fmla="*/ 767009 h 767009"/>
              <a:gd name="connsiteX7" fmla="*/ 0 w 2569027"/>
              <a:gd name="connsiteY7" fmla="*/ 383504 h 767009"/>
              <a:gd name="connsiteX8" fmla="*/ 0 w 2569027"/>
              <a:gd name="connsiteY8" fmla="*/ 383505 h 767009"/>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8" fmla="*/ 91440 w 2569028"/>
              <a:gd name="connsiteY8" fmla="*/ 474945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7" fmla="*/ 0 w 2569028"/>
              <a:gd name="connsiteY7" fmla="*/ 383504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6" fmla="*/ 383505 w 2569028"/>
              <a:gd name="connsiteY6" fmla="*/ 767009 h 767010"/>
              <a:gd name="connsiteX0" fmla="*/ 0 w 2569028"/>
              <a:gd name="connsiteY0" fmla="*/ 383505 h 767010"/>
              <a:gd name="connsiteX1" fmla="*/ 383505 w 2569028"/>
              <a:gd name="connsiteY1" fmla="*/ 0 h 767010"/>
              <a:gd name="connsiteX2" fmla="*/ 2185523 w 2569028"/>
              <a:gd name="connsiteY2" fmla="*/ 0 h 767010"/>
              <a:gd name="connsiteX3" fmla="*/ 2569028 w 2569028"/>
              <a:gd name="connsiteY3" fmla="*/ 383505 h 767010"/>
              <a:gd name="connsiteX4" fmla="*/ 2569027 w 2569028"/>
              <a:gd name="connsiteY4" fmla="*/ 383505 h 767010"/>
              <a:gd name="connsiteX5" fmla="*/ 2185522 w 2569028"/>
              <a:gd name="connsiteY5" fmla="*/ 767010 h 767010"/>
              <a:gd name="connsiteX0" fmla="*/ 0 w 2185523"/>
              <a:gd name="connsiteY0" fmla="*/ 0 h 767010"/>
              <a:gd name="connsiteX1" fmla="*/ 1802018 w 2185523"/>
              <a:gd name="connsiteY1" fmla="*/ 0 h 767010"/>
              <a:gd name="connsiteX2" fmla="*/ 2185523 w 2185523"/>
              <a:gd name="connsiteY2" fmla="*/ 383505 h 767010"/>
              <a:gd name="connsiteX3" fmla="*/ 2185522 w 2185523"/>
              <a:gd name="connsiteY3" fmla="*/ 383505 h 767010"/>
              <a:gd name="connsiteX4" fmla="*/ 1802017 w 2185523"/>
              <a:gd name="connsiteY4" fmla="*/ 767010 h 767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523" h="767010">
                <a:moveTo>
                  <a:pt x="0" y="0"/>
                </a:moveTo>
                <a:lnTo>
                  <a:pt x="1802018" y="0"/>
                </a:lnTo>
                <a:cubicBezTo>
                  <a:pt x="2013822" y="0"/>
                  <a:pt x="2185523" y="171701"/>
                  <a:pt x="2185523" y="383505"/>
                </a:cubicBezTo>
                <a:lnTo>
                  <a:pt x="2185522" y="383505"/>
                </a:lnTo>
                <a:cubicBezTo>
                  <a:pt x="2185522" y="595309"/>
                  <a:pt x="2013821" y="767010"/>
                  <a:pt x="1802017" y="767010"/>
                </a:cubicBezTo>
              </a:path>
            </a:pathLst>
          </a:custGeom>
          <a:noFill/>
          <a:ln w="9525" cap="flat" cmpd="sng" algn="ctr">
            <a:solidFill>
              <a:schemeClr val="bg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A1C57602-926C-E191-BDC8-A27F96F356CE}"/>
              </a:ext>
            </a:extLst>
          </p:cNvPr>
          <p:cNvSpPr/>
          <p:nvPr userDrawn="1"/>
        </p:nvSpPr>
        <p:spPr>
          <a:xfrm>
            <a:off x="9578000"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D800DBFE-62E4-C3CF-2988-453B85239BA5}"/>
              </a:ext>
            </a:extLst>
          </p:cNvPr>
          <p:cNvSpPr/>
          <p:nvPr userDrawn="1"/>
        </p:nvSpPr>
        <p:spPr>
          <a:xfrm>
            <a:off x="9349317"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Oval 17">
            <a:extLst>
              <a:ext uri="{FF2B5EF4-FFF2-40B4-BE49-F238E27FC236}">
                <a16:creationId xmlns:a16="http://schemas.microsoft.com/office/drawing/2014/main" id="{25A53C84-30DE-F89D-78C6-76ED8409034F}"/>
              </a:ext>
            </a:extLst>
          </p:cNvPr>
          <p:cNvSpPr/>
          <p:nvPr userDrawn="1"/>
        </p:nvSpPr>
        <p:spPr>
          <a:xfrm>
            <a:off x="9120633" y="5073529"/>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Title 28">
            <a:extLst>
              <a:ext uri="{FF2B5EF4-FFF2-40B4-BE49-F238E27FC236}">
                <a16:creationId xmlns:a16="http://schemas.microsoft.com/office/drawing/2014/main" id="{99A0F88C-E995-5442-52D7-6DC6480C1685}"/>
              </a:ext>
            </a:extLst>
          </p:cNvPr>
          <p:cNvSpPr>
            <a:spLocks noGrp="1"/>
          </p:cNvSpPr>
          <p:nvPr>
            <p:ph type="title"/>
          </p:nvPr>
        </p:nvSpPr>
        <p:spPr>
          <a:xfrm>
            <a:off x="665020" y="3370715"/>
            <a:ext cx="6026725" cy="816945"/>
          </a:xfrm>
        </p:spPr>
        <p:txBody>
          <a:bodyPr anchor="ctr">
            <a:normAutofit/>
          </a:bodyPr>
          <a:lstStyle>
            <a:lvl1pPr>
              <a:defRPr kumimoji="0" lang="en-US" sz="3200" b="1" i="0" u="none" strike="noStrike" kern="0" cap="none" spc="0" normalizeH="0" baseline="0" dirty="0">
                <a:ln>
                  <a:noFill/>
                </a:ln>
                <a:solidFill>
                  <a:schemeClr val="accent1"/>
                </a:solidFill>
                <a:effectLst/>
                <a:uLnTx/>
                <a:uFillTx/>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en-US"/>
              <a:t>Click to edit Master title style</a:t>
            </a:r>
          </a:p>
        </p:txBody>
      </p:sp>
      <p:sp>
        <p:nvSpPr>
          <p:cNvPr id="19" name="Oval 18">
            <a:extLst>
              <a:ext uri="{FF2B5EF4-FFF2-40B4-BE49-F238E27FC236}">
                <a16:creationId xmlns:a16="http://schemas.microsoft.com/office/drawing/2014/main" id="{04585707-8AD3-0625-0181-CB3D88362DF0}"/>
              </a:ext>
            </a:extLst>
          </p:cNvPr>
          <p:cNvSpPr/>
          <p:nvPr userDrawn="1"/>
        </p:nvSpPr>
        <p:spPr>
          <a:xfrm>
            <a:off x="480637" y="4305180"/>
            <a:ext cx="122895" cy="12289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61" name="Group 60">
            <a:extLst>
              <a:ext uri="{FF2B5EF4-FFF2-40B4-BE49-F238E27FC236}">
                <a16:creationId xmlns:a16="http://schemas.microsoft.com/office/drawing/2014/main" id="{7E7CC4D2-C296-438B-9310-C7EE014F7A8A}"/>
              </a:ext>
            </a:extLst>
          </p:cNvPr>
          <p:cNvGrpSpPr/>
          <p:nvPr userDrawn="1"/>
        </p:nvGrpSpPr>
        <p:grpSpPr>
          <a:xfrm>
            <a:off x="-29980" y="-3175"/>
            <a:ext cx="2352675" cy="2177409"/>
            <a:chOff x="3175" y="-3175"/>
            <a:chExt cx="2352675" cy="2397125"/>
          </a:xfrm>
          <a:solidFill>
            <a:schemeClr val="bg1"/>
          </a:solidFill>
        </p:grpSpPr>
        <p:sp>
          <p:nvSpPr>
            <p:cNvPr id="62" name="Freeform 135">
              <a:extLst>
                <a:ext uri="{FF2B5EF4-FFF2-40B4-BE49-F238E27FC236}">
                  <a16:creationId xmlns:a16="http://schemas.microsoft.com/office/drawing/2014/main" id="{99B2037E-FA50-490D-BB9A-1B8597D46874}"/>
                </a:ext>
              </a:extLst>
            </p:cNvPr>
            <p:cNvSpPr>
              <a:spLocks/>
            </p:cNvSpPr>
            <p:nvPr/>
          </p:nvSpPr>
          <p:spPr bwMode="auto">
            <a:xfrm>
              <a:off x="3175" y="-3175"/>
              <a:ext cx="322263" cy="328613"/>
            </a:xfrm>
            <a:custGeom>
              <a:avLst/>
              <a:gdLst>
                <a:gd name="T0" fmla="*/ 117 w 203"/>
                <a:gd name="T1" fmla="*/ 0 h 207"/>
                <a:gd name="T2" fmla="*/ 0 w 203"/>
                <a:gd name="T3" fmla="*/ 118 h 207"/>
                <a:gd name="T4" fmla="*/ 0 w 203"/>
                <a:gd name="T5" fmla="*/ 207 h 207"/>
                <a:gd name="T6" fmla="*/ 203 w 203"/>
                <a:gd name="T7" fmla="*/ 0 h 207"/>
                <a:gd name="T8" fmla="*/ 117 w 203"/>
                <a:gd name="T9" fmla="*/ 0 h 207"/>
              </a:gdLst>
              <a:ahLst/>
              <a:cxnLst>
                <a:cxn ang="0">
                  <a:pos x="T0" y="T1"/>
                </a:cxn>
                <a:cxn ang="0">
                  <a:pos x="T2" y="T3"/>
                </a:cxn>
                <a:cxn ang="0">
                  <a:pos x="T4" y="T5"/>
                </a:cxn>
                <a:cxn ang="0">
                  <a:pos x="T6" y="T7"/>
                </a:cxn>
                <a:cxn ang="0">
                  <a:pos x="T8" y="T9"/>
                </a:cxn>
              </a:cxnLst>
              <a:rect l="0" t="0" r="r" b="b"/>
              <a:pathLst>
                <a:path w="203" h="207">
                  <a:moveTo>
                    <a:pt x="117" y="0"/>
                  </a:moveTo>
                  <a:lnTo>
                    <a:pt x="0" y="118"/>
                  </a:lnTo>
                  <a:lnTo>
                    <a:pt x="0" y="207"/>
                  </a:lnTo>
                  <a:lnTo>
                    <a:pt x="203" y="0"/>
                  </a:lnTo>
                  <a:lnTo>
                    <a:pt x="1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3" name="Freeform 136">
              <a:extLst>
                <a:ext uri="{FF2B5EF4-FFF2-40B4-BE49-F238E27FC236}">
                  <a16:creationId xmlns:a16="http://schemas.microsoft.com/office/drawing/2014/main" id="{7318AD70-FA5D-4770-B4F7-8F81B8816302}"/>
                </a:ext>
              </a:extLst>
            </p:cNvPr>
            <p:cNvSpPr>
              <a:spLocks/>
            </p:cNvSpPr>
            <p:nvPr/>
          </p:nvSpPr>
          <p:spPr bwMode="auto">
            <a:xfrm>
              <a:off x="3175" y="-3175"/>
              <a:ext cx="630238" cy="638175"/>
            </a:xfrm>
            <a:custGeom>
              <a:avLst/>
              <a:gdLst>
                <a:gd name="T0" fmla="*/ 310 w 397"/>
                <a:gd name="T1" fmla="*/ 0 h 402"/>
                <a:gd name="T2" fmla="*/ 0 w 397"/>
                <a:gd name="T3" fmla="*/ 316 h 402"/>
                <a:gd name="T4" fmla="*/ 0 w 397"/>
                <a:gd name="T5" fmla="*/ 402 h 402"/>
                <a:gd name="T6" fmla="*/ 397 w 397"/>
                <a:gd name="T7" fmla="*/ 0 h 402"/>
                <a:gd name="T8" fmla="*/ 310 w 397"/>
                <a:gd name="T9" fmla="*/ 0 h 402"/>
              </a:gdLst>
              <a:ahLst/>
              <a:cxnLst>
                <a:cxn ang="0">
                  <a:pos x="T0" y="T1"/>
                </a:cxn>
                <a:cxn ang="0">
                  <a:pos x="T2" y="T3"/>
                </a:cxn>
                <a:cxn ang="0">
                  <a:pos x="T4" y="T5"/>
                </a:cxn>
                <a:cxn ang="0">
                  <a:pos x="T6" y="T7"/>
                </a:cxn>
                <a:cxn ang="0">
                  <a:pos x="T8" y="T9"/>
                </a:cxn>
              </a:cxnLst>
              <a:rect l="0" t="0" r="r" b="b"/>
              <a:pathLst>
                <a:path w="397" h="402">
                  <a:moveTo>
                    <a:pt x="310" y="0"/>
                  </a:moveTo>
                  <a:lnTo>
                    <a:pt x="0" y="316"/>
                  </a:lnTo>
                  <a:lnTo>
                    <a:pt x="0" y="402"/>
                  </a:lnTo>
                  <a:lnTo>
                    <a:pt x="397" y="0"/>
                  </a:lnTo>
                  <a:lnTo>
                    <a:pt x="3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4" name="Freeform 137">
              <a:extLst>
                <a:ext uri="{FF2B5EF4-FFF2-40B4-BE49-F238E27FC236}">
                  <a16:creationId xmlns:a16="http://schemas.microsoft.com/office/drawing/2014/main" id="{223B5F9B-583C-4776-9D44-745658869530}"/>
                </a:ext>
              </a:extLst>
            </p:cNvPr>
            <p:cNvSpPr>
              <a:spLocks/>
            </p:cNvSpPr>
            <p:nvPr/>
          </p:nvSpPr>
          <p:spPr bwMode="auto">
            <a:xfrm>
              <a:off x="3175" y="-3175"/>
              <a:ext cx="995363" cy="1014413"/>
            </a:xfrm>
            <a:custGeom>
              <a:avLst/>
              <a:gdLst>
                <a:gd name="T0" fmla="*/ 541 w 627"/>
                <a:gd name="T1" fmla="*/ 0 h 639"/>
                <a:gd name="T2" fmla="*/ 0 w 627"/>
                <a:gd name="T3" fmla="*/ 550 h 639"/>
                <a:gd name="T4" fmla="*/ 0 w 627"/>
                <a:gd name="T5" fmla="*/ 639 h 639"/>
                <a:gd name="T6" fmla="*/ 627 w 627"/>
                <a:gd name="T7" fmla="*/ 0 h 639"/>
                <a:gd name="T8" fmla="*/ 541 w 627"/>
                <a:gd name="T9" fmla="*/ 0 h 639"/>
              </a:gdLst>
              <a:ahLst/>
              <a:cxnLst>
                <a:cxn ang="0">
                  <a:pos x="T0" y="T1"/>
                </a:cxn>
                <a:cxn ang="0">
                  <a:pos x="T2" y="T3"/>
                </a:cxn>
                <a:cxn ang="0">
                  <a:pos x="T4" y="T5"/>
                </a:cxn>
                <a:cxn ang="0">
                  <a:pos x="T6" y="T7"/>
                </a:cxn>
                <a:cxn ang="0">
                  <a:pos x="T8" y="T9"/>
                </a:cxn>
              </a:cxnLst>
              <a:rect l="0" t="0" r="r" b="b"/>
              <a:pathLst>
                <a:path w="627" h="639">
                  <a:moveTo>
                    <a:pt x="541" y="0"/>
                  </a:moveTo>
                  <a:lnTo>
                    <a:pt x="0" y="550"/>
                  </a:lnTo>
                  <a:lnTo>
                    <a:pt x="0" y="639"/>
                  </a:lnTo>
                  <a:lnTo>
                    <a:pt x="627" y="0"/>
                  </a:lnTo>
                  <a:lnTo>
                    <a:pt x="5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5" name="Freeform 138">
              <a:extLst>
                <a:ext uri="{FF2B5EF4-FFF2-40B4-BE49-F238E27FC236}">
                  <a16:creationId xmlns:a16="http://schemas.microsoft.com/office/drawing/2014/main" id="{1D25533D-4324-4254-9698-ECA33E3DE36C}"/>
                </a:ext>
              </a:extLst>
            </p:cNvPr>
            <p:cNvSpPr>
              <a:spLocks/>
            </p:cNvSpPr>
            <p:nvPr/>
          </p:nvSpPr>
          <p:spPr bwMode="auto">
            <a:xfrm>
              <a:off x="3175" y="-3175"/>
              <a:ext cx="1335088" cy="1360488"/>
            </a:xfrm>
            <a:custGeom>
              <a:avLst/>
              <a:gdLst>
                <a:gd name="T0" fmla="*/ 755 w 841"/>
                <a:gd name="T1" fmla="*/ 0 h 857"/>
                <a:gd name="T2" fmla="*/ 0 w 841"/>
                <a:gd name="T3" fmla="*/ 771 h 857"/>
                <a:gd name="T4" fmla="*/ 0 w 841"/>
                <a:gd name="T5" fmla="*/ 857 h 857"/>
                <a:gd name="T6" fmla="*/ 841 w 841"/>
                <a:gd name="T7" fmla="*/ 0 h 857"/>
                <a:gd name="T8" fmla="*/ 755 w 841"/>
                <a:gd name="T9" fmla="*/ 0 h 857"/>
              </a:gdLst>
              <a:ahLst/>
              <a:cxnLst>
                <a:cxn ang="0">
                  <a:pos x="T0" y="T1"/>
                </a:cxn>
                <a:cxn ang="0">
                  <a:pos x="T2" y="T3"/>
                </a:cxn>
                <a:cxn ang="0">
                  <a:pos x="T4" y="T5"/>
                </a:cxn>
                <a:cxn ang="0">
                  <a:pos x="T6" y="T7"/>
                </a:cxn>
                <a:cxn ang="0">
                  <a:pos x="T8" y="T9"/>
                </a:cxn>
              </a:cxnLst>
              <a:rect l="0" t="0" r="r" b="b"/>
              <a:pathLst>
                <a:path w="841" h="857">
                  <a:moveTo>
                    <a:pt x="755" y="0"/>
                  </a:moveTo>
                  <a:lnTo>
                    <a:pt x="0" y="771"/>
                  </a:lnTo>
                  <a:lnTo>
                    <a:pt x="0" y="857"/>
                  </a:lnTo>
                  <a:lnTo>
                    <a:pt x="841" y="0"/>
                  </a:lnTo>
                  <a:lnTo>
                    <a:pt x="75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6" name="Freeform 139">
              <a:extLst>
                <a:ext uri="{FF2B5EF4-FFF2-40B4-BE49-F238E27FC236}">
                  <a16:creationId xmlns:a16="http://schemas.microsoft.com/office/drawing/2014/main" id="{955D5349-F533-47D8-9795-3B03A7669E7D}"/>
                </a:ext>
              </a:extLst>
            </p:cNvPr>
            <p:cNvSpPr>
              <a:spLocks/>
            </p:cNvSpPr>
            <p:nvPr/>
          </p:nvSpPr>
          <p:spPr bwMode="auto">
            <a:xfrm>
              <a:off x="3175" y="-3175"/>
              <a:ext cx="1643063" cy="1674813"/>
            </a:xfrm>
            <a:custGeom>
              <a:avLst/>
              <a:gdLst>
                <a:gd name="T0" fmla="*/ 949 w 1035"/>
                <a:gd name="T1" fmla="*/ 0 h 1055"/>
                <a:gd name="T2" fmla="*/ 0 w 1035"/>
                <a:gd name="T3" fmla="*/ 966 h 1055"/>
                <a:gd name="T4" fmla="*/ 0 w 1035"/>
                <a:gd name="T5" fmla="*/ 1055 h 1055"/>
                <a:gd name="T6" fmla="*/ 1035 w 1035"/>
                <a:gd name="T7" fmla="*/ 0 h 1055"/>
                <a:gd name="T8" fmla="*/ 949 w 1035"/>
                <a:gd name="T9" fmla="*/ 0 h 1055"/>
              </a:gdLst>
              <a:ahLst/>
              <a:cxnLst>
                <a:cxn ang="0">
                  <a:pos x="T0" y="T1"/>
                </a:cxn>
                <a:cxn ang="0">
                  <a:pos x="T2" y="T3"/>
                </a:cxn>
                <a:cxn ang="0">
                  <a:pos x="T4" y="T5"/>
                </a:cxn>
                <a:cxn ang="0">
                  <a:pos x="T6" y="T7"/>
                </a:cxn>
                <a:cxn ang="0">
                  <a:pos x="T8" y="T9"/>
                </a:cxn>
              </a:cxnLst>
              <a:rect l="0" t="0" r="r" b="b"/>
              <a:pathLst>
                <a:path w="1035" h="1055">
                  <a:moveTo>
                    <a:pt x="949" y="0"/>
                  </a:moveTo>
                  <a:lnTo>
                    <a:pt x="0" y="966"/>
                  </a:lnTo>
                  <a:lnTo>
                    <a:pt x="0" y="1055"/>
                  </a:lnTo>
                  <a:lnTo>
                    <a:pt x="1035" y="0"/>
                  </a:lnTo>
                  <a:lnTo>
                    <a:pt x="9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7" name="Freeform 140">
              <a:extLst>
                <a:ext uri="{FF2B5EF4-FFF2-40B4-BE49-F238E27FC236}">
                  <a16:creationId xmlns:a16="http://schemas.microsoft.com/office/drawing/2014/main" id="{12E33BA5-197C-440D-BDC7-10380FD44615}"/>
                </a:ext>
              </a:extLst>
            </p:cNvPr>
            <p:cNvSpPr>
              <a:spLocks/>
            </p:cNvSpPr>
            <p:nvPr/>
          </p:nvSpPr>
          <p:spPr bwMode="auto">
            <a:xfrm>
              <a:off x="3175" y="-3175"/>
              <a:ext cx="1987550" cy="2025650"/>
            </a:xfrm>
            <a:custGeom>
              <a:avLst/>
              <a:gdLst>
                <a:gd name="T0" fmla="*/ 1165 w 1252"/>
                <a:gd name="T1" fmla="*/ 0 h 1276"/>
                <a:gd name="T2" fmla="*/ 0 w 1252"/>
                <a:gd name="T3" fmla="*/ 1187 h 1276"/>
                <a:gd name="T4" fmla="*/ 0 w 1252"/>
                <a:gd name="T5" fmla="*/ 1276 h 1276"/>
                <a:gd name="T6" fmla="*/ 1252 w 1252"/>
                <a:gd name="T7" fmla="*/ 0 h 1276"/>
                <a:gd name="T8" fmla="*/ 1165 w 1252"/>
                <a:gd name="T9" fmla="*/ 0 h 1276"/>
              </a:gdLst>
              <a:ahLst/>
              <a:cxnLst>
                <a:cxn ang="0">
                  <a:pos x="T0" y="T1"/>
                </a:cxn>
                <a:cxn ang="0">
                  <a:pos x="T2" y="T3"/>
                </a:cxn>
                <a:cxn ang="0">
                  <a:pos x="T4" y="T5"/>
                </a:cxn>
                <a:cxn ang="0">
                  <a:pos x="T6" y="T7"/>
                </a:cxn>
                <a:cxn ang="0">
                  <a:pos x="T8" y="T9"/>
                </a:cxn>
              </a:cxnLst>
              <a:rect l="0" t="0" r="r" b="b"/>
              <a:pathLst>
                <a:path w="1252" h="1276">
                  <a:moveTo>
                    <a:pt x="1165" y="0"/>
                  </a:moveTo>
                  <a:lnTo>
                    <a:pt x="0" y="1187"/>
                  </a:lnTo>
                  <a:lnTo>
                    <a:pt x="0" y="1276"/>
                  </a:lnTo>
                  <a:lnTo>
                    <a:pt x="1252" y="0"/>
                  </a:lnTo>
                  <a:lnTo>
                    <a:pt x="1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sp>
          <p:nvSpPr>
            <p:cNvPr id="68" name="Freeform 141">
              <a:extLst>
                <a:ext uri="{FF2B5EF4-FFF2-40B4-BE49-F238E27FC236}">
                  <a16:creationId xmlns:a16="http://schemas.microsoft.com/office/drawing/2014/main" id="{FB1FC6E7-9193-4CD6-9A51-60AD3E29BB10}"/>
                </a:ext>
              </a:extLst>
            </p:cNvPr>
            <p:cNvSpPr>
              <a:spLocks/>
            </p:cNvSpPr>
            <p:nvPr/>
          </p:nvSpPr>
          <p:spPr bwMode="auto">
            <a:xfrm>
              <a:off x="3175" y="-3175"/>
              <a:ext cx="2352675" cy="2397125"/>
            </a:xfrm>
            <a:custGeom>
              <a:avLst/>
              <a:gdLst>
                <a:gd name="T0" fmla="*/ 1395 w 1482"/>
                <a:gd name="T1" fmla="*/ 0 h 1510"/>
                <a:gd name="T2" fmla="*/ 0 w 1482"/>
                <a:gd name="T3" fmla="*/ 1421 h 1510"/>
                <a:gd name="T4" fmla="*/ 0 w 1482"/>
                <a:gd name="T5" fmla="*/ 1510 h 1510"/>
                <a:gd name="T6" fmla="*/ 1482 w 1482"/>
                <a:gd name="T7" fmla="*/ 0 h 1510"/>
                <a:gd name="T8" fmla="*/ 1395 w 1482"/>
                <a:gd name="T9" fmla="*/ 0 h 1510"/>
              </a:gdLst>
              <a:ahLst/>
              <a:cxnLst>
                <a:cxn ang="0">
                  <a:pos x="T0" y="T1"/>
                </a:cxn>
                <a:cxn ang="0">
                  <a:pos x="T2" y="T3"/>
                </a:cxn>
                <a:cxn ang="0">
                  <a:pos x="T4" y="T5"/>
                </a:cxn>
                <a:cxn ang="0">
                  <a:pos x="T6" y="T7"/>
                </a:cxn>
                <a:cxn ang="0">
                  <a:pos x="T8" y="T9"/>
                </a:cxn>
              </a:cxnLst>
              <a:rect l="0" t="0" r="r" b="b"/>
              <a:pathLst>
                <a:path w="1482" h="1510">
                  <a:moveTo>
                    <a:pt x="1395" y="0"/>
                  </a:moveTo>
                  <a:lnTo>
                    <a:pt x="0" y="1421"/>
                  </a:lnTo>
                  <a:lnTo>
                    <a:pt x="0" y="1510"/>
                  </a:lnTo>
                  <a:lnTo>
                    <a:pt x="1482" y="0"/>
                  </a:lnTo>
                  <a:lnTo>
                    <a:pt x="139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US">
                <a:solidFill>
                  <a:srgbClr val="505050"/>
                </a:solidFill>
                <a:latin typeface="Arial" panose="020B0604020202020204" pitchFamily="34" charset="0"/>
              </a:endParaRPr>
            </a:p>
          </p:txBody>
        </p:sp>
      </p:grpSp>
      <p:grpSp>
        <p:nvGrpSpPr>
          <p:cNvPr id="2" name="Group 1">
            <a:extLst>
              <a:ext uri="{FF2B5EF4-FFF2-40B4-BE49-F238E27FC236}">
                <a16:creationId xmlns:a16="http://schemas.microsoft.com/office/drawing/2014/main" id="{8D05CEC3-E55E-9EA2-1417-7A16BAA75C4E}"/>
              </a:ext>
            </a:extLst>
          </p:cNvPr>
          <p:cNvGrpSpPr/>
          <p:nvPr userDrawn="1"/>
        </p:nvGrpSpPr>
        <p:grpSpPr>
          <a:xfrm>
            <a:off x="10128885" y="-3"/>
            <a:ext cx="2063118" cy="774703"/>
            <a:chOff x="10128885" y="-3"/>
            <a:chExt cx="2063118" cy="774703"/>
          </a:xfrm>
        </p:grpSpPr>
        <p:sp>
          <p:nvSpPr>
            <p:cNvPr id="3" name="Shape 86">
              <a:extLst>
                <a:ext uri="{FF2B5EF4-FFF2-40B4-BE49-F238E27FC236}">
                  <a16:creationId xmlns:a16="http://schemas.microsoft.com/office/drawing/2014/main" id="{E18CA818-7CA5-7ACA-FCAA-638E5A92861B}"/>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sz="1799" b="0" i="0" u="none" strike="noStrike" kern="1200" cap="none" spc="0" normalizeH="0" baseline="0" noProof="0">
                <a:ln>
                  <a:noFill/>
                </a:ln>
                <a:solidFill>
                  <a:srgbClr val="FFFFFF"/>
                </a:solidFill>
                <a:effectLst/>
                <a:uLnTx/>
                <a:uFillTx/>
                <a:latin typeface="Arial" charset="0"/>
                <a:ea typeface="Arvo"/>
                <a:cs typeface="Arial" panose="020B0604020202020204" pitchFamily="34" charset="0"/>
                <a:sym typeface="Arvo"/>
              </a:endParaRPr>
            </a:p>
          </p:txBody>
        </p:sp>
        <p:grpSp>
          <p:nvGrpSpPr>
            <p:cNvPr id="4" name="Group 3">
              <a:extLst>
                <a:ext uri="{FF2B5EF4-FFF2-40B4-BE49-F238E27FC236}">
                  <a16:creationId xmlns:a16="http://schemas.microsoft.com/office/drawing/2014/main" id="{4016CDBA-A561-2121-A5EA-7E8D5724B69F}"/>
                </a:ext>
              </a:extLst>
            </p:cNvPr>
            <p:cNvGrpSpPr/>
            <p:nvPr userDrawn="1"/>
          </p:nvGrpSpPr>
          <p:grpSpPr>
            <a:xfrm>
              <a:off x="10128885" y="-3"/>
              <a:ext cx="2063118" cy="774703"/>
              <a:chOff x="10128885" y="139444"/>
              <a:chExt cx="2063118" cy="556360"/>
            </a:xfrm>
          </p:grpSpPr>
          <p:sp>
            <p:nvSpPr>
              <p:cNvPr id="10" name="Rectangle: Single Corner Snipped 9">
                <a:extLst>
                  <a:ext uri="{FF2B5EF4-FFF2-40B4-BE49-F238E27FC236}">
                    <a16:creationId xmlns:a16="http://schemas.microsoft.com/office/drawing/2014/main" id="{85F80E20-B656-6BD0-750A-A2F3BBE9DF4B}"/>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Rectangle: Single Corner Snipped 10">
                <a:extLst>
                  <a:ext uri="{FF2B5EF4-FFF2-40B4-BE49-F238E27FC236}">
                    <a16:creationId xmlns:a16="http://schemas.microsoft.com/office/drawing/2014/main" id="{3FFE88B8-8CC0-3D00-6102-A97CAA19291C}"/>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a:extLst>
                <a:ext uri="{FF2B5EF4-FFF2-40B4-BE49-F238E27FC236}">
                  <a16:creationId xmlns:a16="http://schemas.microsoft.com/office/drawing/2014/main" id="{42B58020-AA6F-094C-D578-D4FF4C8B46BD}"/>
                </a:ext>
              </a:extLst>
            </p:cNvPr>
            <p:cNvGrpSpPr/>
            <p:nvPr userDrawn="1"/>
          </p:nvGrpSpPr>
          <p:grpSpPr>
            <a:xfrm>
              <a:off x="10335653" y="152402"/>
              <a:ext cx="1735044" cy="518245"/>
              <a:chOff x="10478819" y="6543865"/>
              <a:chExt cx="992585" cy="296478"/>
            </a:xfrm>
          </p:grpSpPr>
          <p:grpSp>
            <p:nvGrpSpPr>
              <p:cNvPr id="6" name="Group 5">
                <a:extLst>
                  <a:ext uri="{FF2B5EF4-FFF2-40B4-BE49-F238E27FC236}">
                    <a16:creationId xmlns:a16="http://schemas.microsoft.com/office/drawing/2014/main" id="{8AB67808-6E2F-F4D1-3C3F-BE6C77F593E5}"/>
                  </a:ext>
                </a:extLst>
              </p:cNvPr>
              <p:cNvGrpSpPr/>
              <p:nvPr userDrawn="1"/>
            </p:nvGrpSpPr>
            <p:grpSpPr>
              <a:xfrm>
                <a:off x="10791282" y="6591997"/>
                <a:ext cx="680122" cy="182171"/>
                <a:chOff x="2322419" y="753899"/>
                <a:chExt cx="1927290" cy="516227"/>
              </a:xfrm>
            </p:grpSpPr>
            <p:cxnSp>
              <p:nvCxnSpPr>
                <p:cNvPr id="8" name="Straight Connector 7">
                  <a:extLst>
                    <a:ext uri="{FF2B5EF4-FFF2-40B4-BE49-F238E27FC236}">
                      <a16:creationId xmlns:a16="http://schemas.microsoft.com/office/drawing/2014/main" id="{76E34D04-2145-101E-DA55-5260E2A97274}"/>
                    </a:ext>
                  </a:extLst>
                </p:cNvPr>
                <p:cNvCxnSpPr/>
                <p:nvPr/>
              </p:nvCxnSpPr>
              <p:spPr>
                <a:xfrm>
                  <a:off x="2322419" y="753899"/>
                  <a:ext cx="0" cy="516227"/>
                </a:xfrm>
                <a:prstGeom prst="line">
                  <a:avLst/>
                </a:prstGeom>
                <a:noFill/>
                <a:ln w="19050" cap="flat" cmpd="sng" algn="ctr">
                  <a:solidFill>
                    <a:schemeClr val="bg1"/>
                  </a:solidFill>
                  <a:prstDash val="solid"/>
                  <a:miter lim="800000"/>
                </a:ln>
                <a:effectLst/>
              </p:spPr>
            </p:cxnSp>
            <p:pic>
              <p:nvPicPr>
                <p:cNvPr id="9" name="Graphic 8">
                  <a:extLst>
                    <a:ext uri="{FF2B5EF4-FFF2-40B4-BE49-F238E27FC236}">
                      <a16:creationId xmlns:a16="http://schemas.microsoft.com/office/drawing/2014/main" id="{D4A799C2-9197-0B46-7DFF-6DC26E4BAA6E}"/>
                    </a:ext>
                  </a:extLst>
                </p:cNvPr>
                <p:cNvPicPr>
                  <a:picLocks noChangeAspect="1"/>
                </p:cNvPicPr>
                <p:nvPr/>
              </p:nvPicPr>
              <p:blipFill>
                <a:blip>
                  <a:lum bright="100000"/>
                  <a:extLst>
                    <a:ext uri="{96DAC541-7B7A-43D3-8B79-37D633B846F1}">
                      <asvg:svgBlip xmlns:asvg="http://schemas.microsoft.com/office/drawing/2016/SVG/main" r:embed="rId3"/>
                    </a:ext>
                  </a:extLst>
                </a:blip>
                <a:stretch>
                  <a:fillRect/>
                </a:stretch>
              </p:blipFill>
              <p:spPr>
                <a:xfrm>
                  <a:off x="2452852" y="802765"/>
                  <a:ext cx="1796857" cy="452988"/>
                </a:xfrm>
                <a:prstGeom prst="rect">
                  <a:avLst/>
                </a:prstGeom>
              </p:spPr>
            </p:pic>
          </p:grpSp>
          <p:pic>
            <p:nvPicPr>
              <p:cNvPr id="7" name="Picture 10">
                <a:extLst>
                  <a:ext uri="{FF2B5EF4-FFF2-40B4-BE49-F238E27FC236}">
                    <a16:creationId xmlns:a16="http://schemas.microsoft.com/office/drawing/2014/main" id="{6065BA05-3789-112E-27CB-10D06F7D33FE}"/>
                  </a:ext>
                </a:extLst>
              </p:cNvPr>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8626176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5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9" y="719178"/>
            <a:ext cx="10966448" cy="49045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35" b="1" kern="1200" dirty="0">
                <a:solidFill>
                  <a:schemeClr val="tx2"/>
                </a:solidFill>
                <a:latin typeface="Arial" pitchFamily="34" charset="0"/>
                <a:ea typeface="+mj-ea"/>
                <a:cs typeface="Arial" pitchFamily="34" charset="0"/>
              </a:defRPr>
            </a:lvl1pPr>
          </a:lstStyle>
          <a:p>
            <a:pPr lvl="0" algn="l" defTabSz="866716" rtl="0" eaLnBrk="1" fontAlgn="base" latinLnBrk="0" hangingPunct="1">
              <a:spcBef>
                <a:spcPct val="0"/>
              </a:spcBef>
              <a:spcAft>
                <a:spcPct val="0"/>
              </a:spcAft>
              <a:buNone/>
            </a:pPr>
            <a:r>
              <a:rPr lang="en-US"/>
              <a:t>Click to edit Master title style</a:t>
            </a:r>
          </a:p>
        </p:txBody>
      </p:sp>
      <p:sp>
        <p:nvSpPr>
          <p:cNvPr id="3" name="Text Placeholder 4"/>
          <p:cNvSpPr>
            <a:spLocks noGrp="1"/>
          </p:cNvSpPr>
          <p:nvPr>
            <p:ph type="body" sz="quarter" idx="10" hasCustomPrompt="1"/>
          </p:nvPr>
        </p:nvSpPr>
        <p:spPr bwMode="gray">
          <a:xfrm>
            <a:off x="641350" y="1971693"/>
            <a:ext cx="10966452" cy="1430520"/>
          </a:xfrm>
        </p:spPr>
        <p:txBody>
          <a:bodyPr wrap="square">
            <a:spAutoFit/>
          </a:bodyPr>
          <a:lstStyle>
            <a:lvl1pPr algn="l" rtl="0" eaLnBrk="1" latinLnBrk="0" hangingPunct="1">
              <a:spcBef>
                <a:spcPts val="0"/>
              </a:spcBef>
              <a:spcAft>
                <a:spcPts val="0"/>
              </a:spcAft>
              <a:buClr>
                <a:schemeClr val="bg2"/>
              </a:buClr>
              <a:buSzPct val="120000"/>
              <a:defRPr lang="en-US" sz="1771"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771"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771"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771"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771" b="0" kern="1200" baseline="0" dirty="0" smtClean="0">
                <a:solidFill>
                  <a:schemeClr val="tx1"/>
                </a:solidFill>
                <a:latin typeface="Arial" pitchFamily="34" charset="0"/>
                <a:ea typeface="+mn-ea"/>
                <a:cs typeface="Arial" pitchFamily="34" charset="0"/>
              </a:defRPr>
            </a:lvl5pPr>
            <a:lvl6pPr marL="1360253" indent="-270857">
              <a:spcBef>
                <a:spcPts val="0"/>
              </a:spcBef>
              <a:spcAft>
                <a:spcPts val="0"/>
              </a:spcAft>
              <a:buClr>
                <a:schemeClr val="tx2"/>
              </a:buClr>
              <a:buSzPct val="70000"/>
              <a:buFont typeface="Wingdings" pitchFamily="2" charset="2"/>
              <a:buChar char="§"/>
              <a:defRPr lang="en-US" sz="1771" kern="1200" dirty="0" smtClean="0">
                <a:solidFill>
                  <a:schemeClr val="tx1"/>
                </a:solidFill>
                <a:latin typeface="Arial" pitchFamily="34" charset="0"/>
                <a:ea typeface="+mn-ea"/>
                <a:cs typeface="Arial" pitchFamily="34" charset="0"/>
              </a:defRPr>
            </a:lvl6pPr>
            <a:lvl7pPr marL="1625089" indent="-258814">
              <a:spcBef>
                <a:spcPts val="0"/>
              </a:spcBef>
              <a:spcAft>
                <a:spcPts val="0"/>
              </a:spcAft>
              <a:buClr>
                <a:schemeClr val="tx2"/>
              </a:buClr>
              <a:buSzPct val="70000"/>
              <a:buFont typeface="Arial" pitchFamily="34" charset="0"/>
              <a:buChar char="–"/>
              <a:defRPr sz="1771" baseline="0">
                <a:solidFill>
                  <a:schemeClr val="tx1"/>
                </a:solidFill>
                <a:latin typeface="+mn-lt"/>
                <a:cs typeface="Arial" pitchFamily="34" charset="0"/>
              </a:defRPr>
            </a:lvl7pPr>
            <a:lvl8pPr marL="1516745" indent="-216687">
              <a:spcBef>
                <a:spcPts val="0"/>
              </a:spcBef>
              <a:spcAft>
                <a:spcPts val="0"/>
              </a:spcAft>
              <a:buSzPct val="70000"/>
              <a:defRPr sz="1771" baseline="0">
                <a:latin typeface="Arial" pitchFamily="34" charset="0"/>
                <a:cs typeface="Arial" pitchFamily="34" charset="0"/>
              </a:defRPr>
            </a:lvl8pPr>
            <a:lvl9pPr marL="1728914" indent="-212171">
              <a:spcBef>
                <a:spcPts val="0"/>
              </a:spcBef>
              <a:spcAft>
                <a:spcPts val="0"/>
              </a:spcAft>
              <a:buSzPct val="70000"/>
              <a:buFont typeface="Arial" pitchFamily="34" charset="0"/>
              <a:buChar char="–"/>
              <a:defRPr sz="1771">
                <a:latin typeface="Arial" pitchFamily="34" charset="0"/>
                <a:cs typeface="Arial" pitchFamily="34" charset="0"/>
              </a:defRPr>
            </a:lvl9pPr>
          </a:lstStyle>
          <a:p>
            <a:pPr marL="275346" lvl="0" indent="-275346" algn="l" defTabSz="866716" rtl="0" eaLnBrk="1" fontAlgn="base" latinLnBrk="0" hangingPunct="1">
              <a:spcBef>
                <a:spcPts val="0"/>
              </a:spcBef>
              <a:spcAft>
                <a:spcPct val="0"/>
              </a:spcAft>
              <a:buClr>
                <a:schemeClr val="bg2"/>
              </a:buClr>
              <a:buSzPct val="120000"/>
              <a:buFont typeface="Wingdings" pitchFamily="2" charset="2"/>
              <a:buChar char="§"/>
            </a:pPr>
            <a:r>
              <a:rPr lang="en-US"/>
              <a:t>Click to edit master text styles</a:t>
            </a:r>
          </a:p>
          <a:p>
            <a:pPr marL="541700" lvl="2" indent="-264835" algn="l" defTabSz="866716" rtl="0" eaLnBrk="1" fontAlgn="base" latinLnBrk="0" hangingPunct="1">
              <a:spcBef>
                <a:spcPts val="0"/>
              </a:spcBef>
              <a:spcAft>
                <a:spcPts val="0"/>
              </a:spcAft>
              <a:buClr>
                <a:schemeClr val="bg2"/>
              </a:buClr>
              <a:buSzPct val="90000"/>
              <a:buFont typeface="Arial" pitchFamily="34" charset="0"/>
              <a:buChar char="–"/>
            </a:pPr>
            <a:r>
              <a:rPr lang="en-US"/>
              <a:t>Second level</a:t>
            </a:r>
          </a:p>
          <a:p>
            <a:pPr marL="806521" lvl="3" indent="-264835" algn="l" defTabSz="866716" rtl="0" eaLnBrk="1" fontAlgn="base" latinLnBrk="0" hangingPunct="1">
              <a:spcBef>
                <a:spcPts val="0"/>
              </a:spcBef>
              <a:spcAft>
                <a:spcPts val="0"/>
              </a:spcAft>
              <a:buClr>
                <a:schemeClr val="bg2"/>
              </a:buClr>
              <a:buSzPct val="80000"/>
              <a:buFont typeface="Wingdings" pitchFamily="2" charset="2"/>
              <a:buChar char="§"/>
            </a:pPr>
            <a:r>
              <a:rPr lang="en-US"/>
              <a:t>Third level</a:t>
            </a:r>
          </a:p>
          <a:p>
            <a:pPr marL="1077380" lvl="4" indent="-270857" algn="l" defTabSz="884753" rtl="0" eaLnBrk="1" fontAlgn="base" latinLnBrk="0" hangingPunct="1">
              <a:spcBef>
                <a:spcPts val="0"/>
              </a:spcBef>
              <a:spcAft>
                <a:spcPts val="0"/>
              </a:spcAft>
              <a:buClr>
                <a:schemeClr val="bg2"/>
              </a:buClr>
              <a:buSzPct val="70000"/>
              <a:buFont typeface="Arial" pitchFamily="34" charset="0"/>
              <a:buChar char="–"/>
            </a:pPr>
            <a:r>
              <a:rPr lang="en-US"/>
              <a:t>Fourth level</a:t>
            </a:r>
          </a:p>
          <a:p>
            <a:pPr marL="1360253" lvl="5" indent="-270857" algn="l" defTabSz="866716" rtl="0" eaLnBrk="1" latinLnBrk="0" hangingPunct="1">
              <a:spcBef>
                <a:spcPts val="0"/>
              </a:spcBef>
              <a:spcAft>
                <a:spcPts val="0"/>
              </a:spcAft>
              <a:buClr>
                <a:schemeClr val="bg2"/>
              </a:buClr>
              <a:buSzPct val="60000"/>
              <a:buFont typeface="Wingdings" pitchFamily="2" charset="2"/>
              <a:buChar char="§"/>
            </a:pPr>
            <a:r>
              <a:rPr lang="en-US"/>
              <a:t>Fifth level</a:t>
            </a:r>
          </a:p>
        </p:txBody>
      </p:sp>
    </p:spTree>
    <p:extLst>
      <p:ext uri="{BB962C8B-B14F-4D97-AF65-F5344CB8AC3E}">
        <p14:creationId xmlns:p14="http://schemas.microsoft.com/office/powerpoint/2010/main" val="2408708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B69BF-DAC4-F9C3-6C4E-23D25741E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C56C4D-AB82-885E-3B5E-6986B1D222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057D92-DA02-2F7E-C98E-63442B321216}"/>
              </a:ext>
            </a:extLst>
          </p:cNvPr>
          <p:cNvSpPr>
            <a:spLocks noGrp="1"/>
          </p:cNvSpPr>
          <p:nvPr>
            <p:ph type="dt" sz="half" idx="10"/>
          </p:nvPr>
        </p:nvSpPr>
        <p:spPr/>
        <p:txBody>
          <a:bodyPr/>
          <a:lstStyle/>
          <a:p>
            <a:fld id="{2B7C6C7E-DE83-4A5D-A89A-AAE3BABA8DB9}" type="datetimeFigureOut">
              <a:rPr lang="en-US" smtClean="0"/>
              <a:t>9/15/2026</a:t>
            </a:fld>
            <a:endParaRPr lang="en-US"/>
          </a:p>
        </p:txBody>
      </p:sp>
      <p:sp>
        <p:nvSpPr>
          <p:cNvPr id="5" name="Footer Placeholder 4">
            <a:extLst>
              <a:ext uri="{FF2B5EF4-FFF2-40B4-BE49-F238E27FC236}">
                <a16:creationId xmlns:a16="http://schemas.microsoft.com/office/drawing/2014/main" id="{5C2FD68E-DE23-5655-1611-5FEC945E8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8137AA-A6D8-DB1E-0ED5-A1D058CAB8FE}"/>
              </a:ext>
            </a:extLst>
          </p:cNvPr>
          <p:cNvSpPr>
            <a:spLocks noGrp="1"/>
          </p:cNvSpPr>
          <p:nvPr>
            <p:ph type="sldNum" sz="quarter" idx="12"/>
          </p:nvPr>
        </p:nvSpPr>
        <p:spPr/>
        <p:txBody>
          <a:bodyPr/>
          <a:lstStyle/>
          <a:p>
            <a:fld id="{B1480826-8CCD-423C-8648-B287C6CF68EA}" type="slidenum">
              <a:rPr lang="en-US" smtClean="0"/>
              <a:t>‹#›</a:t>
            </a:fld>
            <a:endParaRPr lang="en-US"/>
          </a:p>
        </p:txBody>
      </p:sp>
    </p:spTree>
    <p:extLst>
      <p:ext uri="{BB962C8B-B14F-4D97-AF65-F5344CB8AC3E}">
        <p14:creationId xmlns:p14="http://schemas.microsoft.com/office/powerpoint/2010/main" val="11613852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D78D5-193E-4823-DE27-3C054701ED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BC375A-65D6-0A9B-E55B-32B510431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DAE5ED-E918-C9C4-304B-9EDF89395F4A}"/>
              </a:ext>
            </a:extLst>
          </p:cNvPr>
          <p:cNvSpPr>
            <a:spLocks noGrp="1"/>
          </p:cNvSpPr>
          <p:nvPr>
            <p:ph type="dt" sz="half" idx="10"/>
          </p:nvPr>
        </p:nvSpPr>
        <p:spPr/>
        <p:txBody>
          <a:bodyPr/>
          <a:lstStyle/>
          <a:p>
            <a:fld id="{1462BD75-F41F-41BC-8CA8-1BA47C27230A}" type="datetimeFigureOut">
              <a:rPr lang="en-US" smtClean="0"/>
              <a:t>9/15/2026</a:t>
            </a:fld>
            <a:endParaRPr lang="en-US"/>
          </a:p>
        </p:txBody>
      </p:sp>
      <p:sp>
        <p:nvSpPr>
          <p:cNvPr id="5" name="Footer Placeholder 4">
            <a:extLst>
              <a:ext uri="{FF2B5EF4-FFF2-40B4-BE49-F238E27FC236}">
                <a16:creationId xmlns:a16="http://schemas.microsoft.com/office/drawing/2014/main" id="{099E48AA-EEF0-17BE-3E00-8DD9C8E280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F6ECF4-F69D-1E25-3242-D1736D1E1EB8}"/>
              </a:ext>
            </a:extLst>
          </p:cNvPr>
          <p:cNvSpPr>
            <a:spLocks noGrp="1"/>
          </p:cNvSpPr>
          <p:nvPr>
            <p:ph type="sldNum" sz="quarter" idx="12"/>
          </p:nvPr>
        </p:nvSpPr>
        <p:spPr/>
        <p:txBody>
          <a:bodyPr/>
          <a:lstStyle/>
          <a:p>
            <a:fld id="{C1CC9EDD-3959-459F-B1B7-1964433934A5}" type="slidenum">
              <a:rPr lang="en-US" smtClean="0"/>
              <a:t>‹#›</a:t>
            </a:fld>
            <a:endParaRPr lang="en-US"/>
          </a:p>
        </p:txBody>
      </p:sp>
    </p:spTree>
    <p:extLst>
      <p:ext uri="{BB962C8B-B14F-4D97-AF65-F5344CB8AC3E}">
        <p14:creationId xmlns:p14="http://schemas.microsoft.com/office/powerpoint/2010/main" val="31987065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Banking">
    <p:spTree>
      <p:nvGrpSpPr>
        <p:cNvPr id="1" name=""/>
        <p:cNvGrpSpPr/>
        <p:nvPr/>
      </p:nvGrpSpPr>
      <p:grpSpPr>
        <a:xfrm>
          <a:off x="0" y="0"/>
          <a:ext cx="0" cy="0"/>
          <a:chOff x="0" y="0"/>
          <a:chExt cx="0" cy="0"/>
        </a:xfrm>
      </p:grpSpPr>
      <p:sp>
        <p:nvSpPr>
          <p:cNvPr id="5" name="Title 4"/>
          <p:cNvSpPr>
            <a:spLocks noGrp="1"/>
          </p:cNvSpPr>
          <p:nvPr>
            <p:ph type="title"/>
          </p:nvPr>
        </p:nvSpPr>
        <p:spPr>
          <a:xfrm>
            <a:off x="229661" y="174893"/>
            <a:ext cx="10378843" cy="304800"/>
          </a:xfrm>
        </p:spPr>
        <p:txBody>
          <a:bodyPr>
            <a:noAutofit/>
          </a:bodyPr>
          <a:lstStyle>
            <a:lvl1pPr>
              <a:defRPr sz="1667">
                <a:solidFill>
                  <a:schemeClr val="tx1"/>
                </a:solidFill>
              </a:defRPr>
            </a:lvl1pPr>
          </a:lstStyle>
          <a:p>
            <a:endParaRPr lang="en-US">
              <a:solidFill>
                <a:schemeClr val="tx2"/>
              </a:solidFill>
            </a:endParaRPr>
          </a:p>
        </p:txBody>
      </p:sp>
    </p:spTree>
    <p:extLst>
      <p:ext uri="{BB962C8B-B14F-4D97-AF65-F5344CB8AC3E}">
        <p14:creationId xmlns:p14="http://schemas.microsoft.com/office/powerpoint/2010/main" val="40586152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9C987D-E483-3450-9F5B-8736F6FA9ADE}"/>
              </a:ext>
            </a:extLst>
          </p:cNvPr>
          <p:cNvSpPr>
            <a:spLocks noGrp="1"/>
          </p:cNvSpPr>
          <p:nvPr>
            <p:ph type="dt" sz="half" idx="10"/>
          </p:nvPr>
        </p:nvSpPr>
        <p:spPr/>
        <p:txBody>
          <a:bodyPr/>
          <a:lstStyle/>
          <a:p>
            <a:fld id="{40FEBCC3-67E0-8E42-84A9-0E704B0CC603}" type="datetime1">
              <a:rPr lang="en-IN" smtClean="0"/>
              <a:t>15-09-2026</a:t>
            </a:fld>
            <a:endParaRPr lang="en-US"/>
          </a:p>
        </p:txBody>
      </p:sp>
      <p:sp>
        <p:nvSpPr>
          <p:cNvPr id="3" name="Footer Placeholder 2">
            <a:extLst>
              <a:ext uri="{FF2B5EF4-FFF2-40B4-BE49-F238E27FC236}">
                <a16:creationId xmlns:a16="http://schemas.microsoft.com/office/drawing/2014/main" id="{30CD1276-D69C-A4E2-C51A-BE290B7B1B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9D4DB6-AEBF-E3D5-0CB9-9D7B73CD4587}"/>
              </a:ext>
            </a:extLst>
          </p:cNvPr>
          <p:cNvSpPr>
            <a:spLocks noGrp="1"/>
          </p:cNvSpPr>
          <p:nvPr>
            <p:ph type="sldNum" sz="quarter" idx="12"/>
          </p:nvPr>
        </p:nvSpPr>
        <p:spPr/>
        <p:txBody>
          <a:bodyPr/>
          <a:lstStyle/>
          <a:p>
            <a:fld id="{92B30A74-C944-2547-A012-6FA2ADF7FD8A}" type="slidenum">
              <a:rPr lang="en-US" smtClean="0"/>
              <a:t>‹#›</a:t>
            </a:fld>
            <a:endParaRPr lang="en-US"/>
          </a:p>
        </p:txBody>
      </p:sp>
    </p:spTree>
    <p:extLst>
      <p:ext uri="{BB962C8B-B14F-4D97-AF65-F5344CB8AC3E}">
        <p14:creationId xmlns:p14="http://schemas.microsoft.com/office/powerpoint/2010/main" val="18369656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F94CA4-268C-C0BF-071C-E791CCCFEA54}"/>
              </a:ext>
            </a:extLst>
          </p:cNvPr>
          <p:cNvSpPr/>
          <p:nvPr userDrawn="1"/>
        </p:nvSpPr>
        <p:spPr>
          <a:xfrm>
            <a:off x="1" y="6570000"/>
            <a:ext cx="12191999" cy="288000"/>
          </a:xfrm>
          <a:prstGeom prst="rect">
            <a:avLst/>
          </a:prstGeom>
          <a:pattFill prst="ltHorz">
            <a:fgClr>
              <a:schemeClr val="bg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2" name="Rectangle: Rounded Corners 1">
            <a:extLst>
              <a:ext uri="{FF2B5EF4-FFF2-40B4-BE49-F238E27FC236}">
                <a16:creationId xmlns:a16="http://schemas.microsoft.com/office/drawing/2014/main" id="{31FF4F31-F26B-CA86-C3CC-8DC4EE892B52}"/>
              </a:ext>
            </a:extLst>
          </p:cNvPr>
          <p:cNvSpPr/>
          <p:nvPr userDrawn="1"/>
        </p:nvSpPr>
        <p:spPr>
          <a:xfrm>
            <a:off x="139888" y="6570000"/>
            <a:ext cx="2681708" cy="288000"/>
          </a:xfrm>
          <a:prstGeom prst="roundRect">
            <a:avLst>
              <a:gd name="adj" fmla="val 5000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Slide Number Placeholder 3">
            <a:extLst>
              <a:ext uri="{FF2B5EF4-FFF2-40B4-BE49-F238E27FC236}">
                <a16:creationId xmlns:a16="http://schemas.microsoft.com/office/drawing/2014/main" id="{FEEE3127-787F-416C-9A12-7EFB928BA76B}"/>
              </a:ext>
            </a:extLst>
          </p:cNvPr>
          <p:cNvSpPr>
            <a:spLocks noGrp="1"/>
          </p:cNvSpPr>
          <p:nvPr>
            <p:ph type="sldNum" sz="quarter" idx="13"/>
          </p:nvPr>
        </p:nvSpPr>
        <p:spPr>
          <a:xfrm>
            <a:off x="11703721" y="6599700"/>
            <a:ext cx="338383" cy="228600"/>
          </a:xfrm>
          <a:prstGeom prst="roundRect">
            <a:avLst/>
          </a:prstGeom>
          <a:solidFill>
            <a:schemeClr val="bg1"/>
          </a:solidFill>
          <a:ln>
            <a:solidFill>
              <a:schemeClr val="bg1">
                <a:lumMod val="85000"/>
              </a:schemeClr>
            </a:solidFill>
          </a:ln>
        </p:spPr>
        <p:txBody>
          <a:bodyPr lIns="0" tIns="0" rIns="0" bIns="0"/>
          <a:lstStyle>
            <a:lvl1pPr algn="ctr">
              <a:defRPr sz="900"/>
            </a:lvl1pPr>
          </a:lstStyle>
          <a:p>
            <a:fld id="{1F3466B3-2EA1-7A44-AF10-8E98D0BB0E5D}" type="slidenum">
              <a:rPr lang="en-US" smtClean="0"/>
              <a:pPr/>
              <a:t>‹#›</a:t>
            </a:fld>
            <a:endParaRPr lang="en-US" dirty="0"/>
          </a:p>
        </p:txBody>
      </p:sp>
      <p:sp>
        <p:nvSpPr>
          <p:cNvPr id="75" name="TextBox 20">
            <a:extLst>
              <a:ext uri="{FF2B5EF4-FFF2-40B4-BE49-F238E27FC236}">
                <a16:creationId xmlns:a16="http://schemas.microsoft.com/office/drawing/2014/main" id="{0EA4B2F3-3ED8-6B4D-691C-5AFF3A5EC57E}"/>
              </a:ext>
            </a:extLst>
          </p:cNvPr>
          <p:cNvSpPr txBox="1">
            <a:spLocks noChangeArrowheads="1"/>
          </p:cNvSpPr>
          <p:nvPr userDrawn="1"/>
        </p:nvSpPr>
        <p:spPr bwMode="gray">
          <a:xfrm>
            <a:off x="264864" y="6652445"/>
            <a:ext cx="2221762" cy="123111"/>
          </a:xfrm>
          <a:prstGeom prst="rect">
            <a:avLst/>
          </a:prstGeom>
          <a:solidFill>
            <a:schemeClr val="bg1"/>
          </a:solidFill>
          <a:ln w="9525">
            <a:noFill/>
            <a:miter lim="800000"/>
            <a:headEnd/>
            <a:tailEnd/>
          </a:ln>
        </p:spPr>
        <p:txBody>
          <a:bodyPr wrap="none" lIns="0" tIns="0" rIns="0" bIns="0" anchor="ctr">
            <a:spAutoFit/>
          </a:bodyPr>
          <a:lstStyle/>
          <a:p>
            <a:pPr fontAlgn="auto">
              <a:spcBef>
                <a:spcPts val="0"/>
              </a:spcBef>
              <a:spcAft>
                <a:spcPts val="0"/>
              </a:spcAft>
              <a:defRPr/>
            </a:pPr>
            <a:r>
              <a:rPr lang="en-US" sz="800" dirty="0">
                <a:solidFill>
                  <a:schemeClr val="bg1">
                    <a:lumMod val="65000"/>
                  </a:schemeClr>
                </a:solidFill>
                <a:latin typeface="Calibiri"/>
                <a:cs typeface="Arial" pitchFamily="34" charset="0"/>
              </a:rPr>
              <a:t>Copyright © 2025 Tech Mahindra. All rights reserved.</a:t>
            </a:r>
          </a:p>
        </p:txBody>
      </p:sp>
      <p:sp>
        <p:nvSpPr>
          <p:cNvPr id="70" name="Shape 85">
            <a:extLst>
              <a:ext uri="{FF2B5EF4-FFF2-40B4-BE49-F238E27FC236}">
                <a16:creationId xmlns:a16="http://schemas.microsoft.com/office/drawing/2014/main" id="{414AB91A-075C-4E3D-8F71-85EF1561E59A}"/>
              </a:ext>
            </a:extLst>
          </p:cNvPr>
          <p:cNvSpPr/>
          <p:nvPr/>
        </p:nvSpPr>
        <p:spPr>
          <a:xfrm rot="10800000" flipH="1">
            <a:off x="1495649" y="1"/>
            <a:ext cx="10287961" cy="369445"/>
          </a:xfrm>
          <a:prstGeom prst="rect">
            <a:avLst/>
          </a:prstGeom>
          <a:solidFill>
            <a:schemeClr val="bg2"/>
          </a:solidFill>
          <a:ln>
            <a:noFill/>
          </a:ln>
        </p:spPr>
        <p:txBody>
          <a:bodyPr spcFirstLastPara="1" wrap="square" lIns="91371" tIns="91371" rIns="91371" bIns="91371" anchor="ctr" anchorCtr="0">
            <a:noAutofit/>
          </a:bodyPr>
          <a:lstStyle/>
          <a:p>
            <a:endParaRPr sz="1799" dirty="0">
              <a:solidFill>
                <a:srgbClr val="FFFFFF"/>
              </a:solidFill>
              <a:ea typeface="Arvo"/>
              <a:cs typeface="Arial" panose="020B0604020202020204" pitchFamily="34" charset="0"/>
              <a:sym typeface="Arvo"/>
            </a:endParaRPr>
          </a:p>
        </p:txBody>
      </p:sp>
      <p:sp>
        <p:nvSpPr>
          <p:cNvPr id="71" name="Shape 86">
            <a:extLst>
              <a:ext uri="{FF2B5EF4-FFF2-40B4-BE49-F238E27FC236}">
                <a16:creationId xmlns:a16="http://schemas.microsoft.com/office/drawing/2014/main" id="{29A3C274-9ABA-4153-8187-A55C56E5DA68}"/>
              </a:ext>
            </a:extLst>
          </p:cNvPr>
          <p:cNvSpPr/>
          <p:nvPr/>
        </p:nvSpPr>
        <p:spPr>
          <a:xfrm rot="10800000" flipH="1">
            <a:off x="11783610" y="0"/>
            <a:ext cx="403853" cy="369445"/>
          </a:xfrm>
          <a:prstGeom prst="rtTriangle">
            <a:avLst/>
          </a:prstGeom>
          <a:solidFill>
            <a:schemeClr val="bg2"/>
          </a:solidFill>
          <a:ln>
            <a:noFill/>
          </a:ln>
        </p:spPr>
        <p:txBody>
          <a:bodyPr spcFirstLastPara="1" wrap="square" lIns="91371" tIns="91371" rIns="91371" bIns="91371" anchor="ctr" anchorCtr="0">
            <a:noAutofit/>
          </a:bodyPr>
          <a:lstStyle/>
          <a:p>
            <a:endParaRPr sz="1799" dirty="0">
              <a:solidFill>
                <a:srgbClr val="FFFFFF"/>
              </a:solidFill>
              <a:ea typeface="Arvo"/>
              <a:cs typeface="Arial" panose="020B0604020202020204" pitchFamily="34" charset="0"/>
              <a:sym typeface="Arvo"/>
            </a:endParaRPr>
          </a:p>
        </p:txBody>
      </p:sp>
      <p:sp>
        <p:nvSpPr>
          <p:cNvPr id="56" name="Shape 85">
            <a:extLst>
              <a:ext uri="{FF2B5EF4-FFF2-40B4-BE49-F238E27FC236}">
                <a16:creationId xmlns:a16="http://schemas.microsoft.com/office/drawing/2014/main" id="{102286FC-F765-4DCE-A24B-6E87C07D095D}"/>
              </a:ext>
            </a:extLst>
          </p:cNvPr>
          <p:cNvSpPr/>
          <p:nvPr userDrawn="1"/>
        </p:nvSpPr>
        <p:spPr>
          <a:xfrm rot="10800000" flipH="1">
            <a:off x="0" y="-2"/>
            <a:ext cx="11132457" cy="774698"/>
          </a:xfrm>
          <a:prstGeom prst="rect">
            <a:avLst/>
          </a:prstGeom>
          <a:solidFill>
            <a:schemeClr val="bg1">
              <a:lumMod val="95000"/>
            </a:schemeClr>
          </a:solidFill>
          <a:ln>
            <a:noFill/>
          </a:ln>
        </p:spPr>
        <p:txBody>
          <a:bodyPr spcFirstLastPara="1" wrap="square" lIns="91371" tIns="91371" rIns="91371" bIns="91371" anchor="ctr" anchorCtr="0">
            <a:noAutofit/>
          </a:bodyPr>
          <a:lstStyle/>
          <a:p>
            <a:endParaRPr sz="1799" dirty="0">
              <a:solidFill>
                <a:srgbClr val="FFFFFF"/>
              </a:solidFill>
              <a:ea typeface="Arvo"/>
              <a:cs typeface="Arial" panose="020B0604020202020204" pitchFamily="34" charset="0"/>
              <a:sym typeface="Arvo"/>
            </a:endParaRPr>
          </a:p>
        </p:txBody>
      </p:sp>
      <p:sp>
        <p:nvSpPr>
          <p:cNvPr id="72" name="Text Placeholder 23">
            <a:extLst>
              <a:ext uri="{FF2B5EF4-FFF2-40B4-BE49-F238E27FC236}">
                <a16:creationId xmlns:a16="http://schemas.microsoft.com/office/drawing/2014/main" id="{92932BD5-8870-4F15-87C1-739D337C466E}"/>
              </a:ext>
            </a:extLst>
          </p:cNvPr>
          <p:cNvSpPr>
            <a:spLocks noGrp="1"/>
          </p:cNvSpPr>
          <p:nvPr userDrawn="1">
            <p:ph type="body" sz="quarter" idx="10"/>
          </p:nvPr>
        </p:nvSpPr>
        <p:spPr>
          <a:xfrm>
            <a:off x="266700" y="34299"/>
            <a:ext cx="9857648" cy="706097"/>
          </a:xfrm>
          <a:prstGeom prst="rect">
            <a:avLst/>
          </a:prstGeom>
        </p:spPr>
        <p:txBody>
          <a:bodyPr lIns="0" tIns="0" rIns="0" bIns="0" anchor="ctr">
            <a:normAutofit/>
          </a:bodyPr>
          <a:lstStyle>
            <a:lvl1pPr marL="0" indent="0">
              <a:lnSpc>
                <a:spcPct val="100000"/>
              </a:lnSpc>
              <a:spcBef>
                <a:spcPts val="0"/>
              </a:spcBef>
              <a:buNone/>
              <a:defRPr sz="2200" b="1">
                <a:solidFill>
                  <a:schemeClr val="tx1"/>
                </a:solidFill>
                <a:latin typeface="Arial" panose="020B0604020202020204" pitchFamily="34" charset="0"/>
                <a:cs typeface="Arial" panose="020B0604020202020204" pitchFamily="34" charset="0"/>
              </a:defRPr>
            </a:lvl1pPr>
            <a:lvl2pPr marL="457200" indent="0">
              <a:buNone/>
              <a:defRPr>
                <a:solidFill>
                  <a:schemeClr val="bg1"/>
                </a:solidFill>
                <a:latin typeface="Arial" panose="020B0604020202020204" pitchFamily="34" charset="0"/>
                <a:cs typeface="Arial" panose="020B0604020202020204" pitchFamily="34" charset="0"/>
              </a:defRPr>
            </a:lvl2pPr>
            <a:lvl3pPr marL="914400" indent="0">
              <a:buNone/>
              <a:defRPr>
                <a:solidFill>
                  <a:schemeClr val="bg1"/>
                </a:solidFill>
                <a:latin typeface="Arial" panose="020B0604020202020204" pitchFamily="34" charset="0"/>
                <a:cs typeface="Arial" panose="020B0604020202020204" pitchFamily="34" charset="0"/>
              </a:defRPr>
            </a:lvl3pPr>
            <a:lvl4pPr marL="1371600" indent="0">
              <a:buNone/>
              <a:defRPr>
                <a:solidFill>
                  <a:schemeClr val="bg1"/>
                </a:solidFill>
                <a:latin typeface="Arial" panose="020B0604020202020204" pitchFamily="34" charset="0"/>
                <a:cs typeface="Arial" panose="020B0604020202020204" pitchFamily="34" charset="0"/>
              </a:defRPr>
            </a:lvl4pPr>
            <a:lvl5pPr marL="1828800" indent="0">
              <a:buNone/>
              <a:defRPr>
                <a:solidFill>
                  <a:schemeClr val="bg1"/>
                </a:solidFill>
                <a:latin typeface="Arial" panose="020B0604020202020204" pitchFamily="34" charset="0"/>
                <a:cs typeface="Arial" panose="020B0604020202020204" pitchFamily="34" charset="0"/>
              </a:defRPr>
            </a:lvl5pPr>
          </a:lstStyle>
          <a:p>
            <a:pPr lvl="0"/>
            <a:endParaRPr lang="en-US"/>
          </a:p>
        </p:txBody>
      </p:sp>
      <p:grpSp>
        <p:nvGrpSpPr>
          <p:cNvPr id="5" name="Group 4">
            <a:extLst>
              <a:ext uri="{FF2B5EF4-FFF2-40B4-BE49-F238E27FC236}">
                <a16:creationId xmlns:a16="http://schemas.microsoft.com/office/drawing/2014/main" id="{A9C36378-EE83-4D75-88C7-B47F1A42CE74}"/>
              </a:ext>
            </a:extLst>
          </p:cNvPr>
          <p:cNvGrpSpPr/>
          <p:nvPr userDrawn="1"/>
        </p:nvGrpSpPr>
        <p:grpSpPr>
          <a:xfrm>
            <a:off x="1" y="2776"/>
            <a:ext cx="199520" cy="771921"/>
            <a:chOff x="1" y="2776"/>
            <a:chExt cx="199520" cy="825899"/>
          </a:xfrm>
        </p:grpSpPr>
        <p:sp>
          <p:nvSpPr>
            <p:cNvPr id="47" name="Isosceles Triangle 46">
              <a:extLst>
                <a:ext uri="{FF2B5EF4-FFF2-40B4-BE49-F238E27FC236}">
                  <a16:creationId xmlns:a16="http://schemas.microsoft.com/office/drawing/2014/main" id="{454DBBFF-1883-46AD-8D5E-D6AF5910FE2B}"/>
                </a:ext>
              </a:extLst>
            </p:cNvPr>
            <p:cNvSpPr/>
            <p:nvPr userDrawn="1"/>
          </p:nvSpPr>
          <p:spPr>
            <a:xfrm rot="5400000">
              <a:off x="-143491" y="146268"/>
              <a:ext cx="486503" cy="199520"/>
            </a:xfrm>
            <a:prstGeom prst="triangle">
              <a:avLst/>
            </a:prstGeom>
            <a:solidFill>
              <a:srgbClr val="2D2D2D"/>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Isosceles Triangle 47">
              <a:extLst>
                <a:ext uri="{FF2B5EF4-FFF2-40B4-BE49-F238E27FC236}">
                  <a16:creationId xmlns:a16="http://schemas.microsoft.com/office/drawing/2014/main" id="{86493291-EB1C-4A94-A5D1-BD4E3D5D58E8}"/>
                </a:ext>
              </a:extLst>
            </p:cNvPr>
            <p:cNvSpPr/>
            <p:nvPr userDrawn="1"/>
          </p:nvSpPr>
          <p:spPr>
            <a:xfrm rot="5400000">
              <a:off x="-143491" y="485664"/>
              <a:ext cx="486503" cy="199520"/>
            </a:xfrm>
            <a:prstGeom prst="triangle">
              <a:avLst/>
            </a:prstGeom>
            <a:solidFill>
              <a:srgbClr val="2D2D2D"/>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Isosceles Triangle 48">
              <a:extLst>
                <a:ext uri="{FF2B5EF4-FFF2-40B4-BE49-F238E27FC236}">
                  <a16:creationId xmlns:a16="http://schemas.microsoft.com/office/drawing/2014/main" id="{C92E2C45-C9F3-4F60-991B-9D4948ED458B}"/>
                </a:ext>
              </a:extLst>
            </p:cNvPr>
            <p:cNvSpPr/>
            <p:nvPr userDrawn="1"/>
          </p:nvSpPr>
          <p:spPr>
            <a:xfrm rot="5400000">
              <a:off x="-143491" y="315966"/>
              <a:ext cx="486503" cy="199520"/>
            </a:xfrm>
            <a:prstGeom prst="triangl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3" name="Group 2">
            <a:extLst>
              <a:ext uri="{FF2B5EF4-FFF2-40B4-BE49-F238E27FC236}">
                <a16:creationId xmlns:a16="http://schemas.microsoft.com/office/drawing/2014/main" id="{17A565CA-9038-4807-8F45-C9253E6001E5}"/>
              </a:ext>
            </a:extLst>
          </p:cNvPr>
          <p:cNvGrpSpPr/>
          <p:nvPr userDrawn="1"/>
        </p:nvGrpSpPr>
        <p:grpSpPr>
          <a:xfrm>
            <a:off x="10128885" y="-3"/>
            <a:ext cx="2063118" cy="774703"/>
            <a:chOff x="10128885" y="139444"/>
            <a:chExt cx="2063118" cy="556360"/>
          </a:xfrm>
        </p:grpSpPr>
        <p:sp>
          <p:nvSpPr>
            <p:cNvPr id="66" name="Rectangle: Single Corner Snipped 65">
              <a:extLst>
                <a:ext uri="{FF2B5EF4-FFF2-40B4-BE49-F238E27FC236}">
                  <a16:creationId xmlns:a16="http://schemas.microsoft.com/office/drawing/2014/main" id="{C1822B04-491B-4D04-A707-776BDFE59116}"/>
                </a:ext>
              </a:extLst>
            </p:cNvPr>
            <p:cNvSpPr/>
            <p:nvPr userDrawn="1"/>
          </p:nvSpPr>
          <p:spPr>
            <a:xfrm rot="16200000">
              <a:off x="10882265" y="-613936"/>
              <a:ext cx="556358" cy="2063118"/>
            </a:xfrm>
            <a:prstGeom prst="snip1Rect">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lvl="0" algn="ctr"/>
              <a:endParaRPr lang="en-US" dirty="0"/>
            </a:p>
          </p:txBody>
        </p:sp>
        <p:sp>
          <p:nvSpPr>
            <p:cNvPr id="67" name="Rectangle: Single Corner Snipped 66">
              <a:extLst>
                <a:ext uri="{FF2B5EF4-FFF2-40B4-BE49-F238E27FC236}">
                  <a16:creationId xmlns:a16="http://schemas.microsoft.com/office/drawing/2014/main" id="{DAB57847-F476-4714-AC0C-16A75B17A326}"/>
                </a:ext>
              </a:extLst>
            </p:cNvPr>
            <p:cNvSpPr/>
            <p:nvPr userDrawn="1"/>
          </p:nvSpPr>
          <p:spPr>
            <a:xfrm rot="16200000">
              <a:off x="10907027" y="-589169"/>
              <a:ext cx="556360" cy="2013585"/>
            </a:xfrm>
            <a:prstGeom prst="snip1Rect">
              <a:avLst>
                <a:gd name="adj" fmla="val 20266"/>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lvl="0" algn="ctr"/>
              <a:endParaRPr lang="en-US" dirty="0"/>
            </a:p>
          </p:txBody>
        </p:sp>
      </p:grpSp>
      <p:grpSp>
        <p:nvGrpSpPr>
          <p:cNvPr id="4" name="Group 3">
            <a:extLst>
              <a:ext uri="{FF2B5EF4-FFF2-40B4-BE49-F238E27FC236}">
                <a16:creationId xmlns:a16="http://schemas.microsoft.com/office/drawing/2014/main" id="{60374272-8CBB-42DA-9E2B-696F33410E20}"/>
              </a:ext>
            </a:extLst>
          </p:cNvPr>
          <p:cNvGrpSpPr/>
          <p:nvPr userDrawn="1"/>
        </p:nvGrpSpPr>
        <p:grpSpPr>
          <a:xfrm>
            <a:off x="10335653" y="152402"/>
            <a:ext cx="1735044" cy="518245"/>
            <a:chOff x="10478819" y="6543865"/>
            <a:chExt cx="992585" cy="296478"/>
          </a:xfrm>
        </p:grpSpPr>
        <p:grpSp>
          <p:nvGrpSpPr>
            <p:cNvPr id="43" name="Group 42">
              <a:extLst>
                <a:ext uri="{FF2B5EF4-FFF2-40B4-BE49-F238E27FC236}">
                  <a16:creationId xmlns:a16="http://schemas.microsoft.com/office/drawing/2014/main" id="{72298EDE-938D-46AB-9A5E-F2D3D10DF427}"/>
                </a:ext>
              </a:extLst>
            </p:cNvPr>
            <p:cNvGrpSpPr/>
            <p:nvPr userDrawn="1"/>
          </p:nvGrpSpPr>
          <p:grpSpPr>
            <a:xfrm>
              <a:off x="10791282" y="6591997"/>
              <a:ext cx="680122" cy="182171"/>
              <a:chOff x="2322419" y="753899"/>
              <a:chExt cx="1927290" cy="516227"/>
            </a:xfrm>
          </p:grpSpPr>
          <p:cxnSp>
            <p:nvCxnSpPr>
              <p:cNvPr id="44" name="Straight Connector 43">
                <a:extLst>
                  <a:ext uri="{FF2B5EF4-FFF2-40B4-BE49-F238E27FC236}">
                    <a16:creationId xmlns:a16="http://schemas.microsoft.com/office/drawing/2014/main" id="{179F7414-EACA-4001-A9B7-903B3D23D4BC}"/>
                  </a:ext>
                </a:extLst>
              </p:cNvPr>
              <p:cNvCxnSpPr/>
              <p:nvPr/>
            </p:nvCxnSpPr>
            <p:spPr>
              <a:xfrm>
                <a:off x="2322419" y="753899"/>
                <a:ext cx="0" cy="516227"/>
              </a:xfrm>
              <a:prstGeom prst="line">
                <a:avLst/>
              </a:prstGeom>
              <a:noFill/>
              <a:ln w="6350" cap="flat" cmpd="sng" algn="ctr">
                <a:solidFill>
                  <a:schemeClr val="bg1">
                    <a:lumMod val="75000"/>
                  </a:schemeClr>
                </a:solidFill>
                <a:prstDash val="solid"/>
                <a:miter lim="800000"/>
              </a:ln>
              <a:effectLst/>
            </p:spPr>
          </p:cxnSp>
          <p:pic>
            <p:nvPicPr>
              <p:cNvPr id="65" name="Graphic 64">
                <a:extLst>
                  <a:ext uri="{FF2B5EF4-FFF2-40B4-BE49-F238E27FC236}">
                    <a16:creationId xmlns:a16="http://schemas.microsoft.com/office/drawing/2014/main" id="{E53C66BF-E5E1-4AFB-B01F-B0013113ECAC}"/>
                  </a:ext>
                </a:extLst>
              </p:cNvPr>
              <p:cNvPicPr>
                <a:picLocks noChangeAspect="1"/>
              </p:cNvPicPr>
              <p:nvPr/>
            </p:nvPicPr>
            <p:blipFill>
              <a:blip>
                <a:lum bright="100000"/>
                <a:extLst>
                  <a:ext uri="{96DAC541-7B7A-43D3-8B79-37D633B846F1}">
                    <asvg:svgBlip xmlns:asvg="http://schemas.microsoft.com/office/drawing/2016/SVG/main" r:embed="rId2"/>
                  </a:ext>
                </a:extLst>
              </a:blip>
              <a:stretch>
                <a:fillRect/>
              </a:stretch>
            </p:blipFill>
            <p:spPr>
              <a:xfrm>
                <a:off x="2452852" y="802765"/>
                <a:ext cx="1796857" cy="452988"/>
              </a:xfrm>
              <a:prstGeom prst="rect">
                <a:avLst/>
              </a:prstGeom>
            </p:spPr>
          </p:pic>
        </p:grpSp>
        <p:pic>
          <p:nvPicPr>
            <p:cNvPr id="46" name="Picture 10">
              <a:extLst>
                <a:ext uri="{FF2B5EF4-FFF2-40B4-BE49-F238E27FC236}">
                  <a16:creationId xmlns:a16="http://schemas.microsoft.com/office/drawing/2014/main" id="{8B3D19D2-B9A0-4BE7-835E-FD9EFCDD41C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78819" y="6543865"/>
              <a:ext cx="248712" cy="29647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91418697"/>
      </p:ext>
    </p:extLst>
  </p:cSld>
  <p:clrMapOvr>
    <a:masterClrMapping/>
  </p:clrMapOvr>
  <p:extLst>
    <p:ext uri="{DCECCB84-F9BA-43D5-87BE-67443E8EF086}">
      <p15:sldGuideLst xmlns:p15="http://schemas.microsoft.com/office/powerpoint/2012/main">
        <p15:guide id="1" pos="168">
          <p15:clr>
            <a:srgbClr val="FBAE40"/>
          </p15:clr>
        </p15:guide>
        <p15:guide id="2" orient="horz" pos="488">
          <p15:clr>
            <a:srgbClr val="FBAE40"/>
          </p15:clr>
        </p15:guide>
        <p15:guide id="3" orient="horz" pos="4104">
          <p15:clr>
            <a:srgbClr val="FBAE40"/>
          </p15:clr>
        </p15:guide>
        <p15:guide id="4" pos="7512">
          <p15:clr>
            <a:srgbClr val="FBAE40"/>
          </p15:clr>
        </p15:guide>
        <p15:guide id="5" orient="horz" pos="552">
          <p15:clr>
            <a:srgbClr val="FBAE40"/>
          </p15:clr>
        </p15:guide>
      </p15:sldGuideLst>
    </p:ext>
  </p:extLst>
</p:sldLayout>
</file>

<file path=ppt/slideMasters/_rels/slideMaster1.xml.rels><?xml version='1.0' encoding='utf-8'?>
<ns0:Relationships xmlns:ns0="http://schemas.openxmlformats.org/package/2006/relationships"><ns0:Relationship Id="rId8" Type="http://schemas.openxmlformats.org/officeDocument/2006/relationships/slideLayout" Target="../slideLayouts/slideLayout8.xml" /><ns0:Relationship Id="rId13" Type="http://schemas.openxmlformats.org/officeDocument/2006/relationships/slideLayout" Target="../slideLayouts/slideLayout13.xml" /><ns0:Relationship Id="rId18" Type="http://schemas.openxmlformats.org/officeDocument/2006/relationships/slideLayout" Target="../slideLayouts/slideLayout18.xml" /><ns0:Relationship Id="rId3" Type="http://schemas.openxmlformats.org/officeDocument/2006/relationships/slideLayout" Target="../slideLayouts/slideLayout3.xml" /><ns0:Relationship Id="rId21" Type="http://schemas.openxmlformats.org/officeDocument/2006/relationships/slideLayout" Target="../slideLayouts/slideLayout21.xml" /><ns0:Relationship Id="rId7" Type="http://schemas.openxmlformats.org/officeDocument/2006/relationships/slideLayout" Target="../slideLayouts/slideLayout7.xml" /><ns0:Relationship Id="rId12" Type="http://schemas.openxmlformats.org/officeDocument/2006/relationships/slideLayout" Target="../slideLayouts/slideLayout12.xml" /><ns0:Relationship Id="rId17" Type="http://schemas.openxmlformats.org/officeDocument/2006/relationships/slideLayout" Target="../slideLayouts/slideLayout17.xml" /><ns0:Relationship Id="rId2" Type="http://schemas.openxmlformats.org/officeDocument/2006/relationships/slideLayout" Target="../slideLayouts/slideLayout2.xml" /><ns0:Relationship Id="rId16" Type="http://schemas.openxmlformats.org/officeDocument/2006/relationships/slideLayout" Target="../slideLayouts/slideLayout16.xml" /><ns0:Relationship Id="rId20" Type="http://schemas.openxmlformats.org/officeDocument/2006/relationships/slideLayout" Target="../slideLayouts/slideLayout20.xml" /><ns0:Relationship Id="rId1" Type="http://schemas.openxmlformats.org/officeDocument/2006/relationships/slideLayout" Target="../slideLayouts/slideLayout1.xml" /><ns0:Relationship Id="rId6" Type="http://schemas.openxmlformats.org/officeDocument/2006/relationships/slideLayout" Target="../slideLayouts/slideLayout6.xml" /><ns0:Relationship Id="rId11" Type="http://schemas.openxmlformats.org/officeDocument/2006/relationships/slideLayout" Target="../slideLayouts/slideLayout11.xml" /><ns0:Relationship Id="rId24" Type="http://schemas.openxmlformats.org/officeDocument/2006/relationships/theme" Target="../theme/theme1.xml" /><ns0:Relationship Id="rId5" Type="http://schemas.openxmlformats.org/officeDocument/2006/relationships/slideLayout" Target="../slideLayouts/slideLayout5.xml" /><ns0:Relationship Id="rId15" Type="http://schemas.openxmlformats.org/officeDocument/2006/relationships/slideLayout" Target="../slideLayouts/slideLayout15.xml" /><ns0:Relationship Id="rId23" Type="http://schemas.openxmlformats.org/officeDocument/2006/relationships/slideLayout" Target="../slideLayouts/slideLayout23.xml" /><ns0:Relationship Id="rId10" Type="http://schemas.openxmlformats.org/officeDocument/2006/relationships/slideLayout" Target="../slideLayouts/slideLayout10.xml" /><ns0:Relationship Id="rId19" Type="http://schemas.openxmlformats.org/officeDocument/2006/relationships/slideLayout" Target="../slideLayouts/slideLayout19.xml" /><ns0:Relationship Id="rId4" Type="http://schemas.openxmlformats.org/officeDocument/2006/relationships/slideLayout" Target="../slideLayouts/slideLayout4.xml" /><ns0:Relationship Id="rId9" Type="http://schemas.openxmlformats.org/officeDocument/2006/relationships/slideLayout" Target="../slideLayouts/slideLayout9.xml" /><ns0:Relationship Id="rId14" Type="http://schemas.openxmlformats.org/officeDocument/2006/relationships/slideLayout" Target="../slideLayouts/slideLayout14.xml" /><ns0:Relationship Id="rId22" Type="http://schemas.openxmlformats.org/officeDocument/2006/relationships/slideLayout" Target="../slideLayouts/slideLayout22.xml" /></ns0: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E51AF79-3446-6A34-9A74-EA45CF237A1E}"/>
              </a:ext>
            </a:extLst>
          </p:cNvPr>
          <p:cNvSpPr txBox="1">
            <a:spLocks/>
          </p:cNvSpPr>
          <p:nvPr userDrawn="1"/>
        </p:nvSpPr>
        <p:spPr bwMode="gray">
          <a:xfrm>
            <a:off x="11800425" y="6690964"/>
            <a:ext cx="245808" cy="123111"/>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algn="ctr"/>
            <a:fld id="{DB3C19A5-5762-4FDF-BDD2-FC981F590250}" type="slidenum">
              <a:rPr lang="en-US" smtClean="0">
                <a:solidFill>
                  <a:schemeClr val="tx1"/>
                </a:solidFill>
                <a:latin typeface="Calibri" panose="020F0502020204030204" pitchFamily="34" charset="0"/>
                <a:ea typeface="Calibri" panose="020F0502020204030204" pitchFamily="34" charset="0"/>
                <a:cs typeface="Calibri" panose="020F0502020204030204" pitchFamily="34" charset="0"/>
              </a:rPr>
              <a:t>‹#›</a:t>
            </a:fld>
            <a:endParaRPr lang="en-US">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 Box 16">
            <a:extLst>
              <a:ext uri="{FF2B5EF4-FFF2-40B4-BE49-F238E27FC236}">
                <a16:creationId xmlns:a16="http://schemas.microsoft.com/office/drawing/2014/main" id="{BB7DBD21-6D1C-EB11-2139-379C04265F43}"/>
              </a:ext>
            </a:extLst>
          </p:cNvPr>
          <p:cNvSpPr txBox="1">
            <a:spLocks noChangeArrowheads="1"/>
          </p:cNvSpPr>
          <p:nvPr userDrawn="1"/>
        </p:nvSpPr>
        <p:spPr bwMode="gray">
          <a:xfrm>
            <a:off x="185723" y="6645721"/>
            <a:ext cx="4091930" cy="123111"/>
          </a:xfrm>
          <a:prstGeom prst="rect">
            <a:avLst/>
          </a:prstGeom>
          <a:noFill/>
          <a:ln w="9525">
            <a:noFill/>
            <a:miter lim="800000"/>
            <a:headEnd/>
            <a:tailEnd/>
          </a:ln>
          <a:effectLst/>
        </p:spPr>
        <p:txBody>
          <a:bodyPr wrap="square" lIns="0" tIns="0" rIns="0" bIns="0">
            <a:spAutoFit/>
          </a:bodyPr>
          <a:lstStyle/>
          <a:p>
            <a:pPr marL="0" algn="l" defTabSz="914400" rtl="0" eaLnBrk="1" fontAlgn="auto" latinLnBrk="0" hangingPunct="1">
              <a:spcBef>
                <a:spcPts val="0"/>
              </a:spcBef>
              <a:spcAft>
                <a:spcPts val="0"/>
              </a:spcAft>
              <a:defRPr/>
            </a:pPr>
            <a:r>
              <a:rPr lang="en-US" sz="800" kern="120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Copyright © 2025 Tech Mahindra. All rights reserved.</a:t>
            </a:r>
          </a:p>
        </p:txBody>
      </p:sp>
    </p:spTree>
    <p:extLst>
      <p:ext uri="{BB962C8B-B14F-4D97-AF65-F5344CB8AC3E}">
        <p14:creationId xmlns:p14="http://schemas.microsoft.com/office/powerpoint/2010/main" val="3988357275"/>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6" r:id="rId3"/>
    <p:sldLayoutId id="2147483684" r:id="rId4"/>
    <p:sldLayoutId id="2147483689" r:id="rId5"/>
    <p:sldLayoutId id="2147483685" r:id="rId6"/>
    <p:sldLayoutId id="2147483680" r:id="rId7"/>
    <p:sldLayoutId id="2147483667" r:id="rId8"/>
    <p:sldLayoutId id="2147483692" r:id="rId9"/>
    <p:sldLayoutId id="2147483746" r:id="rId10"/>
    <p:sldLayoutId id="2147483747" r:id="rId11"/>
    <p:sldLayoutId id="2147483748" r:id="rId12"/>
    <p:sldLayoutId id="2147483697" r:id="rId13"/>
    <p:sldLayoutId id="2147483698" r:id="rId14"/>
    <p:sldLayoutId id="2147483699" r:id="rId15"/>
    <p:sldLayoutId id="2147483700" r:id="rId16"/>
    <p:sldLayoutId id="2147483701" r:id="rId17"/>
    <p:sldLayoutId id="2147483745" r:id="rId18"/>
    <p:sldLayoutId id="2147483749" r:id="rId19"/>
    <p:sldLayoutId id="2147483711" r:id="rId20"/>
    <p:sldLayoutId id="2147483752" r:id="rId21"/>
    <p:sldLayoutId id="2147483754" r:id="rId22"/>
    <p:sldLayoutId id="2147483755" r:id="rId23"/>
  </p:sldLayoutIdLst>
  <p:transition>
    <p:fade thruBlk="1"/>
  </p:transition>
  <p:hf hdr="0" dt="0"/>
  <p:txStyles>
    <p:titleStyle>
      <a:lvl1pPr algn="l" rtl="0" eaLnBrk="1" fontAlgn="base" hangingPunct="1">
        <a:spcBef>
          <a:spcPct val="0"/>
        </a:spcBef>
        <a:spcAft>
          <a:spcPct val="0"/>
        </a:spcAft>
        <a:defRPr lang="en-US" sz="3128"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128" b="1">
          <a:solidFill>
            <a:schemeClr val="tx2"/>
          </a:solidFill>
          <a:latin typeface="Arial" charset="0"/>
          <a:cs typeface="Arial" charset="0"/>
        </a:defRPr>
      </a:lvl2pPr>
      <a:lvl3pPr algn="l" rtl="0" eaLnBrk="1" fontAlgn="base" hangingPunct="1">
        <a:spcBef>
          <a:spcPct val="0"/>
        </a:spcBef>
        <a:spcAft>
          <a:spcPct val="0"/>
        </a:spcAft>
        <a:defRPr sz="3128" b="1">
          <a:solidFill>
            <a:schemeClr val="tx2"/>
          </a:solidFill>
          <a:latin typeface="Arial" charset="0"/>
          <a:cs typeface="Arial" charset="0"/>
        </a:defRPr>
      </a:lvl3pPr>
      <a:lvl4pPr algn="l" rtl="0" eaLnBrk="1" fontAlgn="base" hangingPunct="1">
        <a:spcBef>
          <a:spcPct val="0"/>
        </a:spcBef>
        <a:spcAft>
          <a:spcPct val="0"/>
        </a:spcAft>
        <a:defRPr sz="3128" b="1">
          <a:solidFill>
            <a:schemeClr val="tx2"/>
          </a:solidFill>
          <a:latin typeface="Arial" charset="0"/>
          <a:cs typeface="Arial" charset="0"/>
        </a:defRPr>
      </a:lvl4pPr>
      <a:lvl5pPr algn="l" rtl="0" eaLnBrk="1" fontAlgn="base" hangingPunct="1">
        <a:spcBef>
          <a:spcPct val="0"/>
        </a:spcBef>
        <a:spcAft>
          <a:spcPct val="0"/>
        </a:spcAft>
        <a:defRPr sz="3128" b="1">
          <a:solidFill>
            <a:schemeClr val="tx2"/>
          </a:solidFill>
          <a:latin typeface="Arial" charset="0"/>
          <a:cs typeface="Arial" charset="0"/>
        </a:defRPr>
      </a:lvl5pPr>
      <a:lvl6pPr marL="446879" algn="l" rtl="0" eaLnBrk="1" fontAlgn="base" hangingPunct="1">
        <a:spcBef>
          <a:spcPct val="0"/>
        </a:spcBef>
        <a:spcAft>
          <a:spcPct val="0"/>
        </a:spcAft>
        <a:defRPr sz="3128" b="1">
          <a:solidFill>
            <a:schemeClr val="tx2"/>
          </a:solidFill>
          <a:latin typeface="Arial" charset="0"/>
          <a:cs typeface="Arial" charset="0"/>
        </a:defRPr>
      </a:lvl6pPr>
      <a:lvl7pPr marL="893756" algn="l" rtl="0" eaLnBrk="1" fontAlgn="base" hangingPunct="1">
        <a:spcBef>
          <a:spcPct val="0"/>
        </a:spcBef>
        <a:spcAft>
          <a:spcPct val="0"/>
        </a:spcAft>
        <a:defRPr sz="3128" b="1">
          <a:solidFill>
            <a:schemeClr val="tx2"/>
          </a:solidFill>
          <a:latin typeface="Arial" charset="0"/>
          <a:cs typeface="Arial" charset="0"/>
        </a:defRPr>
      </a:lvl7pPr>
      <a:lvl8pPr marL="1340634" algn="l" rtl="0" eaLnBrk="1" fontAlgn="base" hangingPunct="1">
        <a:spcBef>
          <a:spcPct val="0"/>
        </a:spcBef>
        <a:spcAft>
          <a:spcPct val="0"/>
        </a:spcAft>
        <a:defRPr sz="3128" b="1">
          <a:solidFill>
            <a:schemeClr val="tx2"/>
          </a:solidFill>
          <a:latin typeface="Arial" charset="0"/>
          <a:cs typeface="Arial" charset="0"/>
        </a:defRPr>
      </a:lvl8pPr>
      <a:lvl9pPr marL="1787513" algn="l" rtl="0" eaLnBrk="1" fontAlgn="base" hangingPunct="1">
        <a:spcBef>
          <a:spcPct val="0"/>
        </a:spcBef>
        <a:spcAft>
          <a:spcPct val="0"/>
        </a:spcAft>
        <a:defRPr sz="3128" b="1">
          <a:solidFill>
            <a:schemeClr val="tx2"/>
          </a:solidFill>
          <a:latin typeface="Arial" charset="0"/>
          <a:cs typeface="Arial" charset="0"/>
        </a:defRPr>
      </a:lvl9pPr>
    </p:titleStyle>
    <p:bodyStyle>
      <a:lvl1pPr marL="283955" indent="-283955"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279299" indent="-279299"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58598" indent="-273093"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831690" indent="-273093"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110990" indent="-279299" algn="l" defTabSz="912377"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340634" indent="-235853" algn="l" defTabSz="893756" rtl="0" eaLnBrk="1" latinLnBrk="0" hangingPunct="1">
        <a:spcBef>
          <a:spcPct val="20000"/>
        </a:spcBef>
        <a:buClr>
          <a:schemeClr val="bg2"/>
        </a:buClr>
        <a:buSzPct val="60000"/>
        <a:buFont typeface="Wingdings" pitchFamily="2" charset="2"/>
        <a:buChar char="§"/>
        <a:defRPr sz="1956" kern="1200">
          <a:solidFill>
            <a:schemeClr val="tx1"/>
          </a:solidFill>
          <a:latin typeface="Arial" pitchFamily="34" charset="0"/>
          <a:ea typeface="+mn-ea"/>
          <a:cs typeface="+mn-cs"/>
        </a:defRPr>
      </a:lvl6pPr>
      <a:lvl7pPr marL="2904708" indent="-223439" algn="l" defTabSz="893756" rtl="0" eaLnBrk="1" latinLnBrk="0" hangingPunct="1">
        <a:spcBef>
          <a:spcPct val="20000"/>
        </a:spcBef>
        <a:buFont typeface="Arial" pitchFamily="34" charset="0"/>
        <a:buChar char="•"/>
        <a:defRPr sz="1956" kern="1200">
          <a:solidFill>
            <a:schemeClr val="tx1"/>
          </a:solidFill>
          <a:latin typeface="+mn-lt"/>
          <a:ea typeface="+mn-ea"/>
          <a:cs typeface="+mn-cs"/>
        </a:defRPr>
      </a:lvl7pPr>
      <a:lvl8pPr marL="3351587" indent="-223439" algn="l" defTabSz="893756" rtl="0" eaLnBrk="1" latinLnBrk="0" hangingPunct="1">
        <a:spcBef>
          <a:spcPct val="20000"/>
        </a:spcBef>
        <a:buFont typeface="Arial" pitchFamily="34" charset="0"/>
        <a:buChar char="•"/>
        <a:defRPr sz="1956" kern="1200">
          <a:solidFill>
            <a:schemeClr val="tx1"/>
          </a:solidFill>
          <a:latin typeface="+mn-lt"/>
          <a:ea typeface="+mn-ea"/>
          <a:cs typeface="+mn-cs"/>
        </a:defRPr>
      </a:lvl8pPr>
      <a:lvl9pPr marL="3798465" indent="-223439" algn="l" defTabSz="893756" rtl="0" eaLnBrk="1" latinLnBrk="0" hangingPunct="1">
        <a:spcBef>
          <a:spcPct val="20000"/>
        </a:spcBef>
        <a:buFont typeface="Arial" pitchFamily="34" charset="0"/>
        <a:buChar char="•"/>
        <a:defRPr sz="1956" kern="1200">
          <a:solidFill>
            <a:schemeClr val="tx1"/>
          </a:solidFill>
          <a:latin typeface="+mn-lt"/>
          <a:ea typeface="+mn-ea"/>
          <a:cs typeface="+mn-cs"/>
        </a:defRPr>
      </a:lvl9pPr>
    </p:bodyStyle>
    <p:otherStyle>
      <a:defPPr>
        <a:defRPr lang="en-US"/>
      </a:defPPr>
      <a:lvl1pPr marL="0" algn="l" defTabSz="893756" rtl="0" eaLnBrk="1" latinLnBrk="0" hangingPunct="1">
        <a:defRPr sz="1760" kern="1200">
          <a:solidFill>
            <a:schemeClr val="tx1"/>
          </a:solidFill>
          <a:latin typeface="+mn-lt"/>
          <a:ea typeface="+mn-ea"/>
          <a:cs typeface="+mn-cs"/>
        </a:defRPr>
      </a:lvl1pPr>
      <a:lvl2pPr marL="446879" algn="l" defTabSz="893756" rtl="0" eaLnBrk="1" latinLnBrk="0" hangingPunct="1">
        <a:defRPr sz="1760" kern="1200">
          <a:solidFill>
            <a:schemeClr val="tx1"/>
          </a:solidFill>
          <a:latin typeface="+mn-lt"/>
          <a:ea typeface="+mn-ea"/>
          <a:cs typeface="+mn-cs"/>
        </a:defRPr>
      </a:lvl2pPr>
      <a:lvl3pPr marL="893756" algn="l" defTabSz="893756" rtl="0" eaLnBrk="1" latinLnBrk="0" hangingPunct="1">
        <a:defRPr sz="1760" kern="1200">
          <a:solidFill>
            <a:schemeClr val="tx1"/>
          </a:solidFill>
          <a:latin typeface="+mn-lt"/>
          <a:ea typeface="+mn-ea"/>
          <a:cs typeface="+mn-cs"/>
        </a:defRPr>
      </a:lvl3pPr>
      <a:lvl4pPr marL="1340634" algn="l" defTabSz="893756" rtl="0" eaLnBrk="1" latinLnBrk="0" hangingPunct="1">
        <a:defRPr sz="1760" kern="1200">
          <a:solidFill>
            <a:schemeClr val="tx1"/>
          </a:solidFill>
          <a:latin typeface="+mn-lt"/>
          <a:ea typeface="+mn-ea"/>
          <a:cs typeface="+mn-cs"/>
        </a:defRPr>
      </a:lvl4pPr>
      <a:lvl5pPr marL="1787513" algn="l" defTabSz="893756" rtl="0" eaLnBrk="1" latinLnBrk="0" hangingPunct="1">
        <a:defRPr sz="1760" kern="1200">
          <a:solidFill>
            <a:schemeClr val="tx1"/>
          </a:solidFill>
          <a:latin typeface="+mn-lt"/>
          <a:ea typeface="+mn-ea"/>
          <a:cs typeface="+mn-cs"/>
        </a:defRPr>
      </a:lvl5pPr>
      <a:lvl6pPr marL="2234391" algn="l" defTabSz="893756" rtl="0" eaLnBrk="1" latinLnBrk="0" hangingPunct="1">
        <a:defRPr sz="1760" kern="1200">
          <a:solidFill>
            <a:schemeClr val="tx1"/>
          </a:solidFill>
          <a:latin typeface="+mn-lt"/>
          <a:ea typeface="+mn-ea"/>
          <a:cs typeface="+mn-cs"/>
        </a:defRPr>
      </a:lvl6pPr>
      <a:lvl7pPr marL="2681269" algn="l" defTabSz="893756" rtl="0" eaLnBrk="1" latinLnBrk="0" hangingPunct="1">
        <a:defRPr sz="1760" kern="1200">
          <a:solidFill>
            <a:schemeClr val="tx1"/>
          </a:solidFill>
          <a:latin typeface="+mn-lt"/>
          <a:ea typeface="+mn-ea"/>
          <a:cs typeface="+mn-cs"/>
        </a:defRPr>
      </a:lvl7pPr>
      <a:lvl8pPr marL="3128148" algn="l" defTabSz="893756" rtl="0" eaLnBrk="1" latinLnBrk="0" hangingPunct="1">
        <a:defRPr sz="1760" kern="1200">
          <a:solidFill>
            <a:schemeClr val="tx1"/>
          </a:solidFill>
          <a:latin typeface="+mn-lt"/>
          <a:ea typeface="+mn-ea"/>
          <a:cs typeface="+mn-cs"/>
        </a:defRPr>
      </a:lvl8pPr>
      <a:lvl9pPr marL="3575025" algn="l" defTabSz="893756" rtl="0" eaLnBrk="1" latinLnBrk="0" hangingPunct="1">
        <a:defRPr sz="1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3" pos="7559">
          <p15:clr>
            <a:srgbClr val="F26B43"/>
          </p15:clr>
        </p15:guide>
        <p15:guide id="4" pos="98">
          <p15:clr>
            <a:srgbClr val="F26B43"/>
          </p15:clr>
        </p15:guide>
        <p15:guide id="5" orient="horz" pos="4104">
          <p15:clr>
            <a:srgbClr val="F26B43"/>
          </p15:clr>
        </p15:guide>
        <p15:guide id="7" orient="horz" pos="527">
          <p15:clr>
            <a:srgbClr val="F26B43"/>
          </p15:clr>
        </p15:guide>
        <p15:guide id="8" orient="horz" pos="663">
          <p15:clr>
            <a:srgbClr val="F26B43"/>
          </p15:clr>
        </p15:guide>
      </p15:sldGuideLst>
    </p:ext>
  </p:extLst>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s>
</file>

<file path=ppt/slides/_rels/slide2.xml.rels><?xml version='1.0' encoding='utf-8'?>
<ns0:Relationships xmlns:ns0="http://schemas.openxmlformats.org/package/2006/relationships"><ns0:Relationship Id="rId2" Type="http://schemas.openxmlformats.org/officeDocument/2006/relationships/notesSlide" Target="../notesSlides/notesSlide1.xml" /><ns0:Relationship Id="rId1" Type="http://schemas.openxmlformats.org/officeDocument/2006/relationships/slideLayout" Target="../slideLayouts/slideLayout6.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4.xml" /></ns0: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chOff x="0" y="0"/>
          <ns1:chExt cx="0" cy="0"/>
        </ns1:xfrm>
      </ns0:grpSpPr>
      <ns0:sp>
        <ns0:nvSpPr>
          <ns0:cNvPr id="2" name="Title 1">
            <ns1:extLst>
              <ns1:ext uri="{FF2B5EF4-FFF2-40B4-BE49-F238E27FC236}">
                <ns2:creationId id="{04EAE305-A888-AFA5-BA39-56DDFBC53292}"/>
              </ns1:ext>
            </ns1:extLst>
          </ns0:cNvPr>
          <ns0:cNvSpPr>
            <ns1:spLocks noGrp="1"/>
          </ns0:cNvSpPr>
          <ns0:nvPr>
            <ns0:ph type="title"/>
          </ns0:nvPr>
        </ns0:nvSpPr>
        <ns0:spPr>
          <ns1:xfrm>
            <ns1:off x="160020" y="2845753"/>
          </ns1:xfrm>
        </ns0:spPr>
        <ns0:txBody>
          <ns1:bodyPr/>
          <ns1:lstStyle/>
          <ns1:p>
            <ns1:r>
              <ns1:rPr lang="en-US" dirty="0"/>
              <ns1:t>TITLE</ns1:t>
            </ns1:r>
          </ns1:p>
        </ns0:txBody>
      </ns0:sp>
      <ns0:sp>
        <ns0:nvSpPr>
          <ns0:cNvPr id="3" name="Text Placeholder 2">
            <ns1:extLst>
              <ns1:ext uri="{FF2B5EF4-FFF2-40B4-BE49-F238E27FC236}">
                <ns2:creationId id="{7B42C055-4413-D108-15EE-3805C567E216}"/>
              </ns1:ext>
            </ns1:extLst>
          </ns0:cNvPr>
          <ns0:cNvSpPr>
            <ns1:spLocks noGrp="1"/>
          </ns0:cNvSpPr>
          <ns0:nvPr>
            <ns0:ph type="body" sz="quarter" idx="10"/>
          </ns0:nvPr>
        </ns0:nvSpPr>
        <ns0:spPr/>
        <ns0:txBody>
          <ns1:bodyPr/>
          <ns1:lstStyle/>
          <ns1:p>
            <ns1:r>
              <ns1:rPr lang="en-US" dirty="0"/>
              <ns1:t>15JAN2025</ns1:t>
            </ns1:r>
          </ns1:p>
        </ns0:txBody>
      </ns0:sp>
    </ns0:spTree>
    <ns0:extLst>
      <ns0:ext uri="{BB962C8B-B14F-4D97-AF65-F5344CB8AC3E}">
        <ns3:creationId val="1044464075"/>
      </ns0:ext>
    </ns0:extLst>
  </ns0:cSld>
  <ns0:clrMapOvr>
    <ns1:masterClrMapping/>
  </ns0:clrMapOvr>
  <ns0:transition>
    <ns0:fade thruBlk="1"/>
  </ns0:transition>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2F5ED457-E35C-E58E-BE99-6ADEF2CE8DA7}"/>
            </ns1:ext>
          </ns1:extLst>
        </ns0:cNvPr>
        <ns0:cNvGrpSpPr/>
        <ns0:nvPr/>
      </ns0:nvGrpSpPr>
      <ns0:grpSpPr>
        <ns1:xfrm>
          <ns1:off x="0" y="0"/>
          <ns1:chOff x="0" y="0"/>
          <ns1:chExt cx="0" cy="0"/>
        </ns1:xfrm>
      </ns0:grpSpPr>
      <ns0:sp>
        <ns0:nvSpPr>
          <ns0:cNvPr id="10" name="Text Placeholder 9">
            <ns1:extLst>
              <ns1:ext uri="{FF2B5EF4-FFF2-40B4-BE49-F238E27FC236}">
                <ns2:creationId id="{C99DFACA-916C-5E1A-02BD-F337247CB57D}"/>
              </ns1:ext>
            </ns1:extLst>
          </ns0:cNvPr>
          <ns0:cNvSpPr>
            <ns1:spLocks noGrp="1"/>
          </ns0:cNvSpPr>
          <ns0:nvPr>
            <ns0:ph type="body" sz="quarter" idx="12"/>
          </ns0:nvPr>
        </ns0:nvSpPr>
        <ns0:spPr>
          <ns1:xfrm>
            <ns1:off x="287605" y="157415"/>
          </ns1:xfrm>
        </ns0:spPr>
        <ns0:txBody>
          <ns1:bodyPr/>
          <ns1:lstStyle/>
          <ns1:p>
            <ns1:endParaRPr lang="en-US" dirty="0">
              <ns1:solidFill>
                <ns1:srgbClr val="C00000"/>
              </ns1:solidFill>
            </ns1:endParaRPr>
          </ns1:p>
        </ns0:txBody>
      </ns0:sp>
    </ns0:spTree>
    <ns0:extLst>
      <ns0:ext uri="{BB962C8B-B14F-4D97-AF65-F5344CB8AC3E}">
        <ns3:creationId val="2682406383"/>
      </ns0:ext>
    </ns0:extLst>
  </ns0:cSld>
  <ns0:clrMapOvr>
    <ns1:masterClrMapping/>
  </ns0:clrMapOvr>
  <ns0:transition>
    <ns0:fade/>
  </ns0:transition>
</ns0:sld>
</file>

<file path=ppt/slides/slide3.xml><?xml version="1.0" encoding="utf-8"?>
<ns0:sld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chOff x="0" y="0"/>
          <ns1:chExt cx="0" cy="0"/>
        </ns1:xfrm>
      </ns0:grpSpPr>
    </ns0:spTree>
    <ns0:extLst>
      <ns0:ext uri="{BB962C8B-B14F-4D97-AF65-F5344CB8AC3E}">
        <ns2:creationId val="3475948911"/>
      </ns0:ext>
    </ns0:extLst>
  </ns0:cSld>
  <ns0:clrMapOvr>
    <ns1:masterClrMapping/>
  </ns0:clrMapOvr>
  <ns0:transition>
    <ns0:fade thruBlk="1"/>
  </ns0:transition>
</ns0:sld>
</file>

<file path=ppt/theme/theme1.xml><?xml version="1.0" encoding="utf-8"?>
<a:theme xmlns:a="http://schemas.openxmlformats.org/drawingml/2006/main" name="5_TechM">
  <a:themeElements>
    <a:clrScheme name="Custom 41">
      <a:dk1>
        <a:sysClr val="windowText" lastClr="000000"/>
      </a:dk1>
      <a:lt1>
        <a:sysClr val="window" lastClr="FFFFFF"/>
      </a:lt1>
      <a:dk2>
        <a:srgbClr val="44546A"/>
      </a:dk2>
      <a:lt2>
        <a:srgbClr val="E7E6E6"/>
      </a:lt2>
      <a:accent1>
        <a:srgbClr val="FFC400"/>
      </a:accent1>
      <a:accent2>
        <a:srgbClr val="4B271D"/>
      </a:accent2>
      <a:accent3>
        <a:srgbClr val="FFD548"/>
      </a:accent3>
      <a:accent4>
        <a:srgbClr val="FFCC29"/>
      </a:accent4>
      <a:accent5>
        <a:srgbClr val="5E3024"/>
      </a:accent5>
      <a:accent6>
        <a:srgbClr val="FFD548"/>
      </a:accent6>
      <a:hlink>
        <a:srgbClr val="FFCC29"/>
      </a:hlink>
      <a:folHlink>
        <a:srgbClr val="5E302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no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ns0:Relationships xmlns:ns0="http://schemas.openxmlformats.org/package/2006/relationships"><ns0:Relationship Id="rId1" Type="http://schemas.openxmlformats.org/officeDocument/2006/relationships/customXmlProps" Target="itemProps1.xml" /></ns0:Relationships>
</file>

<file path=customXml/_rels/item2.xml.rels><?xml version='1.0' encoding='utf-8'?>
<ns0:Relationships xmlns:ns0="http://schemas.openxmlformats.org/package/2006/relationships"><ns0:Relationship Id="rId1" Type="http://schemas.openxmlformats.org/officeDocument/2006/relationships/customXmlProps" Target="itemProps2.xml" /></ns0:Relationships>
</file>

<file path=customXml/_rels/item3.xml.rels><?xml version='1.0' encoding='utf-8'?>
<ns0:Relationships xmlns:ns0="http://schemas.openxmlformats.org/package/2006/relationships"><ns0:Relationship Id="rId1" Type="http://schemas.openxmlformats.org/officeDocument/2006/relationships/customXmlProps" Target="itemProps3.xml" /></ns0: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9080AC9E9F014DAAD88068B6FD8798" ma:contentTypeVersion="22" ma:contentTypeDescription="Create a new document." ma:contentTypeScope="" ma:versionID="8b23924e8131c59e3294aa5822a6b19a">
  <xsd:schema xmlns:xsd="http://www.w3.org/2001/XMLSchema" xmlns:xs="http://www.w3.org/2001/XMLSchema" xmlns:p="http://schemas.microsoft.com/office/2006/metadata/properties" xmlns:ns1="http://schemas.microsoft.com/sharepoint/v3" xmlns:ns2="dd280ddf-368e-49ca-af8a-9d1712dff3c8" xmlns:ns3="cd8dc061-7250-439d-b791-2b72ac790bda" targetNamespace="http://schemas.microsoft.com/office/2006/metadata/properties" ma:root="true" ma:fieldsID="9c1b4b31a81ae6d96703b7842edb45f4" ns1:_="" ns2:_="" ns3:_="">
    <xsd:import namespace="http://schemas.microsoft.com/sharepoint/v3"/>
    <xsd:import namespace="dd280ddf-368e-49ca-af8a-9d1712dff3c8"/>
    <xsd:import namespace="cd8dc061-7250-439d-b791-2b72ac790b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ObjectDetectorVersions" minOccurs="0"/>
                <xsd:element ref="ns2:MediaServiceSearchProperties" minOccurs="0"/>
                <xsd:element ref="ns2:MediaServiceBillingMetadata" minOccurs="0"/>
                <xsd:element ref="ns2:Modified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80ddf-368e-49ca-af8a-9d1712dff3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90c6b26-a452-4077-be57-cedd6bb1e34b" ma:termSetId="09814cd3-568e-fe90-9814-8d621ff8fb84" ma:anchorId="fba54fb3-c3e1-fe81-a776-ca4b69148c4d" ma:open="true" ma:isKeyword="false">
      <xsd:complexType>
        <xsd:sequence>
          <xsd:element ref="pc:Terms" minOccurs="0" maxOccurs="1"/>
        </xsd:sequence>
      </xsd:complexType>
    </xsd:element>
    <xsd:element name="MediaServiceOCR" ma:index="25" nillable="true" ma:displayName="Extracted Text" ma:internalName="MediaServiceOCR" ma:readOnly="true">
      <xsd:simpleType>
        <xsd:restriction base="dms:Note">
          <xsd:maxLength value="255"/>
        </xsd:restrictio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element name="Modified0" ma:index="29" nillable="true" ma:displayName="Modified " ma:format="DateOnly" ma:internalName="Modified0">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cd8dc061-7250-439d-b791-2b72ac790bd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474ab8de-2693-4477-a116-2551f3b78924}" ma:internalName="TaxCatchAll" ma:showField="CatchAllData" ma:web="cd8dc061-7250-439d-b791-2b72ac790b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dd280ddf-368e-49ca-af8a-9d1712dff3c8">
      <Terms xmlns="http://schemas.microsoft.com/office/infopath/2007/PartnerControls"/>
    </lcf76f155ced4ddcb4097134ff3c332f>
    <TaxCatchAll xmlns="cd8dc061-7250-439d-b791-2b72ac790bda" xsi:nil="true"/>
    <_ip_UnifiedCompliancePolicyProperties xmlns="http://schemas.microsoft.com/sharepoint/v3" xsi:nil="true"/>
    <Modified0 xmlns="dd280ddf-368e-49ca-af8a-9d1712dff3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0D460A-4187-4700-8BB4-31EC6BA0D9AF}">
  <ds:schemaRefs>
    <ds:schemaRef ds:uri="cd8dc061-7250-439d-b791-2b72ac790bda"/>
    <ds:schemaRef ds:uri="dd280ddf-368e-49ca-af8a-9d1712dff3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A7BCAD-B78B-4AC6-A830-D3FD8DACC8B6}">
  <ds:schemaRefs>
    <ds:schemaRef ds:uri="http://schemas.microsoft.com/office/2006/documentManagement/types"/>
    <ds:schemaRef ds:uri="http://purl.org/dc/dcmitype/"/>
    <ds:schemaRef ds:uri="cd8dc061-7250-439d-b791-2b72ac790bda"/>
    <ds:schemaRef ds:uri="http://schemas.microsoft.com/sharepoint/v3"/>
    <ds:schemaRef ds:uri="http://schemas.microsoft.com/office/2006/metadata/properties"/>
    <ds:schemaRef ds:uri="http://purl.org/dc/terms/"/>
    <ds:schemaRef ds:uri="http://purl.org/dc/elements/1.1/"/>
    <ds:schemaRef ds:uri="http://schemas.microsoft.com/office/infopath/2007/PartnerControls"/>
    <ds:schemaRef ds:uri="http://www.w3.org/XML/1998/namespace"/>
    <ds:schemaRef ds:uri="http://schemas.openxmlformats.org/package/2006/metadata/core-properties"/>
    <ds:schemaRef ds:uri="dd280ddf-368e-49ca-af8a-9d1712dff3c8"/>
  </ds:schemaRefs>
</ds:datastoreItem>
</file>

<file path=customXml/itemProps3.xml><?xml version="1.0" encoding="utf-8"?>
<ds:datastoreItem xmlns:ds="http://schemas.openxmlformats.org/officeDocument/2006/customXml" ds:itemID="{A4A524DD-0442-42F1-90D7-CB6529C78C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5628</TotalTime>
  <Words>3</Words>
  <Application>Microsoft Office PowerPoint</Application>
  <PresentationFormat>Widescreen</PresentationFormat>
  <Paragraphs>3</Paragraphs>
  <Slides>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vt:i4>
      </vt:variant>
    </vt:vector>
  </HeadingPairs>
  <TitlesOfParts>
    <vt:vector size="12" baseType="lpstr">
      <vt:lpstr>微软雅黑</vt:lpstr>
      <vt:lpstr>Aptos</vt:lpstr>
      <vt:lpstr>Arial</vt:lpstr>
      <vt:lpstr>Arvo</vt:lpstr>
      <vt:lpstr>Calibiri</vt:lpstr>
      <vt:lpstr>Calibri</vt:lpstr>
      <vt:lpstr>Poppins</vt:lpstr>
      <vt:lpstr>Wingdings</vt:lpstr>
      <vt:lpstr>5_TechM</vt:lpstr>
      <vt:lpstr>TITLE</vt:lpstr>
      <vt:lpstr>PowerPoint Presentation</vt:lpstr>
      <vt:lpstr>PowerPoint Presentation</vt:lpstr>
    </vt:vector>
  </TitlesOfParts>
  <Company>Tech Mahindra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TechM Data &amp; Analytics</dc:title>
  <dc:creator>Indhu Mathi Lakshmi</dc:creator>
  <cp:lastModifiedBy>Yuvanesh _</cp:lastModifiedBy>
  <cp:revision>72</cp:revision>
  <dcterms:created xsi:type="dcterms:W3CDTF">2024-06-26T23:00:13Z</dcterms:created>
  <dcterms:modified xsi:type="dcterms:W3CDTF">2026-09-15T15:57:28Z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ab519c6-9f13-416b-ad6c-a79673c31c3f_Enabled">
    <vt:lpwstr>true</vt:lpwstr>
  </property>
  <property fmtid="{D5CDD505-2E9C-101B-9397-08002B2CF9AE}" pid="3" name="MSIP_Label_1ab519c6-9f13-416b-ad6c-a79673c31c3f_SetDate">
    <vt:lpwstr>2024-06-26T23:15:15Z</vt:lpwstr>
  </property>
  <property fmtid="{D5CDD505-2E9C-101B-9397-08002B2CF9AE}" pid="4" name="MSIP_Label_1ab519c6-9f13-416b-ad6c-a79673c31c3f_Method">
    <vt:lpwstr>Privileged</vt:lpwstr>
  </property>
  <property fmtid="{D5CDD505-2E9C-101B-9397-08002B2CF9AE}" pid="5" name="MSIP_Label_1ab519c6-9f13-416b-ad6c-a79673c31c3f_Name">
    <vt:lpwstr>Company Confidential External Use</vt:lpwstr>
  </property>
  <property fmtid="{D5CDD505-2E9C-101B-9397-08002B2CF9AE}" pid="6" name="MSIP_Label_1ab519c6-9f13-416b-ad6c-a79673c31c3f_SiteId">
    <vt:lpwstr>edf442f5-b994-4c86-a131-b42b03a16c95</vt:lpwstr>
  </property>
  <property fmtid="{D5CDD505-2E9C-101B-9397-08002B2CF9AE}" pid="7" name="MSIP_Label_1ab519c6-9f13-416b-ad6c-a79673c31c3f_ActionId">
    <vt:lpwstr>951694c3-5097-4939-acba-59ceaa06d09b</vt:lpwstr>
  </property>
  <property fmtid="{D5CDD505-2E9C-101B-9397-08002B2CF9AE}" pid="8" name="MSIP_Label_1ab519c6-9f13-416b-ad6c-a79673c31c3f_ContentBits">
    <vt:lpwstr>0</vt:lpwstr>
  </property>
  <property fmtid="{D5CDD505-2E9C-101B-9397-08002B2CF9AE}" pid="9" name="ContentTypeId">
    <vt:lpwstr>0x0101001C9080AC9E9F014DAAD88068B6FD8798</vt:lpwstr>
  </property>
  <property fmtid="{D5CDD505-2E9C-101B-9397-08002B2CF9AE}" pid="10" name="MediaServiceImageTags">
    <vt:lpwstr/>
  </property>
  <property fmtid="{D5CDD505-2E9C-101B-9397-08002B2CF9AE}" pid="11" name="MSIP_Label_becd8ab5-5795-469a-8c51-9f21ba29bce6_Enabled">
    <vt:lpwstr>true</vt:lpwstr>
  </property>
  <property fmtid="{D5CDD505-2E9C-101B-9397-08002B2CF9AE}" pid="12" name="MSIP_Label_becd8ab5-5795-469a-8c51-9f21ba29bce6_SetDate">
    <vt:lpwstr>2025-09-05T02:13:27Z</vt:lpwstr>
  </property>
  <property fmtid="{D5CDD505-2E9C-101B-9397-08002B2CF9AE}" pid="13" name="MSIP_Label_becd8ab5-5795-469a-8c51-9f21ba29bce6_Method">
    <vt:lpwstr>Standard</vt:lpwstr>
  </property>
  <property fmtid="{D5CDD505-2E9C-101B-9397-08002B2CF9AE}" pid="14" name="MSIP_Label_becd8ab5-5795-469a-8c51-9f21ba29bce6_Name">
    <vt:lpwstr>GENERAL</vt:lpwstr>
  </property>
  <property fmtid="{D5CDD505-2E9C-101B-9397-08002B2CF9AE}" pid="15" name="MSIP_Label_becd8ab5-5795-469a-8c51-9f21ba29bce6_SiteId">
    <vt:lpwstr>e7520e4d-d5a0-488d-9e9f-949faae7dce8</vt:lpwstr>
  </property>
  <property fmtid="{D5CDD505-2E9C-101B-9397-08002B2CF9AE}" pid="16" name="MSIP_Label_becd8ab5-5795-469a-8c51-9f21ba29bce6_ActionId">
    <vt:lpwstr>5e834f3a-d069-4c02-841f-9f91e9678f55</vt:lpwstr>
  </property>
  <property fmtid="{D5CDD505-2E9C-101B-9397-08002B2CF9AE}" pid="17" name="MSIP_Label_becd8ab5-5795-469a-8c51-9f21ba29bce6_ContentBits">
    <vt:lpwstr>0</vt:lpwstr>
  </property>
  <property fmtid="{D5CDD505-2E9C-101B-9397-08002B2CF9AE}" pid="18" name="MSIP_Label_becd8ab5-5795-469a-8c51-9f21ba29bce6_Tag">
    <vt:lpwstr>10, 3, 0, 1</vt:lpwstr>
  </property>
</Properties>
</file>