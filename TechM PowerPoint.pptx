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6"/>
    <p:sldMasterId id="2147483716" r:id="rId7"/>
  </p:sldMasterIdLst>
  <p:notesMasterIdLst>
    <p:notesMasterId r:id="rId43"/>
  </p:notesMasterIdLst>
  <p:handoutMasterIdLst>
    <p:handoutMasterId r:id="rId44"/>
  </p:handoutMasterIdLst>
  <p:sldIdLst>
    <p:sldId id="298" r:id="rId8"/>
    <p:sldId id="328" r:id="rId9"/>
    <p:sldId id="260" r:id="rId10"/>
    <p:sldId id="330" r:id="rId11"/>
    <p:sldId id="326" r:id="rId12"/>
    <p:sldId id="331" r:id="rId13"/>
    <p:sldId id="2147483645" r:id="rId14"/>
    <p:sldId id="2147483646" r:id="rId15"/>
    <p:sldId id="264" r:id="rId16"/>
    <p:sldId id="2147483647" r:id="rId17"/>
    <p:sldId id="266" r:id="rId18"/>
    <p:sldId id="256" r:id="rId19"/>
    <p:sldId id="267" r:id="rId20"/>
    <p:sldId id="257" r:id="rId21"/>
    <p:sldId id="282" r:id="rId22"/>
    <p:sldId id="273" r:id="rId23"/>
    <p:sldId id="283" r:id="rId24"/>
    <p:sldId id="263" r:id="rId25"/>
    <p:sldId id="265" r:id="rId26"/>
    <p:sldId id="284" r:id="rId27"/>
    <p:sldId id="285" r:id="rId28"/>
    <p:sldId id="280" r:id="rId29"/>
    <p:sldId id="276" r:id="rId30"/>
    <p:sldId id="277" r:id="rId31"/>
    <p:sldId id="278" r:id="rId32"/>
    <p:sldId id="279" r:id="rId33"/>
    <p:sldId id="287" r:id="rId34"/>
    <p:sldId id="259" r:id="rId35"/>
    <p:sldId id="261" r:id="rId36"/>
    <p:sldId id="271" r:id="rId37"/>
    <p:sldId id="272" r:id="rId38"/>
    <p:sldId id="288" r:id="rId39"/>
    <p:sldId id="289" r:id="rId40"/>
    <p:sldId id="258" r:id="rId41"/>
    <p:sldId id="29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PT Template and Guidelines" id="{E0E38493-6CFF-4705-884D-D97ABC120016}">
          <p14:sldIdLst>
            <p14:sldId id="298"/>
          </p14:sldIdLst>
        </p14:section>
        <p14:section name="Guidelines" id="{2930943F-A8DA-45D2-8667-D24462B3D5A3}">
          <p14:sldIdLst>
            <p14:sldId id="328"/>
            <p14:sldId id="260"/>
            <p14:sldId id="330"/>
            <p14:sldId id="326"/>
          </p14:sldIdLst>
        </p14:section>
        <p14:section name="Slide templates" id="{96A9875F-1AE8-40BB-A4DF-FEC829E4418B}">
          <p14:sldIdLst/>
        </p14:section>
        <p14:section name="Cover slides" id="{A3E543A4-B72F-40F3-B5A7-B5939FED2ED2}">
          <p14:sldIdLst>
            <p14:sldId id="331"/>
            <p14:sldId id="2147483645"/>
            <p14:sldId id="2147483646"/>
          </p14:sldIdLst>
        </p14:section>
        <p14:section name="Agenda" id="{35BD6F39-0D68-4D7F-B4D2-063478CEF75A}">
          <p14:sldIdLst>
            <p14:sldId id="264"/>
            <p14:sldId id="2147483647"/>
          </p14:sldIdLst>
        </p14:section>
        <p14:section name="Section dividers" id="{4636154A-9269-4516-9957-53059EE4D58E}">
          <p14:sldIdLst>
            <p14:sldId id="266"/>
            <p14:sldId id="256"/>
            <p14:sldId id="267"/>
          </p14:sldIdLst>
        </p14:section>
        <p14:section name="Text" id="{EBA251E0-9F1A-4798-8D51-646EFC317C67}">
          <p14:sldIdLst>
            <p14:sldId id="257"/>
            <p14:sldId id="282"/>
            <p14:sldId id="273"/>
            <p14:sldId id="283"/>
            <p14:sldId id="263"/>
            <p14:sldId id="265"/>
            <p14:sldId id="284"/>
          </p14:sldIdLst>
        </p14:section>
        <p14:section name="Text and Images" id="{5D2D5E85-3A05-48FB-AB12-2B50452A4147}">
          <p14:sldIdLst>
            <p14:sldId id="285"/>
            <p14:sldId id="280"/>
            <p14:sldId id="276"/>
            <p14:sldId id="277"/>
            <p14:sldId id="278"/>
            <p14:sldId id="279"/>
            <p14:sldId id="287"/>
          </p14:sldIdLst>
        </p14:section>
        <p14:section name=" Charts and Tables" id="{C34CA932-EC4C-4739-B1E0-88F2A4A5CA53}">
          <p14:sldIdLst>
            <p14:sldId id="259"/>
            <p14:sldId id="261"/>
            <p14:sldId id="271"/>
            <p14:sldId id="272"/>
            <p14:sldId id="288"/>
            <p14:sldId id="289"/>
          </p14:sldIdLst>
        </p14:section>
        <p14:section name="Awards" id="{AB2A4CF2-001F-413F-BD76-F5C08E279FA8}">
          <p14:sldIdLst>
            <p14:sldId id="258"/>
          </p14:sldIdLst>
        </p14:section>
        <p14:section name="Closing" id="{71209920-22B4-4D25-B186-D652C27B7073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3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DFD3"/>
    <a:srgbClr val="5F0229"/>
    <a:srgbClr val="E9EFF2"/>
    <a:srgbClr val="000000"/>
    <a:srgbClr val="E31837"/>
    <a:srgbClr val="E31937"/>
    <a:srgbClr val="0A0838"/>
    <a:srgbClr val="4D4D4F"/>
    <a:srgbClr val="29251D"/>
    <a:srgbClr val="E5D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73" autoAdjust="0"/>
  </p:normalViewPr>
  <p:slideViewPr>
    <p:cSldViewPr snapToGrid="0" showGuides="1">
      <p:cViewPr varScale="1">
        <p:scale>
          <a:sx n="69" d="100"/>
          <a:sy n="69" d="100"/>
        </p:scale>
        <p:origin x="564" y="52"/>
      </p:cViewPr>
      <p:guideLst>
        <p:guide orient="horz" pos="2160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1" d="100"/>
          <a:sy n="61" d="100"/>
        </p:scale>
        <p:origin x="3182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197-5341-B54F-A4271655A9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197-5341-B54F-A4271655A99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197-5341-B54F-A4271655A99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197-5341-B54F-A4271655A999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6C-47E0-AF98-9C224EEBA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5F0229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F022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37-48B5-ACEB-7951067185CD}"/>
              </c:ext>
            </c:extLst>
          </c:dPt>
          <c:dPt>
            <c:idx val="1"/>
            <c:invertIfNegative val="0"/>
            <c:bubble3D val="0"/>
            <c:spPr>
              <a:solidFill>
                <a:srgbClr val="5F022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037-48B5-ACEB-7951067185CD}"/>
              </c:ext>
            </c:extLst>
          </c:dPt>
          <c:dPt>
            <c:idx val="2"/>
            <c:invertIfNegative val="0"/>
            <c:bubble3D val="0"/>
            <c:spPr>
              <a:solidFill>
                <a:srgbClr val="5F022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037-48B5-ACEB-7951067185CD}"/>
              </c:ext>
            </c:extLst>
          </c:dPt>
          <c:dPt>
            <c:idx val="3"/>
            <c:invertIfNegative val="0"/>
            <c:bubble3D val="0"/>
            <c:spPr>
              <a:solidFill>
                <a:srgbClr val="5F022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037-48B5-ACEB-7951067185CD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6C-47E0-AF98-9C224EEBA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73831375"/>
        <c:axId val="2073828015"/>
      </c:barChart>
      <c:catAx>
        <c:axId val="207383137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3828015"/>
        <c:crosses val="autoZero"/>
        <c:auto val="1"/>
        <c:lblAlgn val="ctr"/>
        <c:lblOffset val="100"/>
        <c:noMultiLvlLbl val="0"/>
      </c:catAx>
      <c:valAx>
        <c:axId val="2073828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3831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5DEBFA-494F-7DCE-59CC-001E91EE87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51E09-BA2D-2F09-1ACD-8A39883456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F359C-7D55-4F0E-88FE-DC10618EAC59}" type="datetimeFigureOut">
              <a:rPr lang="en-GB" smtClean="0"/>
              <a:t>10/09/2026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BAC18-DC56-B76A-6526-8AC2B0397D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AF5DF-4EA2-7404-D693-3C331CDFD3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82E79-8C49-4590-8BF7-21B83F7B2AD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64319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EB00C-B069-466D-9EF6-2FD0BFA89CA9}" type="datetimeFigureOut">
              <a:rPr lang="en-GB" smtClean="0"/>
              <a:t>10/09/2026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CADA9-FFBB-428F-956A-735236660A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6281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CADA9-FFBB-428F-956A-735236660A14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792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CADA9-FFBB-428F-956A-735236660A14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269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emf"/><Relationship Id="rId4" Type="http://schemas.openxmlformats.org/officeDocument/2006/relationships/image" Target="../media/image13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[2]">
    <p:bg>
      <p:bgPr>
        <a:solidFill>
          <a:srgbClr val="5F0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FC31A65-C39A-1D55-6CCB-120CAAD34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874" y="1257905"/>
            <a:ext cx="7920000" cy="2710779"/>
          </a:xfrm>
        </p:spPr>
        <p:txBody>
          <a:bodyPr anchor="ctr" anchorCtr="0"/>
          <a:lstStyle>
            <a:lvl1pPr algn="l">
              <a:lnSpc>
                <a:spcPct val="90000"/>
              </a:lnSpc>
              <a:defRPr sz="6400">
                <a:solidFill>
                  <a:srgbClr val="E6DFDD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C6998EB-9F2C-8FBF-B3B9-172E2A99D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114" y="4281714"/>
            <a:ext cx="6300000" cy="725715"/>
          </a:xfrm>
        </p:spPr>
        <p:txBody>
          <a:bodyPr/>
          <a:lstStyle>
            <a:lvl1pPr marL="0" indent="0" algn="l">
              <a:buNone/>
              <a:defRPr sz="2000">
                <a:solidFill>
                  <a:srgbClr val="E6DFD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AFB8A22-83A9-A102-FE91-289D6A6FC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0685" y="5984745"/>
            <a:ext cx="1997754" cy="479461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AFE61580-F5F5-6C8D-7047-BE8EF7654D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6966" y="726437"/>
            <a:ext cx="2160000" cy="329447"/>
          </a:xfrm>
          <a:ln>
            <a:noFill/>
          </a:ln>
        </p:spPr>
        <p:txBody>
          <a:bodyPr/>
          <a:lstStyle>
            <a:lvl1pPr marL="0" indent="0" algn="r">
              <a:buNone/>
              <a:defRPr sz="1300">
                <a:solidFill>
                  <a:srgbClr val="E6DFD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00–MMM–25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1CC560-A749-67A9-DC27-8FE79E61A738}"/>
              </a:ext>
            </a:extLst>
          </p:cNvPr>
          <p:cNvSpPr/>
          <p:nvPr userDrawn="1"/>
        </p:nvSpPr>
        <p:spPr>
          <a:xfrm>
            <a:off x="11145520" y="98302"/>
            <a:ext cx="955040" cy="492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405CF0F0-D234-FFF7-4997-B10467B742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22854" y="0"/>
            <a:ext cx="4869144" cy="5832826"/>
          </a:xfrm>
          <a:prstGeom prst="rect">
            <a:avLst/>
          </a:prstGeom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E6CAB8C1-0630-FBF3-6D26-A706F6BE66A9}"/>
              </a:ext>
            </a:extLst>
          </p:cNvPr>
          <p:cNvSpPr/>
          <p:nvPr userDrawn="1"/>
        </p:nvSpPr>
        <p:spPr>
          <a:xfrm flipH="1">
            <a:off x="7322855" y="3418232"/>
            <a:ext cx="4869144" cy="3447618"/>
          </a:xfrm>
          <a:custGeom>
            <a:avLst/>
            <a:gdLst>
              <a:gd name="connsiteX0" fmla="*/ 0 w 4869144"/>
              <a:gd name="connsiteY0" fmla="*/ 0 h 3447618"/>
              <a:gd name="connsiteX1" fmla="*/ 0 w 4869144"/>
              <a:gd name="connsiteY1" fmla="*/ 3447618 h 3447618"/>
              <a:gd name="connsiteX2" fmla="*/ 4869144 w 4869144"/>
              <a:gd name="connsiteY2" fmla="*/ 3447618 h 3447618"/>
              <a:gd name="connsiteX3" fmla="*/ 4869144 w 4869144"/>
              <a:gd name="connsiteY3" fmla="*/ 1745738 h 3447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69144" h="3447618">
                <a:moveTo>
                  <a:pt x="0" y="0"/>
                </a:moveTo>
                <a:lnTo>
                  <a:pt x="0" y="3447618"/>
                </a:lnTo>
                <a:lnTo>
                  <a:pt x="4869144" y="3447618"/>
                </a:lnTo>
                <a:lnTo>
                  <a:pt x="4869144" y="174573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A4D1EB77-5D91-381B-3583-C499AEDFB01F}"/>
              </a:ext>
            </a:extLst>
          </p:cNvPr>
          <p:cNvSpPr/>
          <p:nvPr userDrawn="1"/>
        </p:nvSpPr>
        <p:spPr>
          <a:xfrm flipH="1">
            <a:off x="2543551" y="5155496"/>
            <a:ext cx="4783735" cy="1715116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18BDD5D8-C7A3-52F1-F7C9-8CEF49E395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12374" y="4893308"/>
            <a:ext cx="2002754" cy="64841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E3929B8-EE30-5FD0-5031-8B731F0890ED}"/>
              </a:ext>
            </a:extLst>
          </p:cNvPr>
          <p:cNvSpPr/>
          <p:nvPr userDrawn="1"/>
        </p:nvSpPr>
        <p:spPr>
          <a:xfrm>
            <a:off x="0" y="0"/>
            <a:ext cx="7322853" cy="6858000"/>
          </a:xfrm>
          <a:prstGeom prst="rect">
            <a:avLst/>
          </a:prstGeom>
          <a:blipFill dpi="0" rotWithShape="1">
            <a:blip>
              <a:alphaModFix amt="44021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62F2733-3E83-072F-BDF7-140035CFAE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2113" y="6104970"/>
            <a:ext cx="1080976" cy="213279"/>
          </a:xfrm>
        </p:spPr>
        <p:txBody>
          <a:bodyPr lIns="0" tIns="0">
            <a:noAutofit/>
          </a:bodyPr>
          <a:lstStyle>
            <a:lvl1pPr marL="0" indent="0">
              <a:buNone/>
              <a:defRPr sz="11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00–MMM–25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7F6D097-26C1-94BE-23AD-4F74BFD641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2113" y="5050155"/>
            <a:ext cx="5873750" cy="213279"/>
          </a:xfrm>
        </p:spPr>
        <p:txBody>
          <a:bodyPr/>
          <a:lstStyle>
            <a:lvl1pPr marL="0" indent="0">
              <a:buNone/>
              <a:defRPr lang="en-US" sz="11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GB" dirty="0"/>
              <a:t>Designation goes here</a:t>
            </a:r>
            <a:endParaRPr lang="en-US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198E428-8462-FE76-85BB-ED972AF5D5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113" y="4745355"/>
            <a:ext cx="5873750" cy="213279"/>
          </a:xfrm>
        </p:spPr>
        <p:txBody>
          <a:bodyPr/>
          <a:lstStyle>
            <a:lvl1pPr marL="0" indent="0">
              <a:buNone/>
              <a:defRPr lang="en-GB" sz="14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GB" dirty="0"/>
              <a:t>Presenter name goes here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A8E806-F57A-3ECA-E9DE-DEA8F5B058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4874" y="964004"/>
            <a:ext cx="6297240" cy="2710779"/>
          </a:xfrm>
        </p:spPr>
        <p:txBody>
          <a:bodyPr anchor="ctr" anchorCtr="0"/>
          <a:lstStyle>
            <a:lvl1pPr algn="l">
              <a:lnSpc>
                <a:spcPct val="90000"/>
              </a:lnSpc>
              <a:defRPr sz="6000">
                <a:solidFill>
                  <a:srgbClr val="E31837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BAC561A-AB1E-EA73-BB28-2FE43892B8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2114" y="3987814"/>
            <a:ext cx="6300000" cy="666020"/>
          </a:xfrm>
        </p:spPr>
        <p:txBody>
          <a:bodyPr/>
          <a:lstStyle>
            <a:lvl1pPr marL="0" indent="0" algn="l">
              <a:buNone/>
              <a:defRPr sz="2000">
                <a:solidFill>
                  <a:srgbClr val="29251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 head goes here</a:t>
            </a:r>
          </a:p>
        </p:txBody>
      </p:sp>
    </p:spTree>
    <p:extLst>
      <p:ext uri="{BB962C8B-B14F-4D97-AF65-F5344CB8AC3E}">
        <p14:creationId xmlns:p14="http://schemas.microsoft.com/office/powerpoint/2010/main" val="240554886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attern of triangles and triangles&#10;&#10;AI-generated content may be incorrect.">
            <a:extLst>
              <a:ext uri="{FF2B5EF4-FFF2-40B4-BE49-F238E27FC236}">
                <a16:creationId xmlns:a16="http://schemas.microsoft.com/office/drawing/2014/main" id="{91570A4E-3481-5B78-6AE5-19321A05D2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220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70A72D-5275-1546-FE23-2839F5C03C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113" y="750471"/>
            <a:ext cx="9144000" cy="2387600"/>
          </a:xfrm>
        </p:spPr>
        <p:txBody>
          <a:bodyPr wrap="square" lIns="0" tIns="0" bIns="0" anchor="b"/>
          <a:lstStyle>
            <a:lvl1pPr algn="l">
              <a:defRPr sz="6000" b="0" i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017ED-4530-F39B-76C5-700DDAC748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2113" y="3376085"/>
            <a:ext cx="9144000" cy="664535"/>
          </a:xfrm>
        </p:spPr>
        <p:txBody>
          <a:bodyPr lIns="0" tIns="0"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 head goes here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0DCC9D-B1FA-D621-3D7F-1434607DA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113" y="4402497"/>
            <a:ext cx="9144000" cy="213279"/>
          </a:xfrm>
        </p:spPr>
        <p:txBody>
          <a:bodyPr lIns="0" tIns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Presenter Name goes here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34AF20-75C9-7A7C-39AE-6580D7D689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87547" y="643831"/>
            <a:ext cx="1080976" cy="213279"/>
          </a:xfrm>
        </p:spPr>
        <p:txBody>
          <a:bodyPr lIns="0" tIns="0"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00–MMM–25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F06C5F8-94C0-17C0-1D53-DC2F64B36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113" y="4707297"/>
            <a:ext cx="9144000" cy="213279"/>
          </a:xfrm>
        </p:spPr>
        <p:txBody>
          <a:bodyPr lIns="0" tIns="0"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Designation goes here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4B9EAFA-9CC0-368B-D1EB-0BEA0A2537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6645" y="5931143"/>
            <a:ext cx="2002754" cy="64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1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2]">
    <p:bg>
      <p:bgPr>
        <a:solidFill>
          <a:srgbClr val="FFB3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3926E95-0E16-C153-928A-5CE5881736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</a:blip>
          <a:srcRect l="12919" t="11199" r="19714" b="3853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1B07DC-68D5-8538-F431-4D66D1C01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874" y="1257905"/>
            <a:ext cx="7920000" cy="2710779"/>
          </a:xfrm>
        </p:spPr>
        <p:txBody>
          <a:bodyPr anchor="ctr" anchorCtr="0"/>
          <a:lstStyle>
            <a:lvl1pPr algn="l">
              <a:lnSpc>
                <a:spcPct val="9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5B35B-478E-994C-9596-2944D0528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114" y="4281714"/>
            <a:ext cx="6300000" cy="725715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3C85C-C2C1-71C7-D63F-B093232D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B90B7-D350-0BEA-24BE-704F4F0FB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8300" y="928458"/>
            <a:ext cx="2160000" cy="329447"/>
          </a:xfrm>
        </p:spPr>
        <p:txBody>
          <a:bodyPr/>
          <a:lstStyle>
            <a:lvl1pPr marL="0" indent="0" algn="r">
              <a:buNone/>
              <a:defRPr sz="130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00–MMM–25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EFA698-22E5-D9E5-B095-F92E1CDDAB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887" y="5916374"/>
            <a:ext cx="2142000" cy="6162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2EE4BB-7169-E330-6703-90A232FDB8EA}"/>
              </a:ext>
            </a:extLst>
          </p:cNvPr>
          <p:cNvSpPr/>
          <p:nvPr userDrawn="1"/>
        </p:nvSpPr>
        <p:spPr>
          <a:xfrm>
            <a:off x="11236960" y="217848"/>
            <a:ext cx="955040" cy="4927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65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3]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C65FA9-CD4E-B026-AF94-E75F1AEDB5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9200" y="5914800"/>
            <a:ext cx="2142000" cy="6162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1B07DC-68D5-8538-F431-4D66D1C01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874" y="1257905"/>
            <a:ext cx="7920000" cy="2710779"/>
          </a:xfrm>
        </p:spPr>
        <p:txBody>
          <a:bodyPr anchor="ctr" anchorCtr="0"/>
          <a:lstStyle>
            <a:lvl1pPr algn="l">
              <a:lnSpc>
                <a:spcPct val="90000"/>
              </a:lnSpc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5B35B-478E-994C-9596-2944D0528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114" y="4281714"/>
            <a:ext cx="6300000" cy="725715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3C85C-C2C1-71C7-D63F-B093232D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B90B7-D350-0BEA-24BE-704F4F0FB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8300" y="1093181"/>
            <a:ext cx="2160000" cy="329447"/>
          </a:xfrm>
        </p:spPr>
        <p:txBody>
          <a:bodyPr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00–MMM–25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824CB0-D779-546B-39DF-21BF768DCFF8}"/>
              </a:ext>
            </a:extLst>
          </p:cNvPr>
          <p:cNvSpPr/>
          <p:nvPr userDrawn="1"/>
        </p:nvSpPr>
        <p:spPr>
          <a:xfrm>
            <a:off x="11643360" y="199903"/>
            <a:ext cx="449580" cy="3294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37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[1]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6D9269-8E86-5B83-8A74-9A19F97E9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2006FB8-1717-1D8B-F06C-B28FFA131141}"/>
              </a:ext>
            </a:extLst>
          </p:cNvPr>
          <p:cNvSpPr/>
          <p:nvPr/>
        </p:nvSpPr>
        <p:spPr>
          <a:xfrm>
            <a:off x="4378324" y="1503436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dirty="0">
                <a:solidFill>
                  <a:srgbClr val="E31837"/>
                </a:solidFill>
              </a:rPr>
              <a:t>01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0FBFFB-A345-2712-5BBE-C06E721035C1}"/>
              </a:ext>
            </a:extLst>
          </p:cNvPr>
          <p:cNvCxnSpPr>
            <a:cxnSpLocks/>
          </p:cNvCxnSpPr>
          <p:nvPr/>
        </p:nvCxnSpPr>
        <p:spPr>
          <a:xfrm>
            <a:off x="4378324" y="2247786"/>
            <a:ext cx="7813676" cy="0"/>
          </a:xfrm>
          <a:prstGeom prst="line">
            <a:avLst/>
          </a:prstGeom>
          <a:ln w="12700">
            <a:solidFill>
              <a:srgbClr val="4A453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B8D39-40B8-F6EC-77EF-F63366D76307}"/>
              </a:ext>
            </a:extLst>
          </p:cNvPr>
          <p:cNvSpPr/>
          <p:nvPr/>
        </p:nvSpPr>
        <p:spPr>
          <a:xfrm>
            <a:off x="4378324" y="2423354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dirty="0">
                <a:solidFill>
                  <a:srgbClr val="E31837"/>
                </a:solidFill>
              </a:rPr>
              <a:t>02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D36611-EA6F-65E2-5339-AF65C062C6F6}"/>
              </a:ext>
            </a:extLst>
          </p:cNvPr>
          <p:cNvCxnSpPr/>
          <p:nvPr/>
        </p:nvCxnSpPr>
        <p:spPr>
          <a:xfrm>
            <a:off x="4378324" y="3146234"/>
            <a:ext cx="7813676" cy="0"/>
          </a:xfrm>
          <a:prstGeom prst="line">
            <a:avLst/>
          </a:prstGeom>
          <a:ln w="12700">
            <a:solidFill>
              <a:srgbClr val="4A453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8502C-3FF0-4057-8399-1BF0F7811639}"/>
              </a:ext>
            </a:extLst>
          </p:cNvPr>
          <p:cNvSpPr/>
          <p:nvPr/>
        </p:nvSpPr>
        <p:spPr>
          <a:xfrm>
            <a:off x="4378324" y="3307122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dirty="0">
                <a:solidFill>
                  <a:srgbClr val="E31837"/>
                </a:solidFill>
              </a:rPr>
              <a:t>03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B0F943-1781-6C2E-1C8F-584A6995816F}"/>
              </a:ext>
            </a:extLst>
          </p:cNvPr>
          <p:cNvCxnSpPr/>
          <p:nvPr/>
        </p:nvCxnSpPr>
        <p:spPr>
          <a:xfrm>
            <a:off x="4378324" y="4044682"/>
            <a:ext cx="7813676" cy="0"/>
          </a:xfrm>
          <a:prstGeom prst="line">
            <a:avLst/>
          </a:prstGeom>
          <a:ln w="12700">
            <a:solidFill>
              <a:srgbClr val="4A453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E3D39C0-E885-F129-5857-0BC8A00F9C3A}"/>
              </a:ext>
            </a:extLst>
          </p:cNvPr>
          <p:cNvSpPr/>
          <p:nvPr/>
        </p:nvSpPr>
        <p:spPr>
          <a:xfrm>
            <a:off x="4378324" y="4198723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dirty="0">
                <a:solidFill>
                  <a:srgbClr val="E31837"/>
                </a:solidFill>
              </a:rPr>
              <a:t>04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DBE20A-23E7-9B62-C048-465C9561C48B}"/>
              </a:ext>
            </a:extLst>
          </p:cNvPr>
          <p:cNvCxnSpPr/>
          <p:nvPr/>
        </p:nvCxnSpPr>
        <p:spPr>
          <a:xfrm>
            <a:off x="4378324" y="4943130"/>
            <a:ext cx="7813676" cy="0"/>
          </a:xfrm>
          <a:prstGeom prst="line">
            <a:avLst/>
          </a:prstGeom>
          <a:ln w="12700">
            <a:solidFill>
              <a:srgbClr val="4A453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6C72A60-E78E-9967-93C1-79DF00A1145E}"/>
              </a:ext>
            </a:extLst>
          </p:cNvPr>
          <p:cNvSpPr/>
          <p:nvPr/>
        </p:nvSpPr>
        <p:spPr>
          <a:xfrm>
            <a:off x="4378324" y="5097170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dirty="0">
                <a:solidFill>
                  <a:srgbClr val="E31837"/>
                </a:solidFill>
              </a:rPr>
              <a:t>05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1A97C1E-DD7F-0858-F5B4-5B24BF40D782}"/>
              </a:ext>
            </a:extLst>
          </p:cNvPr>
          <p:cNvCxnSpPr/>
          <p:nvPr/>
        </p:nvCxnSpPr>
        <p:spPr>
          <a:xfrm>
            <a:off x="4378324" y="5841577"/>
            <a:ext cx="7813676" cy="0"/>
          </a:xfrm>
          <a:prstGeom prst="line">
            <a:avLst/>
          </a:prstGeom>
          <a:ln w="12700">
            <a:solidFill>
              <a:srgbClr val="4A453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CA96EB6-C793-A8B8-07E0-10B2E55C5A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0750" y="1585921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/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3EAC3518-7ECC-FECC-6D43-8BA7253BC4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0750" y="2505839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/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6FD01E8-2CA5-7DB9-3FFB-C2EEB9B8CE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0750" y="3389607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/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A4EF22AE-A37F-10E8-47BA-32387C68D7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750" y="4281208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/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26CAE147-52F1-8442-510A-A1951C061B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0750" y="5179655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/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B847A2D-3541-7A51-6300-0B270BDD5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F4D2DBCE-90A6-3F66-BAFC-DB64E453D0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4874" y="596058"/>
            <a:ext cx="3729995" cy="1357797"/>
          </a:xfrm>
        </p:spPr>
        <p:txBody>
          <a:bodyPr anchor="t" anchorCtr="0"/>
          <a:lstStyle>
            <a:lvl1pPr marL="0" indent="0">
              <a:buNone/>
              <a:defRPr sz="4000">
                <a:latin typeface="Aptos Light" panose="020B0004020202020204" pitchFamily="34" charset="0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D381B-9F64-1E24-236B-9C125D74B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386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[1]">
    <p:bg>
      <p:bgPr>
        <a:solidFill>
          <a:srgbClr val="4A4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5DFD3"/>
                </a:solidFill>
              </a:defRPr>
            </a:lvl1pPr>
          </a:lstStyle>
          <a:p>
            <a:r>
              <a:rPr lang="en-GB"/>
              <a:t>© Tech Mahindra Limited. All Rights Reserved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006FB8-1717-1D8B-F06C-B28FFA131141}"/>
              </a:ext>
            </a:extLst>
          </p:cNvPr>
          <p:cNvSpPr/>
          <p:nvPr/>
        </p:nvSpPr>
        <p:spPr>
          <a:xfrm>
            <a:off x="4378324" y="1503436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b="0" dirty="0">
                <a:solidFill>
                  <a:schemeClr val="accent6"/>
                </a:solidFill>
              </a:rPr>
              <a:t>01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0FBFFB-A345-2712-5BBE-C06E721035C1}"/>
              </a:ext>
            </a:extLst>
          </p:cNvPr>
          <p:cNvCxnSpPr>
            <a:cxnSpLocks/>
          </p:cNvCxnSpPr>
          <p:nvPr/>
        </p:nvCxnSpPr>
        <p:spPr>
          <a:xfrm>
            <a:off x="4378324" y="2247786"/>
            <a:ext cx="7813676" cy="0"/>
          </a:xfrm>
          <a:prstGeom prst="line">
            <a:avLst/>
          </a:prstGeom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B8D39-40B8-F6EC-77EF-F63366D76307}"/>
              </a:ext>
            </a:extLst>
          </p:cNvPr>
          <p:cNvSpPr/>
          <p:nvPr/>
        </p:nvSpPr>
        <p:spPr>
          <a:xfrm>
            <a:off x="4378324" y="2423354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b="0" dirty="0">
                <a:solidFill>
                  <a:schemeClr val="accent6"/>
                </a:solidFill>
              </a:rPr>
              <a:t>02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D36611-EA6F-65E2-5339-AF65C062C6F6}"/>
              </a:ext>
            </a:extLst>
          </p:cNvPr>
          <p:cNvCxnSpPr/>
          <p:nvPr/>
        </p:nvCxnSpPr>
        <p:spPr>
          <a:xfrm>
            <a:off x="4378324" y="3146234"/>
            <a:ext cx="7813676" cy="0"/>
          </a:xfrm>
          <a:prstGeom prst="line">
            <a:avLst/>
          </a:prstGeom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8502C-3FF0-4057-8399-1BF0F7811639}"/>
              </a:ext>
            </a:extLst>
          </p:cNvPr>
          <p:cNvSpPr/>
          <p:nvPr/>
        </p:nvSpPr>
        <p:spPr>
          <a:xfrm>
            <a:off x="4378324" y="3307122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b="0" dirty="0">
                <a:solidFill>
                  <a:schemeClr val="accent6"/>
                </a:solidFill>
              </a:rPr>
              <a:t>03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B0F943-1781-6C2E-1C8F-584A6995816F}"/>
              </a:ext>
            </a:extLst>
          </p:cNvPr>
          <p:cNvCxnSpPr/>
          <p:nvPr/>
        </p:nvCxnSpPr>
        <p:spPr>
          <a:xfrm>
            <a:off x="4378324" y="4044682"/>
            <a:ext cx="7813676" cy="0"/>
          </a:xfrm>
          <a:prstGeom prst="line">
            <a:avLst/>
          </a:prstGeom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E3D39C0-E885-F129-5857-0BC8A00F9C3A}"/>
              </a:ext>
            </a:extLst>
          </p:cNvPr>
          <p:cNvSpPr/>
          <p:nvPr/>
        </p:nvSpPr>
        <p:spPr>
          <a:xfrm>
            <a:off x="4378324" y="4198723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b="0" dirty="0">
                <a:solidFill>
                  <a:schemeClr val="accent6"/>
                </a:solidFill>
              </a:rPr>
              <a:t>04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DBE20A-23E7-9B62-C048-465C9561C48B}"/>
              </a:ext>
            </a:extLst>
          </p:cNvPr>
          <p:cNvCxnSpPr/>
          <p:nvPr/>
        </p:nvCxnSpPr>
        <p:spPr>
          <a:xfrm>
            <a:off x="4378324" y="4943130"/>
            <a:ext cx="7813676" cy="0"/>
          </a:xfrm>
          <a:prstGeom prst="line">
            <a:avLst/>
          </a:prstGeom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6C72A60-E78E-9967-93C1-79DF00A1145E}"/>
              </a:ext>
            </a:extLst>
          </p:cNvPr>
          <p:cNvSpPr/>
          <p:nvPr/>
        </p:nvSpPr>
        <p:spPr>
          <a:xfrm>
            <a:off x="4378324" y="5097170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b="0" dirty="0">
                <a:solidFill>
                  <a:schemeClr val="accent6"/>
                </a:solidFill>
              </a:rPr>
              <a:t>05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1A97C1E-DD7F-0858-F5B4-5B24BF40D782}"/>
              </a:ext>
            </a:extLst>
          </p:cNvPr>
          <p:cNvCxnSpPr/>
          <p:nvPr/>
        </p:nvCxnSpPr>
        <p:spPr>
          <a:xfrm>
            <a:off x="4378324" y="5841577"/>
            <a:ext cx="7813676" cy="0"/>
          </a:xfrm>
          <a:prstGeom prst="line">
            <a:avLst/>
          </a:prstGeom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CA96EB6-C793-A8B8-07E0-10B2E55C5A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0750" y="1585921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3EAC3518-7ECC-FECC-6D43-8BA7253BC4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0750" y="2505839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6FD01E8-2CA5-7DB9-3FFB-C2EEB9B8CE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0750" y="3389607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A4EF22AE-A37F-10E8-47BA-32387C68D7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750" y="4281208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26CAE147-52F1-8442-510A-A1951C061B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0750" y="5179655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7D606F-0B4A-5786-92F4-C5459B6740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2A9A9BB-3528-D840-2E73-16C9E65DFD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Text Placeholder 37">
            <a:extLst>
              <a:ext uri="{FF2B5EF4-FFF2-40B4-BE49-F238E27FC236}">
                <a16:creationId xmlns:a16="http://schemas.microsoft.com/office/drawing/2014/main" id="{8C039167-4980-2E70-C4AC-1D0A4105FE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4874" y="580293"/>
            <a:ext cx="3729995" cy="1357797"/>
          </a:xfrm>
        </p:spPr>
        <p:txBody>
          <a:bodyPr anchor="t" anchorCtr="0"/>
          <a:lstStyle>
            <a:lvl1pPr marL="0" indent="0">
              <a:buNone/>
              <a:defRPr lang="en-US" sz="4000" kern="1200" dirty="0">
                <a:solidFill>
                  <a:schemeClr val="bg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1800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A1230-5986-50BF-8010-DE6F0CC60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370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[2]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5" name="Table Placeholder 10">
            <a:extLst>
              <a:ext uri="{FF2B5EF4-FFF2-40B4-BE49-F238E27FC236}">
                <a16:creationId xmlns:a16="http://schemas.microsoft.com/office/drawing/2014/main" id="{948487F9-DD33-0A50-5C7B-2878927CFCA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353459" y="835573"/>
            <a:ext cx="7418388" cy="5450709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A7DD2C-CA6F-82C0-69BA-098D71C64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460F04-CECC-7D11-79C5-15A99051C2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CEEA7E84-0F26-AEA1-3455-4E33B1BDF2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153" y="835573"/>
            <a:ext cx="3729995" cy="1495778"/>
          </a:xfrm>
        </p:spPr>
        <p:txBody>
          <a:bodyPr anchor="t" anchorCtr="0"/>
          <a:lstStyle>
            <a:lvl1pPr marL="0" indent="0">
              <a:buNone/>
              <a:defRPr lang="en-US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F24E97-59A5-80F7-0FA4-ADF359C21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87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5700074" cy="1080000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83997"/>
            <a:ext cx="5400000" cy="3888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3D4AC6-756F-451C-B1F8-7622BE9226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98300" y="894397"/>
            <a:ext cx="5400000" cy="527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47EFCB4-B80C-C120-AEB1-8B7C611A91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C78F416-1E9D-CF21-5E4A-80851565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170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5397775" cy="1080000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83997"/>
            <a:ext cx="5400000" cy="3888000"/>
          </a:xfrm>
        </p:spPr>
        <p:txBody>
          <a:bodyPr/>
          <a:lstStyle>
            <a:lvl1pPr marL="266700" indent="-266700">
              <a:buFont typeface="+mj-lt"/>
              <a:buAutoNum type="arabicPeriod"/>
              <a:defRPr sz="1400"/>
            </a:lvl1pPr>
            <a:lvl2pPr marL="542925" indent="-276225">
              <a:buFont typeface="+mj-lt"/>
              <a:buAutoNum type="alphaLcPeriod"/>
              <a:defRPr sz="1400"/>
            </a:lvl2pPr>
            <a:lvl3pPr marL="714375" indent="-266700">
              <a:buFont typeface="+mj-lt"/>
              <a:buAutoNum type="romanLcPeriod"/>
              <a:defRPr sz="1400"/>
            </a:lvl3pPr>
            <a:lvl4pPr marL="1057275" indent="-342900">
              <a:buFont typeface="+mj-lt"/>
              <a:buAutoNum type="romanLcPeriod"/>
              <a:defRPr sz="1400"/>
            </a:lvl4pPr>
            <a:lvl5pPr marL="1257300" indent="-266700">
              <a:buFont typeface="+mj-lt"/>
              <a:buAutoNum type="romanL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3D4AC6-756F-451C-B1F8-7622BE9226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98300" y="894397"/>
            <a:ext cx="5400000" cy="527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47EFCB4-B80C-C120-AEB1-8B7C611A91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C78F416-1E9D-CF21-5E4A-80851565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368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876303"/>
            <a:ext cx="5400000" cy="534903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3D4AC6-756F-451C-B1F8-7622BE9226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98300" y="876299"/>
            <a:ext cx="5400000" cy="534958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C7C14FCF-5C2F-A4E9-35A9-C5794B412D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6A9CF6-64AE-EC98-7409-B0824DE4B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1541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74" y="962025"/>
            <a:ext cx="11402252" cy="1189623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E285399-3955-9DD2-9E64-A4BD49502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62281B-8C3C-CAED-49C9-FE8761D998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288" y="2327275"/>
            <a:ext cx="11401425" cy="3840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69E37FC-AA3B-8868-EA47-E3B7FE1CD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0394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74" y="837137"/>
            <a:ext cx="11402252" cy="1189623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E285399-3955-9DD2-9E64-A4BD49502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1EFFA26-EF67-08FC-BF9D-03CF038997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288" y="2189163"/>
            <a:ext cx="5416443" cy="3981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EC96CBD-001C-A93B-D925-3140FC7579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05798" y="2189163"/>
            <a:ext cx="5416443" cy="3981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6DCEB76-D7D0-94CC-375F-3DF414314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9021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894397"/>
            <a:ext cx="5400000" cy="533094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4BC09D-2DE1-8BD6-9593-80CBE16B94E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96000" y="894397"/>
            <a:ext cx="5400000" cy="533094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B4E86C3C-EB3A-33EF-7716-C23ED991E6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5A05A37-DA00-02AB-EDC9-9D46CAC7B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6804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Content [1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4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 sz="1600"/>
            </a:lvl3pPr>
            <a:lvl4pPr marL="360000">
              <a:lnSpc>
                <a:spcPct val="100000"/>
              </a:lnSpc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0F29AB-AF86-F825-A7E8-5FDEC635FE6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76000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4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 sz="1600"/>
            </a:lvl3pPr>
            <a:lvl4pPr marL="360000">
              <a:lnSpc>
                <a:spcPct val="100000"/>
              </a:lnSpc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A5C43F0-671D-C663-6E0A-B1865A3E2D2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46734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4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 sz="1600"/>
            </a:lvl3pPr>
            <a:lvl4pPr marL="360000">
              <a:lnSpc>
                <a:spcPct val="100000"/>
              </a:lnSpc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A58C31BD-1322-BADF-3B73-87CA685C84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A68F38-F509-C866-79DC-453DD67D4B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4874" y="818528"/>
            <a:ext cx="9331325" cy="1073150"/>
          </a:xfrm>
        </p:spPr>
        <p:txBody>
          <a:bodyPr/>
          <a:lstStyle>
            <a:lvl1pPr>
              <a:buNone/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B43F7BD-E53D-56C3-E0CD-E4805B8F6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7397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s Content [1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167808"/>
            <a:ext cx="10861126" cy="2307313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0F29AB-AF86-F825-A7E8-5FDEC635FE6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94874" y="3693437"/>
            <a:ext cx="10861126" cy="2307313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A06FBC57-BD99-E389-2DA9-D0CB89BAA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A0995C5-BB77-3C99-9F1B-ACA11CE41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2014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Content [2]">
    <p:bg>
      <p:bgPr>
        <a:solidFill>
          <a:srgbClr val="E5DF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0F29AB-AF86-F825-A7E8-5FDEC635FE6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76000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A5C43F0-671D-C663-6E0A-B1865A3E2D2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46734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41B4986-AE51-73C6-3670-E6BD3B5290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C94E7EC-0966-6C25-A38F-6B3731A2C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79050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3761295"/>
            <a:ext cx="3240000" cy="2409318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0F29AB-AF86-F825-A7E8-5FDEC635FE6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76000" y="3761295"/>
            <a:ext cx="3240000" cy="2409318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A5C43F0-671D-C663-6E0A-B1865A3E2D2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46734" y="3761295"/>
            <a:ext cx="3240000" cy="2409318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3D092534-3D4C-3E8C-E111-C07B13DAFA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4874" y="1204959"/>
            <a:ext cx="3240000" cy="2224042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0FCD1548-8A6A-9848-8E9A-22FDB08FA2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76000" y="1204959"/>
            <a:ext cx="3240000" cy="2224042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37CC698-977C-C9FA-E19D-AA5BCA5B84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46734" y="1204959"/>
            <a:ext cx="3240000" cy="2224042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91609D9-DE4C-1C1F-35DA-922E351FF1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8BFFFF7-9FF9-C6C0-29BB-422324C77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9933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as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13" y="483968"/>
            <a:ext cx="4995881" cy="1080000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83997"/>
            <a:ext cx="4995807" cy="3888000"/>
          </a:xfrm>
        </p:spPr>
        <p:txBody>
          <a:bodyPr anchor="b" anchorCtr="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5E85265-4934-5FA1-3451-64AF26742A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F93AB0-13CF-DC1D-341F-4B07C65C4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8251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Bas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455395"/>
            <a:ext cx="4948584" cy="1080000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1" name="Chart Placeholder 8">
            <a:extLst>
              <a:ext uri="{FF2B5EF4-FFF2-40B4-BE49-F238E27FC236}">
                <a16:creationId xmlns:a16="http://schemas.microsoft.com/office/drawing/2014/main" id="{417FE7B9-D3C8-87F3-49F1-A1EBFC5AAE2A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95288" y="2278063"/>
            <a:ext cx="4948584" cy="389096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IN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6DF6F23-8908-4678-2CF3-BBE0C283CA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B4452FC-B534-72E0-AA9B-383D39F5A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438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914400"/>
            <a:ext cx="4980041" cy="5257597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427FB26-C0D9-0216-E900-2EDA54388F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3D164B-0A04-B295-D037-29ADB67AE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455395"/>
            <a:ext cx="4948584" cy="459005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DC0D84-D3E2-DF11-2B76-F0B0EA835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7433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914400"/>
            <a:ext cx="4995807" cy="5257597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3F6C0081-7C92-09A6-E06D-5C3992F1E5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342900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57AB623F-F651-4B39-5117-763BCF3884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6B64E3-0469-D7BC-1C15-D8B1A0BEE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7953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4873" y="1294520"/>
            <a:ext cx="5012699" cy="425961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D438A6AC-0ACB-91E2-8ECA-C3C6C0006D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9126" y="1294520"/>
            <a:ext cx="5508000" cy="425961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0A4E3C-F3AF-A17C-A12D-9B288554139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5437" y="5660796"/>
            <a:ext cx="5012136" cy="511201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1505CEC-555C-6060-2A85-2571B77870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89126" y="5660796"/>
            <a:ext cx="5506873" cy="511201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C983E96-F7EF-F593-B64D-19493A4A7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CA2EB5-AB94-698C-8A05-2556009E3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70859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4873" y="1294520"/>
            <a:ext cx="3559671" cy="425961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0A4E3C-F3AF-A17C-A12D-9B288554139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5437" y="5660796"/>
            <a:ext cx="3559108" cy="511201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F66CD670-485D-D28F-825F-9C4CDF0837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16164" y="1294520"/>
            <a:ext cx="3559671" cy="425961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E63812-23AF-A971-AEF1-0F42A57E7C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16728" y="5660796"/>
            <a:ext cx="3559108" cy="511201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B270F2B2-DAA0-983F-F6AA-3CFEE806B3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36891" y="1294520"/>
            <a:ext cx="3559671" cy="425961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5CBA91-F89F-6B3C-AAA6-D9E90D04F71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237455" y="5660796"/>
            <a:ext cx="3559108" cy="511201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4A81BE59-DE26-5D3B-B411-831C12867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124B193-36C9-09FA-14EC-D3D7579C5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73558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mage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4873" y="963434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0A4E3C-F3AF-A17C-A12D-9B288554139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5436" y="2099588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F66CD670-485D-D28F-825F-9C4CDF0837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16164" y="963434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E63812-23AF-A971-AEF1-0F42A57E7C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16727" y="2099588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B270F2B2-DAA0-983F-F6AA-3CFEE806B3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36891" y="963434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5CBA91-F89F-6B3C-AAA6-D9E90D04F71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237454" y="2099588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D0FC586B-5682-99C1-9843-E05BE77174B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94873" y="3706642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37C24-B842-EF0F-DE0B-37062E763F14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95436" y="4842796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94FF5CDA-4C1B-FF8D-AAB1-5431746C131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16164" y="3706642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F56472D-C9E5-4F15-C3B1-4C8927F92AD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316727" y="4842796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A2AAC1EB-E408-86D6-759D-D50A1BBA3B5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36891" y="3706642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7FDD3AD-B374-1999-931C-E522833734D9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237454" y="4842796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0478F0A-82BE-E909-CD73-31C4FC09B0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54D6BFD-071F-4F61-D5AC-CAE610BF5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15085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Image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0A4E3C-F3AF-A17C-A12D-9B288554139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5436" y="9620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E63812-23AF-A971-AEF1-0F42A57E7C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16727" y="9620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5CBA91-F89F-6B3C-AAA6-D9E90D04F71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237454" y="9620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653845F-A048-4FC8-0B99-8A4EC83D698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95436" y="37052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79CD00E-8883-2B81-78B3-F62DC3BCB18F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316727" y="37052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082269-4578-AE9D-AFE5-0A3387CC4F9C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237454" y="37052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1DBB2EA-5E91-7ED8-B3D1-527282CDAB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77B4EA2-1A0B-94DB-61BC-5F574A44E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95375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ase Content and Image [2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1D4088F4-EB70-FD13-532A-1CF6E730C4B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4980115" cy="1080000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83997"/>
            <a:ext cx="4980115" cy="3888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5F70175-1AB9-7D6A-94B4-E55235F526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F536E4F-A183-BB6E-BB41-34E7C19A5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01913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4A4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1EFA698-22E5-D9E5-B095-F92E1CDDAB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47887" y="5916374"/>
            <a:ext cx="2142000" cy="616205"/>
          </a:xfrm>
          <a:prstGeom prst="rect">
            <a:avLst/>
          </a:prstGeom>
        </p:spPr>
      </p:pic>
      <p:pic>
        <p:nvPicPr>
          <p:cNvPr id="25" name="Picture 24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70D0F878-0A93-687D-9A80-E8E610A52C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1171" y="2463375"/>
            <a:ext cx="9990829" cy="4394625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56225B53-D25C-0535-3035-4CB2CDF904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5313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[1]">
    <p:bg>
      <p:bgPr>
        <a:solidFill>
          <a:srgbClr val="5F0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85BF-7079-58B0-9EFA-CA14228FE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113" y="3233738"/>
            <a:ext cx="6840000" cy="2852737"/>
          </a:xfrm>
        </p:spPr>
        <p:txBody>
          <a:bodyPr anchor="b" anchorCtr="0"/>
          <a:lstStyle>
            <a:lvl1pPr>
              <a:lnSpc>
                <a:spcPct val="90000"/>
              </a:lnSpc>
              <a:defRPr sz="600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A1B7B-C9C3-85CD-7D9C-74137F60A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B3B8-1140-1279-516B-0C12E12D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A07F522-BE8B-4FDE-0FB2-86E9FF1F5B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3803" y="1554209"/>
            <a:ext cx="2432746" cy="1226711"/>
          </a:xfrm>
        </p:spPr>
        <p:txBody>
          <a:bodyPr/>
          <a:lstStyle>
            <a:lvl1pPr marL="0" indent="0" algn="r">
              <a:buNone/>
              <a:defRPr sz="8000" cap="all" spc="100" baseline="0">
                <a:solidFill>
                  <a:schemeClr val="accent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4557900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[1]">
    <p:bg>
      <p:bgPr>
        <a:solidFill>
          <a:srgbClr val="4A4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85BF-7079-58B0-9EFA-CA14228FE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113" y="3233738"/>
            <a:ext cx="6840000" cy="2852737"/>
          </a:xfrm>
        </p:spPr>
        <p:txBody>
          <a:bodyPr anchor="b" anchorCtr="0"/>
          <a:lstStyle>
            <a:lvl1pPr>
              <a:lnSpc>
                <a:spcPct val="90000"/>
              </a:lnSpc>
              <a:defRPr sz="600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A1B7B-C9C3-85CD-7D9C-74137F60A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B3B8-1140-1279-516B-0C12E12D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A07F522-BE8B-4FDE-0FB2-86E9FF1F5B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3803" y="1554209"/>
            <a:ext cx="2432746" cy="1226711"/>
          </a:xfrm>
        </p:spPr>
        <p:txBody>
          <a:bodyPr/>
          <a:lstStyle>
            <a:lvl1pPr marL="0" indent="0" algn="r">
              <a:buNone/>
              <a:defRPr sz="8000" cap="all" spc="100" baseline="0">
                <a:solidFill>
                  <a:schemeClr val="accent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8477300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4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A99607F-BD96-78B1-4F8B-930B1B22D5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1641" y="0"/>
            <a:ext cx="12205511" cy="6858000"/>
          </a:xfrm>
          <a:prstGeom prst="rect">
            <a:avLst/>
          </a:prstGeom>
        </p:spPr>
      </p:pic>
      <p:pic>
        <p:nvPicPr>
          <p:cNvPr id="11" name="Picture 10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2FAD2369-32A4-1FB1-D0ED-BB09EB877B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72878" y="3131439"/>
            <a:ext cx="10019122" cy="372656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DBEDA3-194E-8523-DFCA-3EF2192CC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113" y="3233738"/>
            <a:ext cx="6840000" cy="2852737"/>
          </a:xfrm>
        </p:spPr>
        <p:txBody>
          <a:bodyPr anchor="b" anchorCtr="0"/>
          <a:lstStyle>
            <a:lvl1pPr>
              <a:lnSpc>
                <a:spcPct val="90000"/>
              </a:lnSpc>
              <a:defRPr sz="600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3EBF93-9B3D-D5D6-F86C-827206E34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33FBA4-24E6-69D1-6038-4D86D19E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71D6873-6E5E-56EE-BD89-027BC63710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3803" y="1554209"/>
            <a:ext cx="2432746" cy="122671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sz="8000" cap="all" spc="100" baseline="0" dirty="0">
                <a:solidFill>
                  <a:schemeClr val="accent1"/>
                </a:solidFill>
              </a:defRPr>
            </a:lvl1pPr>
          </a:lstStyle>
          <a:p>
            <a:pPr marL="0" lvl="0" indent="0" algn="r">
              <a:buNone/>
            </a:pPr>
            <a:r>
              <a:rPr lang="en-GB" dirty="0"/>
              <a:t>##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1A92E5-1342-33F4-E3A9-4EA65D97160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65B9FEA-E464-668E-6A19-2FD3BE3BB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13416" y="6574362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C16EAD4A-FC60-4A03-BB66-262F1A171597}" type="datetime1">
              <a:rPr lang="en-GB" smtClean="0"/>
              <a:pPr/>
              <a:t>10/09/2026</a:t>
            </a:fld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1DCCA42-026E-4B4D-D6C4-CBC7B89D6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1027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[1]">
    <p:bg>
      <p:bgPr>
        <a:solidFill>
          <a:srgbClr val="FFB3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4034EB-2288-11DE-A818-3F72CAE866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919" t="11199" r="19714" b="385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F685BF-7079-58B0-9EFA-CA14228FE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113" y="3233738"/>
            <a:ext cx="6840000" cy="2852737"/>
          </a:xfrm>
        </p:spPr>
        <p:txBody>
          <a:bodyPr anchor="b" anchorCtr="0"/>
          <a:lstStyle>
            <a:lvl1pPr>
              <a:lnSpc>
                <a:spcPct val="90000"/>
              </a:lnSpc>
              <a:defRPr sz="6000">
                <a:solidFill>
                  <a:schemeClr val="tx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A1B7B-C9C3-85CD-7D9C-74137F60A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B3B8-1140-1279-516B-0C12E12D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A453D"/>
                </a:solidFill>
              </a:defRPr>
            </a:lvl1pPr>
          </a:lstStyle>
          <a:p>
            <a:r>
              <a:rPr lang="en-GB"/>
              <a:t>© Tech Mahindra Limited. All Rights Reserved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A07F522-BE8B-4FDE-0FB2-86E9FF1F5B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3803" y="1554209"/>
            <a:ext cx="2432746" cy="1226711"/>
          </a:xfrm>
        </p:spPr>
        <p:txBody>
          <a:bodyPr/>
          <a:lstStyle>
            <a:lvl1pPr marL="0" indent="0" algn="r">
              <a:buNone/>
              <a:defRPr sz="8000" cap="all" spc="100" baseline="0">
                <a:solidFill>
                  <a:srgbClr val="E31837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4244819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[3]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EC69ED6-92FC-2A01-3859-C40CE5A61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113" y="3233738"/>
            <a:ext cx="6840000" cy="2852737"/>
          </a:xfrm>
        </p:spPr>
        <p:txBody>
          <a:bodyPr anchor="b" anchorCtr="0"/>
          <a:lstStyle>
            <a:lvl1pPr>
              <a:lnSpc>
                <a:spcPct val="90000"/>
              </a:lnSpc>
              <a:defRPr sz="600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D4F7506-BDED-5548-8A22-5FA93FEAF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4108FF1-8DC1-436D-2DD6-C80E95D8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>
            <a:lvl1pPr>
              <a:defRPr>
                <a:solidFill>
                  <a:srgbClr val="E6DFDD"/>
                </a:solidFill>
              </a:defRPr>
            </a:lvl1pPr>
          </a:lstStyle>
          <a:p>
            <a:r>
              <a:rPr lang="en-GB"/>
              <a:t>© Tech Mahindra Limited. All Rights Reserved</a:t>
            </a:r>
            <a:endParaRPr lang="en-GB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297D811-6619-FB24-F4D9-7F51E01591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3803" y="1554209"/>
            <a:ext cx="2432746" cy="122671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sz="8000" cap="all" spc="100" baseline="0" dirty="0">
                <a:solidFill>
                  <a:srgbClr val="E31837"/>
                </a:solidFill>
              </a:defRPr>
            </a:lvl1pPr>
          </a:lstStyle>
          <a:p>
            <a:pPr marL="0" lvl="0" indent="0" algn="r">
              <a:buNone/>
            </a:pPr>
            <a:r>
              <a:rPr lang="en-GB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32088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Background [1]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31D4A-17DD-457E-8A92-2E7433B0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02EA703-B141-4DA4-26B5-5849D819BC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3192894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Background [2]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9251D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857BF5-B6DC-F6CC-C595-A9657F43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>
              <a:defRPr sz="4000">
                <a:latin typeface="Aptos Light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C47A9A2-1D25-E7F2-67FF-7F6FABC86B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74B089-DD10-FBD9-8E3A-DB289E8F5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6258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15B7CB51-7747-DE7A-701B-58277109786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95288" y="1952491"/>
            <a:ext cx="11401425" cy="4218122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557E6A-BDEF-481E-4B7E-02CB5026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6872B1E-182E-C540-9115-1415CFEE1C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E9CD05-96E2-13AC-5362-3C7776B4B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18328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15B7CB51-7747-DE7A-701B-58277109786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95288" y="1952491"/>
            <a:ext cx="11401425" cy="4218122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AA5723-09CB-265A-76E1-D3A253DF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221CAC2-033B-6971-94D6-1A7B5B75F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9A8F1-1056-1797-DD13-8ADFD5F0C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9593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Data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3D4AC6-756F-451C-B1F8-7622BE9226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80000" y="2115149"/>
            <a:ext cx="3252582" cy="1032863"/>
          </a:xfrm>
        </p:spPr>
        <p:txBody>
          <a:bodyPr/>
          <a:lstStyle>
            <a:lvl1pPr marL="0" indent="0">
              <a:buNone/>
              <a:defRPr sz="2300"/>
            </a:lvl1pPr>
            <a:lvl2pPr marL="0" indent="0">
              <a:buNone/>
              <a:defRPr sz="2300" b="1">
                <a:solidFill>
                  <a:srgbClr val="FF0000"/>
                </a:solidFill>
              </a:defRPr>
            </a:lvl2pPr>
            <a:lvl3pPr marL="3600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5EFACC-0817-4FE6-BFE3-50622A221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C892A64-B39E-11A7-5A5E-7681FD01DD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A9595DE-0D9D-4F15-6FB2-02B58EA16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69305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E5DF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49880-7C37-0709-4BAE-65D18CDE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2E0AB-FCFB-E757-C98F-EAD34B21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117C1-7BFB-400E-A14B-8E2312996B92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863B9D-0B23-50EB-6719-34C2F5424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42B834C4-C03E-AE52-3A94-E6CF733298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3649133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49880-7C37-0709-4BAE-65D18CDE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2E0AB-FCFB-E757-C98F-EAD34B21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117C1-7BFB-400E-A14B-8E2312996B92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6C97CC2-D5FA-0C96-ED9A-748E61A6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F42CD1E-6219-48C9-DD92-CD6CFDE84F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3271858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ideo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edia Placeholder 10">
            <a:extLst>
              <a:ext uri="{FF2B5EF4-FFF2-40B4-BE49-F238E27FC236}">
                <a16:creationId xmlns:a16="http://schemas.microsoft.com/office/drawing/2014/main" id="{113F4B1F-E32B-3902-D63C-FEF03750791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76125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38032EC-BBB6-F1A1-99B9-8B7AC9B8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53C14A3-5B8B-3376-8093-AA3371C22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9455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pos="7605">
          <p15:clr>
            <a:srgbClr val="FBAE40"/>
          </p15:clr>
        </p15:guide>
        <p15:guide id="6" pos="75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73">
          <p15:clr>
            <a:srgbClr val="FBAE40"/>
          </p15:clr>
        </p15:guide>
        <p15:guide id="9" orient="horz" pos="4110">
          <p15:clr>
            <a:srgbClr val="FBAE40"/>
          </p15:clr>
        </p15:guide>
        <p15:guide id="10" orient="horz" pos="424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FE7BAC-4943-8EB0-41F5-61445DACF1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40000" contrast="20000"/>
            <a:alphaModFix amt="27000"/>
          </a:blip>
          <a:srcRect l="1997" t="7479" r="17281" b="11057"/>
          <a:stretch>
            <a:fillRect/>
          </a:stretch>
        </p:blipFill>
        <p:spPr>
          <a:xfrm>
            <a:off x="0" y="0"/>
            <a:ext cx="12176847" cy="6858000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ADDA549-3495-09BE-2077-CC280F46D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DED229F-B616-A23B-7426-A54619378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48ADEB-6F20-3844-91D2-7C170E39B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38349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B4C1F-D731-D2CF-ECA1-90E83E5109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919" t="11199" r="19714" b="385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344C1-D338-1E70-28C6-4C9683C0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Tech Mahindra Limited. All Rights Reserved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A7E2E32C-A7E0-D54B-DE72-26A3BAC54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057CE98-D46E-8450-605E-1A1D65E14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80444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83A09B-C7FB-E79C-DE6F-19A6EE24AC9A}"/>
              </a:ext>
            </a:extLst>
          </p:cNvPr>
          <p:cNvSpPr/>
          <p:nvPr userDrawn="1"/>
        </p:nvSpPr>
        <p:spPr>
          <a:xfrm>
            <a:off x="10877550" y="0"/>
            <a:ext cx="1314450" cy="647700"/>
          </a:xfrm>
          <a:prstGeom prst="rect">
            <a:avLst/>
          </a:prstGeom>
          <a:solidFill>
            <a:srgbClr val="5F02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4270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[1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D1BBE-9615-1C16-4193-471BE283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CB258B94-67B1-BC5B-A0E2-E6939B0263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FFCC30C-F0DD-D3CB-E235-8B37F9BD3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87958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[2]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486A364-7752-D0AC-553F-CDC214EC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8246523-3B01-E753-DD23-08A8F1E2F8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58E63D-9883-A9A2-E45E-78461EE90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4346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[1]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C68F926-127D-06F4-563B-44CCD5526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3598948" cy="1080000"/>
          </a:xfrm>
        </p:spPr>
        <p:txBody>
          <a:bodyPr/>
          <a:lstStyle>
            <a:lvl1pPr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grpSp>
        <p:nvGrpSpPr>
          <p:cNvPr id="8" name="Graphic 10">
            <a:extLst>
              <a:ext uri="{FF2B5EF4-FFF2-40B4-BE49-F238E27FC236}">
                <a16:creationId xmlns:a16="http://schemas.microsoft.com/office/drawing/2014/main" id="{438A9399-CEFD-6FF8-6CCB-D9124F68B7A0}"/>
              </a:ext>
            </a:extLst>
          </p:cNvPr>
          <p:cNvGrpSpPr/>
          <p:nvPr/>
        </p:nvGrpSpPr>
        <p:grpSpPr>
          <a:xfrm>
            <a:off x="8543644" y="2015225"/>
            <a:ext cx="3253482" cy="1553208"/>
            <a:chOff x="-4653512" y="542621"/>
            <a:chExt cx="12250752" cy="5689460"/>
          </a:xfrm>
          <a:solidFill>
            <a:srgbClr val="E5DFD3"/>
          </a:solidFill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C4951A6F-107A-E145-5052-B3C5CFCAAA86}"/>
                </a:ext>
              </a:extLst>
            </p:cNvPr>
            <p:cNvSpPr/>
            <p:nvPr/>
          </p:nvSpPr>
          <p:spPr>
            <a:xfrm>
              <a:off x="5270511" y="542720"/>
              <a:ext cx="2326729" cy="5689361"/>
            </a:xfrm>
            <a:custGeom>
              <a:avLst/>
              <a:gdLst>
                <a:gd name="connsiteX0" fmla="*/ 2320660 w 2326735"/>
                <a:gd name="connsiteY0" fmla="*/ 2975382 h 5689362"/>
                <a:gd name="connsiteX1" fmla="*/ 2305139 w 2326735"/>
                <a:gd name="connsiteY1" fmla="*/ 2972323 h 5689362"/>
                <a:gd name="connsiteX2" fmla="*/ 2288501 w 2326735"/>
                <a:gd name="connsiteY2" fmla="*/ 2977273 h 5689362"/>
                <a:gd name="connsiteX3" fmla="*/ 2285974 w 2326735"/>
                <a:gd name="connsiteY3" fmla="*/ 2978012 h 5689362"/>
                <a:gd name="connsiteX4" fmla="*/ 2251289 w 2326735"/>
                <a:gd name="connsiteY4" fmla="*/ 2989322 h 5689362"/>
                <a:gd name="connsiteX5" fmla="*/ 1836268 w 2326735"/>
                <a:gd name="connsiteY5" fmla="*/ 3348138 h 5689362"/>
                <a:gd name="connsiteX6" fmla="*/ 1773171 w 2326735"/>
                <a:gd name="connsiteY6" fmla="*/ 3479574 h 5689362"/>
                <a:gd name="connsiteX7" fmla="*/ 1810779 w 2326735"/>
                <a:gd name="connsiteY7" fmla="*/ 3105839 h 5689362"/>
                <a:gd name="connsiteX8" fmla="*/ 1811002 w 2326735"/>
                <a:gd name="connsiteY8" fmla="*/ 3084663 h 5689362"/>
                <a:gd name="connsiteX9" fmla="*/ 1815213 w 2326735"/>
                <a:gd name="connsiteY9" fmla="*/ 3030539 h 5689362"/>
                <a:gd name="connsiteX10" fmla="*/ 1840256 w 2326735"/>
                <a:gd name="connsiteY10" fmla="*/ 2972185 h 5689362"/>
                <a:gd name="connsiteX11" fmla="*/ 1848077 w 2326735"/>
                <a:gd name="connsiteY11" fmla="*/ 2956699 h 5689362"/>
                <a:gd name="connsiteX12" fmla="*/ 1852425 w 2326735"/>
                <a:gd name="connsiteY12" fmla="*/ 2954052 h 5689362"/>
                <a:gd name="connsiteX13" fmla="*/ 1985770 w 2326735"/>
                <a:gd name="connsiteY13" fmla="*/ 2890061 h 5689362"/>
                <a:gd name="connsiteX14" fmla="*/ 2085356 w 2326735"/>
                <a:gd name="connsiteY14" fmla="*/ 2759140 h 5689362"/>
                <a:gd name="connsiteX15" fmla="*/ 2220729 w 2326735"/>
                <a:gd name="connsiteY15" fmla="*/ 2159762 h 5689362"/>
                <a:gd name="connsiteX16" fmla="*/ 2215504 w 2326735"/>
                <a:gd name="connsiteY16" fmla="*/ 2096802 h 5689362"/>
                <a:gd name="connsiteX17" fmla="*/ 2212015 w 2326735"/>
                <a:gd name="connsiteY17" fmla="*/ 2066448 h 5689362"/>
                <a:gd name="connsiteX18" fmla="*/ 2202802 w 2326735"/>
                <a:gd name="connsiteY18" fmla="*/ 2053162 h 5689362"/>
                <a:gd name="connsiteX19" fmla="*/ 2186594 w 2326735"/>
                <a:gd name="connsiteY19" fmla="*/ 2053970 h 5689362"/>
                <a:gd name="connsiteX20" fmla="*/ 2178498 w 2326735"/>
                <a:gd name="connsiteY20" fmla="*/ 2058851 h 5689362"/>
                <a:gd name="connsiteX21" fmla="*/ 2167017 w 2326735"/>
                <a:gd name="connsiteY21" fmla="*/ 2066156 h 5689362"/>
                <a:gd name="connsiteX22" fmla="*/ 1963511 w 2326735"/>
                <a:gd name="connsiteY22" fmla="*/ 2271982 h 5689362"/>
                <a:gd name="connsiteX23" fmla="*/ 1800621 w 2326735"/>
                <a:gd name="connsiteY23" fmla="*/ 2718319 h 5689362"/>
                <a:gd name="connsiteX24" fmla="*/ 1796203 w 2326735"/>
                <a:gd name="connsiteY24" fmla="*/ 2663300 h 5689362"/>
                <a:gd name="connsiteX25" fmla="*/ 1795688 w 2326735"/>
                <a:gd name="connsiteY25" fmla="*/ 2656649 h 5689362"/>
                <a:gd name="connsiteX26" fmla="*/ 1779136 w 2326735"/>
                <a:gd name="connsiteY26" fmla="*/ 2437278 h 5689362"/>
                <a:gd name="connsiteX27" fmla="*/ 1770920 w 2326735"/>
                <a:gd name="connsiteY27" fmla="*/ 2383326 h 5689362"/>
                <a:gd name="connsiteX28" fmla="*/ 1768049 w 2326735"/>
                <a:gd name="connsiteY28" fmla="*/ 2285027 h 5689362"/>
                <a:gd name="connsiteX29" fmla="*/ 1774185 w 2326735"/>
                <a:gd name="connsiteY29" fmla="*/ 2262460 h 5689362"/>
                <a:gd name="connsiteX30" fmla="*/ 1837025 w 2326735"/>
                <a:gd name="connsiteY30" fmla="*/ 2183687 h 5689362"/>
                <a:gd name="connsiteX31" fmla="*/ 1838348 w 2326735"/>
                <a:gd name="connsiteY31" fmla="*/ 2182501 h 5689362"/>
                <a:gd name="connsiteX32" fmla="*/ 1955794 w 2326735"/>
                <a:gd name="connsiteY32" fmla="*/ 1989893 h 5689362"/>
                <a:gd name="connsiteX33" fmla="*/ 1989156 w 2326735"/>
                <a:gd name="connsiteY33" fmla="*/ 1645790 h 5689362"/>
                <a:gd name="connsiteX34" fmla="*/ 1989104 w 2326735"/>
                <a:gd name="connsiteY34" fmla="*/ 1643297 h 5689362"/>
                <a:gd name="connsiteX35" fmla="*/ 1944071 w 2326735"/>
                <a:gd name="connsiteY35" fmla="*/ 1329204 h 5689362"/>
                <a:gd name="connsiteX36" fmla="*/ 1931456 w 2326735"/>
                <a:gd name="connsiteY36" fmla="*/ 1294914 h 5689362"/>
                <a:gd name="connsiteX37" fmla="*/ 1924116 w 2326735"/>
                <a:gd name="connsiteY37" fmla="*/ 1275853 h 5689362"/>
                <a:gd name="connsiteX38" fmla="*/ 1911311 w 2326735"/>
                <a:gd name="connsiteY38" fmla="*/ 1265214 h 5689362"/>
                <a:gd name="connsiteX39" fmla="*/ 1908475 w 2326735"/>
                <a:gd name="connsiteY39" fmla="*/ 1264956 h 5689362"/>
                <a:gd name="connsiteX40" fmla="*/ 1895584 w 2326735"/>
                <a:gd name="connsiteY40" fmla="*/ 1271092 h 5689362"/>
                <a:gd name="connsiteX41" fmla="*/ 1868066 w 2326735"/>
                <a:gd name="connsiteY41" fmla="*/ 1304626 h 5689362"/>
                <a:gd name="connsiteX42" fmla="*/ 1675372 w 2326735"/>
                <a:gd name="connsiteY42" fmla="*/ 1865572 h 5689362"/>
                <a:gd name="connsiteX43" fmla="*/ 1683794 w 2326735"/>
                <a:gd name="connsiteY43" fmla="*/ 1980371 h 5689362"/>
                <a:gd name="connsiteX44" fmla="*/ 1566211 w 2326735"/>
                <a:gd name="connsiteY44" fmla="*/ 1643624 h 5689362"/>
                <a:gd name="connsiteX45" fmla="*/ 1564613 w 2326735"/>
                <a:gd name="connsiteY45" fmla="*/ 1635821 h 5689362"/>
                <a:gd name="connsiteX46" fmla="*/ 1564303 w 2326735"/>
                <a:gd name="connsiteY46" fmla="*/ 1621005 h 5689362"/>
                <a:gd name="connsiteX47" fmla="*/ 1564269 w 2326735"/>
                <a:gd name="connsiteY47" fmla="*/ 1555742 h 5689362"/>
                <a:gd name="connsiteX48" fmla="*/ 1571608 w 2326735"/>
                <a:gd name="connsiteY48" fmla="*/ 1539276 h 5689362"/>
                <a:gd name="connsiteX49" fmla="*/ 1594124 w 2326735"/>
                <a:gd name="connsiteY49" fmla="*/ 1511947 h 5689362"/>
                <a:gd name="connsiteX50" fmla="*/ 1632694 w 2326735"/>
                <a:gd name="connsiteY50" fmla="*/ 1461380 h 5689362"/>
                <a:gd name="connsiteX51" fmla="*/ 1685358 w 2326735"/>
                <a:gd name="connsiteY51" fmla="*/ 1239363 h 5689362"/>
                <a:gd name="connsiteX52" fmla="*/ 1632883 w 2326735"/>
                <a:gd name="connsiteY52" fmla="*/ 881578 h 5689362"/>
                <a:gd name="connsiteX53" fmla="*/ 1527349 w 2326735"/>
                <a:gd name="connsiteY53" fmla="*/ 623466 h 5689362"/>
                <a:gd name="connsiteX54" fmla="*/ 1514836 w 2326735"/>
                <a:gd name="connsiteY54" fmla="*/ 606192 h 5689362"/>
                <a:gd name="connsiteX55" fmla="*/ 1508511 w 2326735"/>
                <a:gd name="connsiteY55" fmla="*/ 597856 h 5689362"/>
                <a:gd name="connsiteX56" fmla="*/ 1493936 w 2326735"/>
                <a:gd name="connsiteY56" fmla="*/ 591136 h 5689362"/>
                <a:gd name="connsiteX57" fmla="*/ 1480495 w 2326735"/>
                <a:gd name="connsiteY57" fmla="*/ 599713 h 5689362"/>
                <a:gd name="connsiteX58" fmla="*/ 1373998 w 2326735"/>
                <a:gd name="connsiteY58" fmla="*/ 1012258 h 5689362"/>
                <a:gd name="connsiteX59" fmla="*/ 1416985 w 2326735"/>
                <a:gd name="connsiteY59" fmla="*/ 1332728 h 5689362"/>
                <a:gd name="connsiteX60" fmla="*/ 1208564 w 2326735"/>
                <a:gd name="connsiteY60" fmla="*/ 1001705 h 5689362"/>
                <a:gd name="connsiteX61" fmla="*/ 1206828 w 2326735"/>
                <a:gd name="connsiteY61" fmla="*/ 999316 h 5689362"/>
                <a:gd name="connsiteX62" fmla="*/ 1204508 w 2326735"/>
                <a:gd name="connsiteY62" fmla="*/ 996703 h 5689362"/>
                <a:gd name="connsiteX63" fmla="*/ 1194161 w 2326735"/>
                <a:gd name="connsiteY63" fmla="*/ 911691 h 5689362"/>
                <a:gd name="connsiteX64" fmla="*/ 1198199 w 2326735"/>
                <a:gd name="connsiteY64" fmla="*/ 903424 h 5689362"/>
                <a:gd name="connsiteX65" fmla="*/ 1214511 w 2326735"/>
                <a:gd name="connsiteY65" fmla="*/ 877711 h 5689362"/>
                <a:gd name="connsiteX66" fmla="*/ 1245999 w 2326735"/>
                <a:gd name="connsiteY66" fmla="*/ 820956 h 5689362"/>
                <a:gd name="connsiteX67" fmla="*/ 1261984 w 2326735"/>
                <a:gd name="connsiteY67" fmla="*/ 605539 h 5689362"/>
                <a:gd name="connsiteX68" fmla="*/ 1015130 w 2326735"/>
                <a:gd name="connsiteY68" fmla="*/ 101175 h 5689362"/>
                <a:gd name="connsiteX69" fmla="*/ 968482 w 2326735"/>
                <a:gd name="connsiteY69" fmla="*/ 55971 h 5689362"/>
                <a:gd name="connsiteX70" fmla="*/ 963876 w 2326735"/>
                <a:gd name="connsiteY70" fmla="*/ 51794 h 5689362"/>
                <a:gd name="connsiteX71" fmla="*/ 943921 w 2326735"/>
                <a:gd name="connsiteY71" fmla="*/ 33489 h 5689362"/>
                <a:gd name="connsiteX72" fmla="*/ 927506 w 2326735"/>
                <a:gd name="connsiteY72" fmla="*/ 29622 h 5689362"/>
                <a:gd name="connsiteX73" fmla="*/ 916179 w 2326735"/>
                <a:gd name="connsiteY73" fmla="*/ 41894 h 5689362"/>
                <a:gd name="connsiteX74" fmla="*/ 913154 w 2326735"/>
                <a:gd name="connsiteY74" fmla="*/ 55163 h 5689362"/>
                <a:gd name="connsiteX75" fmla="*/ 908307 w 2326735"/>
                <a:gd name="connsiteY75" fmla="*/ 77886 h 5689362"/>
                <a:gd name="connsiteX76" fmla="*/ 912484 w 2326735"/>
                <a:gd name="connsiteY76" fmla="*/ 442064 h 5689362"/>
                <a:gd name="connsiteX77" fmla="*/ 1041222 w 2326735"/>
                <a:gd name="connsiteY77" fmla="*/ 788797 h 5689362"/>
                <a:gd name="connsiteX78" fmla="*/ 749593 w 2326735"/>
                <a:gd name="connsiteY78" fmla="*/ 491772 h 5689362"/>
                <a:gd name="connsiteX79" fmla="*/ 748442 w 2326735"/>
                <a:gd name="connsiteY79" fmla="*/ 488970 h 5689362"/>
                <a:gd name="connsiteX80" fmla="*/ 698064 w 2326735"/>
                <a:gd name="connsiteY80" fmla="*/ 296654 h 5689362"/>
                <a:gd name="connsiteX81" fmla="*/ 472111 w 2326735"/>
                <a:gd name="connsiteY81" fmla="*/ 110216 h 5689362"/>
                <a:gd name="connsiteX82" fmla="*/ 298289 w 2326735"/>
                <a:gd name="connsiteY82" fmla="*/ 42186 h 5689362"/>
                <a:gd name="connsiteX83" fmla="*/ 214394 w 2326735"/>
                <a:gd name="connsiteY83" fmla="*/ 10681 h 5689362"/>
                <a:gd name="connsiteX84" fmla="*/ 166835 w 2326735"/>
                <a:gd name="connsiteY84" fmla="*/ 3410 h 5689362"/>
                <a:gd name="connsiteX85" fmla="*/ 164068 w 2326735"/>
                <a:gd name="connsiteY85" fmla="*/ 30567 h 5689362"/>
                <a:gd name="connsiteX86" fmla="*/ 165271 w 2326735"/>
                <a:gd name="connsiteY86" fmla="*/ 34606 h 5689362"/>
                <a:gd name="connsiteX87" fmla="*/ 307072 w 2326735"/>
                <a:gd name="connsiteY87" fmla="*/ 319188 h 5689362"/>
                <a:gd name="connsiteX88" fmla="*/ 703856 w 2326735"/>
                <a:gd name="connsiteY88" fmla="*/ 529758 h 5689362"/>
                <a:gd name="connsiteX89" fmla="*/ 715424 w 2326735"/>
                <a:gd name="connsiteY89" fmla="*/ 532972 h 5689362"/>
                <a:gd name="connsiteX90" fmla="*/ 767813 w 2326735"/>
                <a:gd name="connsiteY90" fmla="*/ 575581 h 5689362"/>
                <a:gd name="connsiteX91" fmla="*/ 900985 w 2326735"/>
                <a:gd name="connsiteY91" fmla="*/ 707172 h 5689362"/>
                <a:gd name="connsiteX92" fmla="*/ 668036 w 2326735"/>
                <a:gd name="connsiteY92" fmla="*/ 653305 h 5689362"/>
                <a:gd name="connsiteX93" fmla="*/ 524070 w 2326735"/>
                <a:gd name="connsiteY93" fmla="*/ 669822 h 5689362"/>
                <a:gd name="connsiteX94" fmla="*/ 522282 w 2326735"/>
                <a:gd name="connsiteY94" fmla="*/ 670097 h 5689362"/>
                <a:gd name="connsiteX95" fmla="*/ 480945 w 2326735"/>
                <a:gd name="connsiteY95" fmla="*/ 676079 h 5689362"/>
                <a:gd name="connsiteX96" fmla="*/ 393768 w 2326735"/>
                <a:gd name="connsiteY96" fmla="*/ 690156 h 5689362"/>
                <a:gd name="connsiteX97" fmla="*/ 351056 w 2326735"/>
                <a:gd name="connsiteY97" fmla="*/ 710558 h 5689362"/>
                <a:gd name="connsiteX98" fmla="*/ 351503 w 2326735"/>
                <a:gd name="connsiteY98" fmla="*/ 723844 h 5689362"/>
                <a:gd name="connsiteX99" fmla="*/ 358309 w 2326735"/>
                <a:gd name="connsiteY99" fmla="*/ 734277 h 5689362"/>
                <a:gd name="connsiteX100" fmla="*/ 627868 w 2326735"/>
                <a:gd name="connsiteY100" fmla="*/ 936184 h 5689362"/>
                <a:gd name="connsiteX101" fmla="*/ 976097 w 2326735"/>
                <a:gd name="connsiteY101" fmla="*/ 924909 h 5689362"/>
                <a:gd name="connsiteX102" fmla="*/ 1033504 w 2326735"/>
                <a:gd name="connsiteY102" fmla="*/ 911623 h 5689362"/>
                <a:gd name="connsiteX103" fmla="*/ 1066798 w 2326735"/>
                <a:gd name="connsiteY103" fmla="*/ 915198 h 5689362"/>
                <a:gd name="connsiteX104" fmla="*/ 1083143 w 2326735"/>
                <a:gd name="connsiteY104" fmla="*/ 921935 h 5689362"/>
                <a:gd name="connsiteX105" fmla="*/ 1267845 w 2326735"/>
                <a:gd name="connsiteY105" fmla="*/ 1195155 h 5689362"/>
                <a:gd name="connsiteX106" fmla="*/ 1068791 w 2326735"/>
                <a:gd name="connsiteY106" fmla="*/ 1094898 h 5689362"/>
                <a:gd name="connsiteX107" fmla="*/ 840105 w 2326735"/>
                <a:gd name="connsiteY107" fmla="*/ 1069133 h 5689362"/>
                <a:gd name="connsiteX108" fmla="*/ 814959 w 2326735"/>
                <a:gd name="connsiteY108" fmla="*/ 1067861 h 5689362"/>
                <a:gd name="connsiteX109" fmla="*/ 743612 w 2326735"/>
                <a:gd name="connsiteY109" fmla="*/ 1063633 h 5689362"/>
                <a:gd name="connsiteX110" fmla="*/ 702945 w 2326735"/>
                <a:gd name="connsiteY110" fmla="*/ 1061124 h 5689362"/>
                <a:gd name="connsiteX111" fmla="*/ 689625 w 2326735"/>
                <a:gd name="connsiteY111" fmla="*/ 1067896 h 5689362"/>
                <a:gd name="connsiteX112" fmla="*/ 687424 w 2326735"/>
                <a:gd name="connsiteY112" fmla="*/ 1083674 h 5689362"/>
                <a:gd name="connsiteX113" fmla="*/ 693561 w 2326735"/>
                <a:gd name="connsiteY113" fmla="*/ 1098542 h 5689362"/>
                <a:gd name="connsiteX114" fmla="*/ 977798 w 2326735"/>
                <a:gd name="connsiteY114" fmla="*/ 1378637 h 5689362"/>
                <a:gd name="connsiteX115" fmla="*/ 1286184 w 2326735"/>
                <a:gd name="connsiteY115" fmla="*/ 1423962 h 5689362"/>
                <a:gd name="connsiteX116" fmla="*/ 1324961 w 2326735"/>
                <a:gd name="connsiteY116" fmla="*/ 1419699 h 5689362"/>
                <a:gd name="connsiteX117" fmla="*/ 1403269 w 2326735"/>
                <a:gd name="connsiteY117" fmla="*/ 1444656 h 5689362"/>
                <a:gd name="connsiteX118" fmla="*/ 1549504 w 2326735"/>
                <a:gd name="connsiteY118" fmla="*/ 1795841 h 5689362"/>
                <a:gd name="connsiteX119" fmla="*/ 1364631 w 2326735"/>
                <a:gd name="connsiteY119" fmla="*/ 1647904 h 5689362"/>
                <a:gd name="connsiteX120" fmla="*/ 1125511 w 2326735"/>
                <a:gd name="connsiteY120" fmla="*/ 1544312 h 5689362"/>
                <a:gd name="connsiteX121" fmla="*/ 1022366 w 2326735"/>
                <a:gd name="connsiteY121" fmla="*/ 1501290 h 5689362"/>
                <a:gd name="connsiteX122" fmla="*/ 1006468 w 2326735"/>
                <a:gd name="connsiteY122" fmla="*/ 1502665 h 5689362"/>
                <a:gd name="connsiteX123" fmla="*/ 999008 w 2326735"/>
                <a:gd name="connsiteY123" fmla="*/ 1516553 h 5689362"/>
                <a:gd name="connsiteX124" fmla="*/ 1278468 w 2326735"/>
                <a:gd name="connsiteY124" fmla="*/ 1968184 h 5689362"/>
                <a:gd name="connsiteX125" fmla="*/ 1534001 w 2326735"/>
                <a:gd name="connsiteY125" fmla="*/ 2073787 h 5689362"/>
                <a:gd name="connsiteX126" fmla="*/ 1622347 w 2326735"/>
                <a:gd name="connsiteY126" fmla="*/ 2106720 h 5689362"/>
                <a:gd name="connsiteX127" fmla="*/ 1636475 w 2326735"/>
                <a:gd name="connsiteY127" fmla="*/ 2116448 h 5689362"/>
                <a:gd name="connsiteX128" fmla="*/ 1651274 w 2326735"/>
                <a:gd name="connsiteY128" fmla="*/ 2141783 h 5689362"/>
                <a:gd name="connsiteX129" fmla="*/ 1725200 w 2326735"/>
                <a:gd name="connsiteY129" fmla="*/ 2580592 h 5689362"/>
                <a:gd name="connsiteX130" fmla="*/ 1709112 w 2326735"/>
                <a:gd name="connsiteY130" fmla="*/ 2534665 h 5689362"/>
                <a:gd name="connsiteX131" fmla="*/ 1512928 w 2326735"/>
                <a:gd name="connsiteY131" fmla="*/ 2275986 h 5689362"/>
                <a:gd name="connsiteX132" fmla="*/ 1360248 w 2326735"/>
                <a:gd name="connsiteY132" fmla="*/ 2151855 h 5689362"/>
                <a:gd name="connsiteX133" fmla="*/ 1357841 w 2326735"/>
                <a:gd name="connsiteY133" fmla="*/ 2149964 h 5689362"/>
                <a:gd name="connsiteX134" fmla="*/ 1288969 w 2326735"/>
                <a:gd name="connsiteY134" fmla="*/ 2095169 h 5689362"/>
                <a:gd name="connsiteX135" fmla="*/ 1274291 w 2326735"/>
                <a:gd name="connsiteY135" fmla="*/ 2082880 h 5689362"/>
                <a:gd name="connsiteX136" fmla="*/ 1260008 w 2326735"/>
                <a:gd name="connsiteY136" fmla="*/ 2070642 h 5689362"/>
                <a:gd name="connsiteX137" fmla="*/ 1241720 w 2326735"/>
                <a:gd name="connsiteY137" fmla="*/ 2068459 h 5689362"/>
                <a:gd name="connsiteX138" fmla="*/ 1232593 w 2326735"/>
                <a:gd name="connsiteY138" fmla="*/ 2084512 h 5689362"/>
                <a:gd name="connsiteX139" fmla="*/ 1234397 w 2326735"/>
                <a:gd name="connsiteY139" fmla="*/ 2113302 h 5689362"/>
                <a:gd name="connsiteX140" fmla="*/ 1234673 w 2326735"/>
                <a:gd name="connsiteY140" fmla="*/ 2117582 h 5689362"/>
                <a:gd name="connsiteX141" fmla="*/ 1238780 w 2326735"/>
                <a:gd name="connsiteY141" fmla="*/ 2171793 h 5689362"/>
                <a:gd name="connsiteX142" fmla="*/ 1394263 w 2326735"/>
                <a:gd name="connsiteY142" fmla="*/ 2608333 h 5689362"/>
                <a:gd name="connsiteX143" fmla="*/ 1645018 w 2326735"/>
                <a:gd name="connsiteY143" fmla="*/ 2820742 h 5689362"/>
                <a:gd name="connsiteX144" fmla="*/ 1718136 w 2326735"/>
                <a:gd name="connsiteY144" fmla="*/ 2876861 h 5689362"/>
                <a:gd name="connsiteX145" fmla="*/ 1743058 w 2326735"/>
                <a:gd name="connsiteY145" fmla="*/ 2960480 h 5689362"/>
                <a:gd name="connsiteX146" fmla="*/ 1715128 w 2326735"/>
                <a:gd name="connsiteY146" fmla="*/ 3350097 h 5689362"/>
                <a:gd name="connsiteX147" fmla="*/ 1690515 w 2326735"/>
                <a:gd name="connsiteY147" fmla="*/ 3239940 h 5689362"/>
                <a:gd name="connsiteX148" fmla="*/ 1566589 w 2326735"/>
                <a:gd name="connsiteY148" fmla="*/ 3005960 h 5689362"/>
                <a:gd name="connsiteX149" fmla="*/ 1415662 w 2326735"/>
                <a:gd name="connsiteY149" fmla="*/ 2803193 h 5689362"/>
                <a:gd name="connsiteX150" fmla="*/ 1412345 w 2326735"/>
                <a:gd name="connsiteY150" fmla="*/ 2798776 h 5689362"/>
                <a:gd name="connsiteX151" fmla="*/ 1353596 w 2326735"/>
                <a:gd name="connsiteY151" fmla="*/ 2720639 h 5689362"/>
                <a:gd name="connsiteX152" fmla="*/ 1341771 w 2326735"/>
                <a:gd name="connsiteY152" fmla="*/ 2712424 h 5689362"/>
                <a:gd name="connsiteX153" fmla="*/ 1327900 w 2326735"/>
                <a:gd name="connsiteY153" fmla="*/ 2712063 h 5689362"/>
                <a:gd name="connsiteX154" fmla="*/ 1318567 w 2326735"/>
                <a:gd name="connsiteY154" fmla="*/ 2722255 h 5689362"/>
                <a:gd name="connsiteX155" fmla="*/ 1317982 w 2326735"/>
                <a:gd name="connsiteY155" fmla="*/ 2724043 h 5689362"/>
                <a:gd name="connsiteX156" fmla="*/ 1316161 w 2326735"/>
                <a:gd name="connsiteY156" fmla="*/ 2730712 h 5689362"/>
                <a:gd name="connsiteX157" fmla="*/ 1380616 w 2326735"/>
                <a:gd name="connsiteY157" fmla="*/ 3292225 h 5689362"/>
                <a:gd name="connsiteX158" fmla="*/ 1559302 w 2326735"/>
                <a:gd name="connsiteY158" fmla="*/ 3541313 h 5689362"/>
                <a:gd name="connsiteX159" fmla="*/ 1650432 w 2326735"/>
                <a:gd name="connsiteY159" fmla="*/ 3665479 h 5689362"/>
                <a:gd name="connsiteX160" fmla="*/ 1653629 w 2326735"/>
                <a:gd name="connsiteY160" fmla="*/ 3682238 h 5689362"/>
                <a:gd name="connsiteX161" fmla="*/ 1505641 w 2326735"/>
                <a:gd name="connsiteY161" fmla="*/ 4135158 h 5689362"/>
                <a:gd name="connsiteX162" fmla="*/ 1502375 w 2326735"/>
                <a:gd name="connsiteY162" fmla="*/ 3897465 h 5689362"/>
                <a:gd name="connsiteX163" fmla="*/ 1395311 w 2326735"/>
                <a:gd name="connsiteY163" fmla="*/ 3570516 h 5689362"/>
                <a:gd name="connsiteX164" fmla="*/ 1383744 w 2326735"/>
                <a:gd name="connsiteY164" fmla="*/ 3541485 h 5689362"/>
                <a:gd name="connsiteX165" fmla="*/ 1328605 w 2326735"/>
                <a:gd name="connsiteY165" fmla="*/ 3402813 h 5689362"/>
                <a:gd name="connsiteX166" fmla="*/ 1312774 w 2326735"/>
                <a:gd name="connsiteY166" fmla="*/ 3392225 h 5689362"/>
                <a:gd name="connsiteX167" fmla="*/ 1298268 w 2326735"/>
                <a:gd name="connsiteY167" fmla="*/ 3401283 h 5689362"/>
                <a:gd name="connsiteX168" fmla="*/ 1292200 w 2326735"/>
                <a:gd name="connsiteY168" fmla="*/ 3412696 h 5689362"/>
                <a:gd name="connsiteX169" fmla="*/ 1284913 w 2326735"/>
                <a:gd name="connsiteY169" fmla="*/ 3427168 h 5689362"/>
                <a:gd name="connsiteX170" fmla="*/ 1207000 w 2326735"/>
                <a:gd name="connsiteY170" fmla="*/ 3961026 h 5689362"/>
                <a:gd name="connsiteX171" fmla="*/ 1308993 w 2326735"/>
                <a:gd name="connsiteY171" fmla="*/ 4258258 h 5689362"/>
                <a:gd name="connsiteX172" fmla="*/ 1366092 w 2326735"/>
                <a:gd name="connsiteY172" fmla="*/ 4397910 h 5689362"/>
                <a:gd name="connsiteX173" fmla="*/ 1360884 w 2326735"/>
                <a:gd name="connsiteY173" fmla="*/ 4430052 h 5689362"/>
                <a:gd name="connsiteX174" fmla="*/ 1141341 w 2326735"/>
                <a:gd name="connsiteY174" fmla="*/ 4753839 h 5689362"/>
                <a:gd name="connsiteX175" fmla="*/ 1142253 w 2326735"/>
                <a:gd name="connsiteY175" fmla="*/ 4752189 h 5689362"/>
                <a:gd name="connsiteX176" fmla="*/ 1196000 w 2326735"/>
                <a:gd name="connsiteY176" fmla="*/ 4433953 h 5689362"/>
                <a:gd name="connsiteX177" fmla="*/ 1172005 w 2326735"/>
                <a:gd name="connsiteY177" fmla="*/ 4184986 h 5689362"/>
                <a:gd name="connsiteX178" fmla="*/ 1171472 w 2326735"/>
                <a:gd name="connsiteY178" fmla="*/ 4180293 h 5689362"/>
                <a:gd name="connsiteX179" fmla="*/ 1160644 w 2326735"/>
                <a:gd name="connsiteY179" fmla="*/ 4082803 h 5689362"/>
                <a:gd name="connsiteX180" fmla="*/ 1154250 w 2326735"/>
                <a:gd name="connsiteY180" fmla="*/ 4027200 h 5689362"/>
                <a:gd name="connsiteX181" fmla="*/ 1151276 w 2326735"/>
                <a:gd name="connsiteY181" fmla="*/ 4001865 h 5689362"/>
                <a:gd name="connsiteX182" fmla="*/ 1142287 w 2326735"/>
                <a:gd name="connsiteY182" fmla="*/ 3988974 h 5689362"/>
                <a:gd name="connsiteX183" fmla="*/ 1102360 w 2326735"/>
                <a:gd name="connsiteY183" fmla="*/ 4010476 h 5689362"/>
                <a:gd name="connsiteX184" fmla="*/ 899731 w 2326735"/>
                <a:gd name="connsiteY184" fmla="*/ 4446879 h 5689362"/>
                <a:gd name="connsiteX185" fmla="*/ 942081 w 2326735"/>
                <a:gd name="connsiteY185" fmla="*/ 4879964 h 5689362"/>
                <a:gd name="connsiteX186" fmla="*/ 943474 w 2326735"/>
                <a:gd name="connsiteY186" fmla="*/ 4892443 h 5689362"/>
                <a:gd name="connsiteX187" fmla="*/ 940569 w 2326735"/>
                <a:gd name="connsiteY187" fmla="*/ 4964873 h 5689362"/>
                <a:gd name="connsiteX188" fmla="*/ 935120 w 2326735"/>
                <a:gd name="connsiteY188" fmla="*/ 4978142 h 5689362"/>
                <a:gd name="connsiteX189" fmla="*/ 575067 w 2326735"/>
                <a:gd name="connsiteY189" fmla="*/ 5252049 h 5689362"/>
                <a:gd name="connsiteX190" fmla="*/ 709099 w 2326735"/>
                <a:gd name="connsiteY190" fmla="*/ 5032576 h 5689362"/>
                <a:gd name="connsiteX191" fmla="*/ 772797 w 2326735"/>
                <a:gd name="connsiteY191" fmla="*/ 4722660 h 5689362"/>
                <a:gd name="connsiteX192" fmla="*/ 774172 w 2326735"/>
                <a:gd name="connsiteY192" fmla="*/ 4713533 h 5689362"/>
                <a:gd name="connsiteX193" fmla="*/ 791532 w 2326735"/>
                <a:gd name="connsiteY193" fmla="*/ 4604802 h 5689362"/>
                <a:gd name="connsiteX194" fmla="*/ 798252 w 2326735"/>
                <a:gd name="connsiteY194" fmla="*/ 4563259 h 5689362"/>
                <a:gd name="connsiteX195" fmla="*/ 792134 w 2326735"/>
                <a:gd name="connsiteY195" fmla="*/ 4547531 h 5689362"/>
                <a:gd name="connsiteX196" fmla="*/ 775375 w 2326735"/>
                <a:gd name="connsiteY196" fmla="*/ 4545228 h 5689362"/>
                <a:gd name="connsiteX197" fmla="*/ 769514 w 2326735"/>
                <a:gd name="connsiteY197" fmla="*/ 4547652 h 5689362"/>
                <a:gd name="connsiteX198" fmla="*/ 752670 w 2326735"/>
                <a:gd name="connsiteY198" fmla="*/ 4555129 h 5689362"/>
                <a:gd name="connsiteX199" fmla="*/ 369189 w 2326735"/>
                <a:gd name="connsiteY199" fmla="*/ 5233693 h 5689362"/>
                <a:gd name="connsiteX200" fmla="*/ 357295 w 2326735"/>
                <a:gd name="connsiteY200" fmla="*/ 5355418 h 5689362"/>
                <a:gd name="connsiteX201" fmla="*/ 351331 w 2326735"/>
                <a:gd name="connsiteY201" fmla="*/ 5363565 h 5689362"/>
                <a:gd name="connsiteX202" fmla="*/ 13003 w 2326735"/>
                <a:gd name="connsiteY202" fmla="*/ 5473018 h 5689362"/>
                <a:gd name="connsiteX203" fmla="*/ 885 w 2326735"/>
                <a:gd name="connsiteY203" fmla="*/ 5483950 h 5689362"/>
                <a:gd name="connsiteX204" fmla="*/ 3962 w 2326735"/>
                <a:gd name="connsiteY204" fmla="*/ 5500072 h 5689362"/>
                <a:gd name="connsiteX205" fmla="*/ 35261 w 2326735"/>
                <a:gd name="connsiteY205" fmla="*/ 5545964 h 5689362"/>
                <a:gd name="connsiteX206" fmla="*/ 53635 w 2326735"/>
                <a:gd name="connsiteY206" fmla="*/ 5554300 h 5689362"/>
                <a:gd name="connsiteX207" fmla="*/ 316250 w 2326735"/>
                <a:gd name="connsiteY207" fmla="*/ 5474599 h 5689362"/>
                <a:gd name="connsiteX208" fmla="*/ 332991 w 2326735"/>
                <a:gd name="connsiteY208" fmla="*/ 5471385 h 5689362"/>
                <a:gd name="connsiteX209" fmla="*/ 393046 w 2326735"/>
                <a:gd name="connsiteY209" fmla="*/ 5483090 h 5689362"/>
                <a:gd name="connsiteX210" fmla="*/ 401348 w 2326735"/>
                <a:gd name="connsiteY210" fmla="*/ 5486081 h 5689362"/>
                <a:gd name="connsiteX211" fmla="*/ 651760 w 2326735"/>
                <a:gd name="connsiteY211" fmla="*/ 5671006 h 5689362"/>
                <a:gd name="connsiteX212" fmla="*/ 732371 w 2326735"/>
                <a:gd name="connsiteY212" fmla="*/ 5684825 h 5689362"/>
                <a:gd name="connsiteX213" fmla="*/ 826698 w 2326735"/>
                <a:gd name="connsiteY213" fmla="*/ 5689363 h 5689362"/>
                <a:gd name="connsiteX214" fmla="*/ 908084 w 2326735"/>
                <a:gd name="connsiteY214" fmla="*/ 5686407 h 5689362"/>
                <a:gd name="connsiteX215" fmla="*/ 1181596 w 2326735"/>
                <a:gd name="connsiteY215" fmla="*/ 5614303 h 5689362"/>
                <a:gd name="connsiteX216" fmla="*/ 1279654 w 2326735"/>
                <a:gd name="connsiteY216" fmla="*/ 5542681 h 5689362"/>
                <a:gd name="connsiteX217" fmla="*/ 1277574 w 2326735"/>
                <a:gd name="connsiteY217" fmla="*/ 5519890 h 5689362"/>
                <a:gd name="connsiteX218" fmla="*/ 1026939 w 2326735"/>
                <a:gd name="connsiteY218" fmla="*/ 5362104 h 5689362"/>
                <a:gd name="connsiteX219" fmla="*/ 660732 w 2326735"/>
                <a:gd name="connsiteY219" fmla="*/ 5318567 h 5689362"/>
                <a:gd name="connsiteX220" fmla="*/ 609752 w 2326735"/>
                <a:gd name="connsiteY220" fmla="*/ 5331114 h 5689362"/>
                <a:gd name="connsiteX221" fmla="*/ 921937 w 2326735"/>
                <a:gd name="connsiteY221" fmla="*/ 5101947 h 5689362"/>
                <a:gd name="connsiteX222" fmla="*/ 929363 w 2326735"/>
                <a:gd name="connsiteY222" fmla="*/ 5098286 h 5689362"/>
                <a:gd name="connsiteX223" fmla="*/ 988867 w 2326735"/>
                <a:gd name="connsiteY223" fmla="*/ 5090723 h 5689362"/>
                <a:gd name="connsiteX224" fmla="*/ 993766 w 2326735"/>
                <a:gd name="connsiteY224" fmla="*/ 5091806 h 5689362"/>
                <a:gd name="connsiteX225" fmla="*/ 1227866 w 2326735"/>
                <a:gd name="connsiteY225" fmla="*/ 5190654 h 5689362"/>
                <a:gd name="connsiteX226" fmla="*/ 1242888 w 2326735"/>
                <a:gd name="connsiteY226" fmla="*/ 5190379 h 5689362"/>
                <a:gd name="connsiteX227" fmla="*/ 1561622 w 2326735"/>
                <a:gd name="connsiteY227" fmla="*/ 5103236 h 5689362"/>
                <a:gd name="connsiteX228" fmla="*/ 1781697 w 2326735"/>
                <a:gd name="connsiteY228" fmla="*/ 4948166 h 5689362"/>
                <a:gd name="connsiteX229" fmla="*/ 1819991 w 2326735"/>
                <a:gd name="connsiteY229" fmla="*/ 4900143 h 5689362"/>
                <a:gd name="connsiteX230" fmla="*/ 1821091 w 2326735"/>
                <a:gd name="connsiteY230" fmla="*/ 4898647 h 5689362"/>
                <a:gd name="connsiteX231" fmla="*/ 1836286 w 2326735"/>
                <a:gd name="connsiteY231" fmla="*/ 4878366 h 5689362"/>
                <a:gd name="connsiteX232" fmla="*/ 1839551 w 2326735"/>
                <a:gd name="connsiteY232" fmla="*/ 4865354 h 5689362"/>
                <a:gd name="connsiteX233" fmla="*/ 1831645 w 2326735"/>
                <a:gd name="connsiteY233" fmla="*/ 4853856 h 5689362"/>
                <a:gd name="connsiteX234" fmla="*/ 1778328 w 2326735"/>
                <a:gd name="connsiteY234" fmla="*/ 4828968 h 5689362"/>
                <a:gd name="connsiteX235" fmla="*/ 1282610 w 2326735"/>
                <a:gd name="connsiteY235" fmla="*/ 4809683 h 5689362"/>
                <a:gd name="connsiteX236" fmla="*/ 1132370 w 2326735"/>
                <a:gd name="connsiteY236" fmla="*/ 4887011 h 5689362"/>
                <a:gd name="connsiteX237" fmla="*/ 1378879 w 2326735"/>
                <a:gd name="connsiteY237" fmla="*/ 4547721 h 5689362"/>
                <a:gd name="connsiteX238" fmla="*/ 1382506 w 2326735"/>
                <a:gd name="connsiteY238" fmla="*/ 4542307 h 5689362"/>
                <a:gd name="connsiteX239" fmla="*/ 1402444 w 2326735"/>
                <a:gd name="connsiteY239" fmla="*/ 4530275 h 5689362"/>
                <a:gd name="connsiteX240" fmla="*/ 1438487 w 2326735"/>
                <a:gd name="connsiteY240" fmla="*/ 4507312 h 5689362"/>
                <a:gd name="connsiteX241" fmla="*/ 1461020 w 2326735"/>
                <a:gd name="connsiteY241" fmla="*/ 4506178 h 5689362"/>
                <a:gd name="connsiteX242" fmla="*/ 1505675 w 2326735"/>
                <a:gd name="connsiteY242" fmla="*/ 4523778 h 5689362"/>
                <a:gd name="connsiteX243" fmla="*/ 1766021 w 2326735"/>
                <a:gd name="connsiteY243" fmla="*/ 4490845 h 5689362"/>
                <a:gd name="connsiteX244" fmla="*/ 1974133 w 2326735"/>
                <a:gd name="connsiteY244" fmla="*/ 4326065 h 5689362"/>
                <a:gd name="connsiteX245" fmla="*/ 2147405 w 2326735"/>
                <a:gd name="connsiteY245" fmla="*/ 4069053 h 5689362"/>
                <a:gd name="connsiteX246" fmla="*/ 2164920 w 2326735"/>
                <a:gd name="connsiteY246" fmla="*/ 4013587 h 5689362"/>
                <a:gd name="connsiteX247" fmla="*/ 2171709 w 2326735"/>
                <a:gd name="connsiteY247" fmla="*/ 3989490 h 5689362"/>
                <a:gd name="connsiteX248" fmla="*/ 2161345 w 2326735"/>
                <a:gd name="connsiteY248" fmla="*/ 3968967 h 5689362"/>
                <a:gd name="connsiteX249" fmla="*/ 2154366 w 2326735"/>
                <a:gd name="connsiteY249" fmla="*/ 3968435 h 5689362"/>
                <a:gd name="connsiteX250" fmla="*/ 1634241 w 2326735"/>
                <a:gd name="connsiteY250" fmla="*/ 4147413 h 5689362"/>
                <a:gd name="connsiteX251" fmla="*/ 1528363 w 2326735"/>
                <a:gd name="connsiteY251" fmla="*/ 4269516 h 5689362"/>
                <a:gd name="connsiteX252" fmla="*/ 1707891 w 2326735"/>
                <a:gd name="connsiteY252" fmla="*/ 3796744 h 5689362"/>
                <a:gd name="connsiteX253" fmla="*/ 1708596 w 2326735"/>
                <a:gd name="connsiteY253" fmla="*/ 3794338 h 5689362"/>
                <a:gd name="connsiteX254" fmla="*/ 1710642 w 2326735"/>
                <a:gd name="connsiteY254" fmla="*/ 3788459 h 5689362"/>
                <a:gd name="connsiteX255" fmla="*/ 1757530 w 2326735"/>
                <a:gd name="connsiteY255" fmla="*/ 3724073 h 5689362"/>
                <a:gd name="connsiteX256" fmla="*/ 1762240 w 2326735"/>
                <a:gd name="connsiteY256" fmla="*/ 3721495 h 5689362"/>
                <a:gd name="connsiteX257" fmla="*/ 1766330 w 2326735"/>
                <a:gd name="connsiteY257" fmla="*/ 3721667 h 5689362"/>
                <a:gd name="connsiteX258" fmla="*/ 1776351 w 2326735"/>
                <a:gd name="connsiteY258" fmla="*/ 3722268 h 5689362"/>
                <a:gd name="connsiteX259" fmla="*/ 1848678 w 2326735"/>
                <a:gd name="connsiteY259" fmla="*/ 3721478 h 5689362"/>
                <a:gd name="connsiteX260" fmla="*/ 2032882 w 2326735"/>
                <a:gd name="connsiteY260" fmla="*/ 3618677 h 5689362"/>
                <a:gd name="connsiteX261" fmla="*/ 2314300 w 2326735"/>
                <a:gd name="connsiteY261" fmla="*/ 3095578 h 5689362"/>
                <a:gd name="connsiteX262" fmla="*/ 2323719 w 2326735"/>
                <a:gd name="connsiteY262" fmla="*/ 3024677 h 5689362"/>
                <a:gd name="connsiteX263" fmla="*/ 2326658 w 2326735"/>
                <a:gd name="connsiteY263" fmla="*/ 2990095 h 5689362"/>
                <a:gd name="connsiteX264" fmla="*/ 2320660 w 2326735"/>
                <a:gd name="connsiteY264" fmla="*/ 2975382 h 56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</a:cxnLst>
              <a:rect l="l" t="t" r="r" b="b"/>
              <a:pathLst>
                <a:path w="2326735" h="5689362">
                  <a:moveTo>
                    <a:pt x="2320660" y="2975382"/>
                  </a:moveTo>
                  <a:cubicBezTo>
                    <a:pt x="2316329" y="2971807"/>
                    <a:pt x="2310038" y="2970673"/>
                    <a:pt x="2305139" y="2972323"/>
                  </a:cubicBezTo>
                  <a:cubicBezTo>
                    <a:pt x="2299158" y="2974162"/>
                    <a:pt x="2293675" y="2975761"/>
                    <a:pt x="2288501" y="2977273"/>
                  </a:cubicBezTo>
                  <a:lnTo>
                    <a:pt x="2285974" y="2978012"/>
                  </a:lnTo>
                  <a:cubicBezTo>
                    <a:pt x="2273221" y="2981742"/>
                    <a:pt x="2262203" y="2984939"/>
                    <a:pt x="2251289" y="2989322"/>
                  </a:cubicBezTo>
                  <a:cubicBezTo>
                    <a:pt x="2078859" y="3057833"/>
                    <a:pt x="1943109" y="3175210"/>
                    <a:pt x="1836268" y="3348138"/>
                  </a:cubicBezTo>
                  <a:cubicBezTo>
                    <a:pt x="1809885" y="3390867"/>
                    <a:pt x="1789448" y="3435281"/>
                    <a:pt x="1773171" y="3479574"/>
                  </a:cubicBezTo>
                  <a:cubicBezTo>
                    <a:pt x="1799864" y="3330589"/>
                    <a:pt x="1806052" y="3272545"/>
                    <a:pt x="1810779" y="3105839"/>
                  </a:cubicBezTo>
                  <a:cubicBezTo>
                    <a:pt x="1811002" y="3098844"/>
                    <a:pt x="1811002" y="3091728"/>
                    <a:pt x="1811002" y="3084663"/>
                  </a:cubicBezTo>
                  <a:cubicBezTo>
                    <a:pt x="1811002" y="3065378"/>
                    <a:pt x="1811002" y="3047159"/>
                    <a:pt x="1815213" y="3030539"/>
                  </a:cubicBezTo>
                  <a:cubicBezTo>
                    <a:pt x="1820266" y="3010841"/>
                    <a:pt x="1830424" y="2991195"/>
                    <a:pt x="1840256" y="2972185"/>
                  </a:cubicBezTo>
                  <a:cubicBezTo>
                    <a:pt x="1843023" y="2966805"/>
                    <a:pt x="1845791" y="2961426"/>
                    <a:pt x="1848077" y="2956699"/>
                  </a:cubicBezTo>
                  <a:cubicBezTo>
                    <a:pt x="1848867" y="2955771"/>
                    <a:pt x="1851428" y="2954207"/>
                    <a:pt x="1852425" y="2954052"/>
                  </a:cubicBezTo>
                  <a:cubicBezTo>
                    <a:pt x="1901738" y="2946524"/>
                    <a:pt x="1945343" y="2925589"/>
                    <a:pt x="1985770" y="2890061"/>
                  </a:cubicBezTo>
                  <a:cubicBezTo>
                    <a:pt x="2026505" y="2854087"/>
                    <a:pt x="2060005" y="2810051"/>
                    <a:pt x="2085356" y="2759140"/>
                  </a:cubicBezTo>
                  <a:cubicBezTo>
                    <a:pt x="2176350" y="2576673"/>
                    <a:pt x="2221881" y="2374989"/>
                    <a:pt x="2220729" y="2159762"/>
                  </a:cubicBezTo>
                  <a:cubicBezTo>
                    <a:pt x="2220626" y="2138998"/>
                    <a:pt x="2218185" y="2118785"/>
                    <a:pt x="2215504" y="2096802"/>
                  </a:cubicBezTo>
                  <a:cubicBezTo>
                    <a:pt x="2214284" y="2086953"/>
                    <a:pt x="2213046" y="2076881"/>
                    <a:pt x="2212015" y="2066448"/>
                  </a:cubicBezTo>
                  <a:cubicBezTo>
                    <a:pt x="2211431" y="2060725"/>
                    <a:pt x="2207907" y="2055637"/>
                    <a:pt x="2202802" y="2053162"/>
                  </a:cubicBezTo>
                  <a:cubicBezTo>
                    <a:pt x="2197766" y="2050721"/>
                    <a:pt x="2191681" y="2050893"/>
                    <a:pt x="2186594" y="2053970"/>
                  </a:cubicBezTo>
                  <a:cubicBezTo>
                    <a:pt x="2183517" y="2055895"/>
                    <a:pt x="2180887" y="2057459"/>
                    <a:pt x="2178498" y="2058851"/>
                  </a:cubicBezTo>
                  <a:cubicBezTo>
                    <a:pt x="2173875" y="2061601"/>
                    <a:pt x="2170351" y="2063750"/>
                    <a:pt x="2167017" y="2066156"/>
                  </a:cubicBezTo>
                  <a:cubicBezTo>
                    <a:pt x="2089396" y="2121793"/>
                    <a:pt x="2020936" y="2191061"/>
                    <a:pt x="1963511" y="2271982"/>
                  </a:cubicBezTo>
                  <a:cubicBezTo>
                    <a:pt x="1869802" y="2404243"/>
                    <a:pt x="1815299" y="2553796"/>
                    <a:pt x="1800621" y="2718319"/>
                  </a:cubicBezTo>
                  <a:cubicBezTo>
                    <a:pt x="1799159" y="2699979"/>
                    <a:pt x="1797681" y="2681640"/>
                    <a:pt x="1796203" y="2663300"/>
                  </a:cubicBezTo>
                  <a:lnTo>
                    <a:pt x="1795688" y="2656649"/>
                  </a:lnTo>
                  <a:cubicBezTo>
                    <a:pt x="1789930" y="2584751"/>
                    <a:pt x="1783983" y="2510396"/>
                    <a:pt x="1779136" y="2437278"/>
                  </a:cubicBezTo>
                  <a:cubicBezTo>
                    <a:pt x="1777915" y="2418767"/>
                    <a:pt x="1774357" y="2400754"/>
                    <a:pt x="1770920" y="2383326"/>
                  </a:cubicBezTo>
                  <a:cubicBezTo>
                    <a:pt x="1764285" y="2349826"/>
                    <a:pt x="1758012" y="2318183"/>
                    <a:pt x="1768049" y="2285027"/>
                  </a:cubicBezTo>
                  <a:cubicBezTo>
                    <a:pt x="1770335" y="2277534"/>
                    <a:pt x="1772260" y="2269988"/>
                    <a:pt x="1774185" y="2262460"/>
                  </a:cubicBezTo>
                  <a:cubicBezTo>
                    <a:pt x="1778929" y="2243811"/>
                    <a:pt x="1801841" y="2215090"/>
                    <a:pt x="1837025" y="2183687"/>
                  </a:cubicBezTo>
                  <a:lnTo>
                    <a:pt x="1838348" y="2182501"/>
                  </a:lnTo>
                  <a:cubicBezTo>
                    <a:pt x="1851325" y="2171501"/>
                    <a:pt x="1917980" y="2110518"/>
                    <a:pt x="1955794" y="1989893"/>
                  </a:cubicBezTo>
                  <a:cubicBezTo>
                    <a:pt x="1994174" y="1867343"/>
                    <a:pt x="1991269" y="1739292"/>
                    <a:pt x="1989156" y="1645790"/>
                  </a:cubicBezTo>
                  <a:lnTo>
                    <a:pt x="1989104" y="1643297"/>
                  </a:lnTo>
                  <a:cubicBezTo>
                    <a:pt x="1986285" y="1514766"/>
                    <a:pt x="1972397" y="1417911"/>
                    <a:pt x="1944071" y="1329204"/>
                  </a:cubicBezTo>
                  <a:cubicBezTo>
                    <a:pt x="1940411" y="1317860"/>
                    <a:pt x="1936062" y="1306671"/>
                    <a:pt x="1931456" y="1294914"/>
                  </a:cubicBezTo>
                  <a:cubicBezTo>
                    <a:pt x="1929066" y="1288795"/>
                    <a:pt x="1926626" y="1282470"/>
                    <a:pt x="1924116" y="1275853"/>
                  </a:cubicBezTo>
                  <a:cubicBezTo>
                    <a:pt x="1922054" y="1270250"/>
                    <a:pt x="1917103" y="1266176"/>
                    <a:pt x="1911311" y="1265214"/>
                  </a:cubicBezTo>
                  <a:lnTo>
                    <a:pt x="1908475" y="1264956"/>
                  </a:lnTo>
                  <a:cubicBezTo>
                    <a:pt x="1903456" y="1264956"/>
                    <a:pt x="1898764" y="1267207"/>
                    <a:pt x="1895584" y="1271092"/>
                  </a:cubicBezTo>
                  <a:lnTo>
                    <a:pt x="1868066" y="1304626"/>
                  </a:lnTo>
                  <a:cubicBezTo>
                    <a:pt x="1736131" y="1465539"/>
                    <a:pt x="1671316" y="1654263"/>
                    <a:pt x="1675372" y="1865572"/>
                  </a:cubicBezTo>
                  <a:cubicBezTo>
                    <a:pt x="1676077" y="1902784"/>
                    <a:pt x="1678861" y="1940959"/>
                    <a:pt x="1683794" y="1980371"/>
                  </a:cubicBezTo>
                  <a:cubicBezTo>
                    <a:pt x="1650260" y="1864644"/>
                    <a:pt x="1610934" y="1751994"/>
                    <a:pt x="1566211" y="1643624"/>
                  </a:cubicBezTo>
                  <a:cubicBezTo>
                    <a:pt x="1565283" y="1641252"/>
                    <a:pt x="1564681" y="1638313"/>
                    <a:pt x="1564613" y="1635821"/>
                  </a:cubicBezTo>
                  <a:lnTo>
                    <a:pt x="1564303" y="1621005"/>
                  </a:lnTo>
                  <a:cubicBezTo>
                    <a:pt x="1563839" y="1599623"/>
                    <a:pt x="1563358" y="1577502"/>
                    <a:pt x="1564269" y="1555742"/>
                  </a:cubicBezTo>
                  <a:cubicBezTo>
                    <a:pt x="1564406" y="1552132"/>
                    <a:pt x="1566744" y="1545652"/>
                    <a:pt x="1571608" y="1539276"/>
                  </a:cubicBezTo>
                  <a:cubicBezTo>
                    <a:pt x="1578518" y="1530149"/>
                    <a:pt x="1586183" y="1521228"/>
                    <a:pt x="1594124" y="1511947"/>
                  </a:cubicBezTo>
                  <a:cubicBezTo>
                    <a:pt x="1607651" y="1496203"/>
                    <a:pt x="1621625" y="1479943"/>
                    <a:pt x="1632694" y="1461380"/>
                  </a:cubicBezTo>
                  <a:cubicBezTo>
                    <a:pt x="1668342" y="1401669"/>
                    <a:pt x="1685083" y="1331129"/>
                    <a:pt x="1685358" y="1239363"/>
                  </a:cubicBezTo>
                  <a:cubicBezTo>
                    <a:pt x="1685839" y="1131337"/>
                    <a:pt x="1669184" y="1017655"/>
                    <a:pt x="1632883" y="881578"/>
                  </a:cubicBezTo>
                  <a:cubicBezTo>
                    <a:pt x="1613048" y="807343"/>
                    <a:pt x="1583107" y="710902"/>
                    <a:pt x="1527349" y="623466"/>
                  </a:cubicBezTo>
                  <a:cubicBezTo>
                    <a:pt x="1523568" y="617588"/>
                    <a:pt x="1519339" y="612054"/>
                    <a:pt x="1514836" y="606192"/>
                  </a:cubicBezTo>
                  <a:cubicBezTo>
                    <a:pt x="1512808" y="603597"/>
                    <a:pt x="1510677" y="600830"/>
                    <a:pt x="1508511" y="597856"/>
                  </a:cubicBezTo>
                  <a:cubicBezTo>
                    <a:pt x="1505348" y="593611"/>
                    <a:pt x="1500983" y="591136"/>
                    <a:pt x="1493936" y="591136"/>
                  </a:cubicBezTo>
                  <a:cubicBezTo>
                    <a:pt x="1488315" y="591548"/>
                    <a:pt x="1483296" y="594745"/>
                    <a:pt x="1480495" y="599713"/>
                  </a:cubicBezTo>
                  <a:cubicBezTo>
                    <a:pt x="1410505" y="726027"/>
                    <a:pt x="1375648" y="860970"/>
                    <a:pt x="1373998" y="1012258"/>
                  </a:cubicBezTo>
                  <a:cubicBezTo>
                    <a:pt x="1372589" y="1138401"/>
                    <a:pt x="1392286" y="1246943"/>
                    <a:pt x="1416985" y="1332728"/>
                  </a:cubicBezTo>
                  <a:cubicBezTo>
                    <a:pt x="1354129" y="1217895"/>
                    <a:pt x="1284277" y="1106947"/>
                    <a:pt x="1208564" y="1001705"/>
                  </a:cubicBezTo>
                  <a:lnTo>
                    <a:pt x="1206828" y="999316"/>
                  </a:lnTo>
                  <a:cubicBezTo>
                    <a:pt x="1205109" y="997030"/>
                    <a:pt x="1204387" y="995912"/>
                    <a:pt x="1204508" y="996703"/>
                  </a:cubicBezTo>
                  <a:cubicBezTo>
                    <a:pt x="1199746" y="962654"/>
                    <a:pt x="1196446" y="935411"/>
                    <a:pt x="1194161" y="911691"/>
                  </a:cubicBezTo>
                  <a:cubicBezTo>
                    <a:pt x="1194212" y="911330"/>
                    <a:pt x="1194659" y="909337"/>
                    <a:pt x="1198199" y="903424"/>
                  </a:cubicBezTo>
                  <a:cubicBezTo>
                    <a:pt x="1203201" y="894899"/>
                    <a:pt x="1208684" y="886545"/>
                    <a:pt x="1214511" y="877711"/>
                  </a:cubicBezTo>
                  <a:cubicBezTo>
                    <a:pt x="1226199" y="859938"/>
                    <a:pt x="1238265" y="841547"/>
                    <a:pt x="1245999" y="820956"/>
                  </a:cubicBezTo>
                  <a:cubicBezTo>
                    <a:pt x="1269341" y="758804"/>
                    <a:pt x="1274583" y="688317"/>
                    <a:pt x="1261984" y="605539"/>
                  </a:cubicBezTo>
                  <a:cubicBezTo>
                    <a:pt x="1234328" y="422333"/>
                    <a:pt x="1153563" y="257363"/>
                    <a:pt x="1015130" y="101175"/>
                  </a:cubicBezTo>
                  <a:cubicBezTo>
                    <a:pt x="1000881" y="85139"/>
                    <a:pt x="985137" y="70959"/>
                    <a:pt x="968482" y="55971"/>
                  </a:cubicBezTo>
                  <a:lnTo>
                    <a:pt x="963876" y="51794"/>
                  </a:lnTo>
                  <a:cubicBezTo>
                    <a:pt x="957362" y="45899"/>
                    <a:pt x="950675" y="39866"/>
                    <a:pt x="943921" y="33489"/>
                  </a:cubicBezTo>
                  <a:cubicBezTo>
                    <a:pt x="939624" y="29399"/>
                    <a:pt x="933470" y="27869"/>
                    <a:pt x="927506" y="29622"/>
                  </a:cubicBezTo>
                  <a:cubicBezTo>
                    <a:pt x="921869" y="31410"/>
                    <a:pt x="917520" y="36085"/>
                    <a:pt x="916179" y="41894"/>
                  </a:cubicBezTo>
                  <a:lnTo>
                    <a:pt x="913154" y="55163"/>
                  </a:lnTo>
                  <a:cubicBezTo>
                    <a:pt x="911091" y="63963"/>
                    <a:pt x="909493" y="70907"/>
                    <a:pt x="908307" y="77886"/>
                  </a:cubicBezTo>
                  <a:cubicBezTo>
                    <a:pt x="889675" y="189092"/>
                    <a:pt x="891033" y="308205"/>
                    <a:pt x="912484" y="442064"/>
                  </a:cubicBezTo>
                  <a:cubicBezTo>
                    <a:pt x="933762" y="574824"/>
                    <a:pt x="976165" y="689331"/>
                    <a:pt x="1041222" y="788797"/>
                  </a:cubicBezTo>
                  <a:cubicBezTo>
                    <a:pt x="943663" y="673844"/>
                    <a:pt x="848768" y="577317"/>
                    <a:pt x="749593" y="491772"/>
                  </a:cubicBezTo>
                  <a:cubicBezTo>
                    <a:pt x="749146" y="491188"/>
                    <a:pt x="748493" y="489417"/>
                    <a:pt x="748442" y="488970"/>
                  </a:cubicBezTo>
                  <a:cubicBezTo>
                    <a:pt x="756194" y="422195"/>
                    <a:pt x="739727" y="359287"/>
                    <a:pt x="698064" y="296654"/>
                  </a:cubicBezTo>
                  <a:cubicBezTo>
                    <a:pt x="643354" y="214341"/>
                    <a:pt x="567332" y="151605"/>
                    <a:pt x="472111" y="110216"/>
                  </a:cubicBezTo>
                  <a:cubicBezTo>
                    <a:pt x="415133" y="85500"/>
                    <a:pt x="356092" y="63620"/>
                    <a:pt x="298289" y="42186"/>
                  </a:cubicBezTo>
                  <a:cubicBezTo>
                    <a:pt x="270599" y="31908"/>
                    <a:pt x="242909" y="21664"/>
                    <a:pt x="214394" y="10681"/>
                  </a:cubicBezTo>
                  <a:cubicBezTo>
                    <a:pt x="185742" y="-715"/>
                    <a:pt x="173487" y="-2743"/>
                    <a:pt x="166835" y="3410"/>
                  </a:cubicBezTo>
                  <a:cubicBezTo>
                    <a:pt x="158276" y="11386"/>
                    <a:pt x="160338" y="18192"/>
                    <a:pt x="164068" y="30567"/>
                  </a:cubicBezTo>
                  <a:lnTo>
                    <a:pt x="165271" y="34606"/>
                  </a:lnTo>
                  <a:cubicBezTo>
                    <a:pt x="200215" y="152310"/>
                    <a:pt x="246588" y="245400"/>
                    <a:pt x="307072" y="319188"/>
                  </a:cubicBezTo>
                  <a:cubicBezTo>
                    <a:pt x="418106" y="454784"/>
                    <a:pt x="547961" y="523673"/>
                    <a:pt x="703856" y="529758"/>
                  </a:cubicBezTo>
                  <a:cubicBezTo>
                    <a:pt x="709322" y="530084"/>
                    <a:pt x="713653" y="531597"/>
                    <a:pt x="715424" y="532972"/>
                  </a:cubicBezTo>
                  <a:cubicBezTo>
                    <a:pt x="737373" y="549403"/>
                    <a:pt x="753529" y="562552"/>
                    <a:pt x="767813" y="575581"/>
                  </a:cubicBezTo>
                  <a:cubicBezTo>
                    <a:pt x="812983" y="616866"/>
                    <a:pt x="857465" y="660850"/>
                    <a:pt x="900985" y="707172"/>
                  </a:cubicBezTo>
                  <a:cubicBezTo>
                    <a:pt x="836255" y="666952"/>
                    <a:pt x="757139" y="648801"/>
                    <a:pt x="668036" y="653305"/>
                  </a:cubicBezTo>
                  <a:cubicBezTo>
                    <a:pt x="619274" y="655763"/>
                    <a:pt x="570873" y="662913"/>
                    <a:pt x="524070" y="669822"/>
                  </a:cubicBezTo>
                  <a:lnTo>
                    <a:pt x="522282" y="670097"/>
                  </a:lnTo>
                  <a:cubicBezTo>
                    <a:pt x="508446" y="672125"/>
                    <a:pt x="494679" y="674137"/>
                    <a:pt x="480945" y="676079"/>
                  </a:cubicBezTo>
                  <a:cubicBezTo>
                    <a:pt x="450866" y="680152"/>
                    <a:pt x="420547" y="685480"/>
                    <a:pt x="393768" y="690156"/>
                  </a:cubicBezTo>
                  <a:cubicBezTo>
                    <a:pt x="382922" y="692098"/>
                    <a:pt x="357020" y="697993"/>
                    <a:pt x="351056" y="710558"/>
                  </a:cubicBezTo>
                  <a:cubicBezTo>
                    <a:pt x="348993" y="714855"/>
                    <a:pt x="349165" y="719564"/>
                    <a:pt x="351503" y="723844"/>
                  </a:cubicBezTo>
                  <a:cubicBezTo>
                    <a:pt x="353566" y="727574"/>
                    <a:pt x="355834" y="731080"/>
                    <a:pt x="358309" y="734277"/>
                  </a:cubicBezTo>
                  <a:cubicBezTo>
                    <a:pt x="435603" y="834569"/>
                    <a:pt x="523778" y="900622"/>
                    <a:pt x="627868" y="936184"/>
                  </a:cubicBezTo>
                  <a:cubicBezTo>
                    <a:pt x="754784" y="979773"/>
                    <a:pt x="871353" y="976181"/>
                    <a:pt x="976097" y="924909"/>
                  </a:cubicBezTo>
                  <a:cubicBezTo>
                    <a:pt x="992116" y="916091"/>
                    <a:pt x="1011435" y="911623"/>
                    <a:pt x="1033504" y="911623"/>
                  </a:cubicBezTo>
                  <a:cubicBezTo>
                    <a:pt x="1050159" y="911623"/>
                    <a:pt x="1062655" y="914252"/>
                    <a:pt x="1066798" y="915198"/>
                  </a:cubicBezTo>
                  <a:cubicBezTo>
                    <a:pt x="1073002" y="916229"/>
                    <a:pt x="1081424" y="919701"/>
                    <a:pt x="1083143" y="921935"/>
                  </a:cubicBezTo>
                  <a:cubicBezTo>
                    <a:pt x="1148286" y="1007583"/>
                    <a:pt x="1210111" y="1099058"/>
                    <a:pt x="1267845" y="1195155"/>
                  </a:cubicBezTo>
                  <a:cubicBezTo>
                    <a:pt x="1219065" y="1147717"/>
                    <a:pt x="1155453" y="1115730"/>
                    <a:pt x="1068791" y="1094898"/>
                  </a:cubicBezTo>
                  <a:cubicBezTo>
                    <a:pt x="992838" y="1076799"/>
                    <a:pt x="915182" y="1072915"/>
                    <a:pt x="840105" y="1069133"/>
                  </a:cubicBezTo>
                  <a:lnTo>
                    <a:pt x="814959" y="1067861"/>
                  </a:lnTo>
                  <a:cubicBezTo>
                    <a:pt x="791412" y="1066658"/>
                    <a:pt x="767864" y="1065163"/>
                    <a:pt x="743612" y="1063633"/>
                  </a:cubicBezTo>
                  <a:lnTo>
                    <a:pt x="702945" y="1061124"/>
                  </a:lnTo>
                  <a:cubicBezTo>
                    <a:pt x="697686" y="1061124"/>
                    <a:pt x="692684" y="1063667"/>
                    <a:pt x="689625" y="1067896"/>
                  </a:cubicBezTo>
                  <a:cubicBezTo>
                    <a:pt x="686238" y="1072450"/>
                    <a:pt x="685431" y="1078363"/>
                    <a:pt x="687424" y="1083674"/>
                  </a:cubicBezTo>
                  <a:cubicBezTo>
                    <a:pt x="689057" y="1088109"/>
                    <a:pt x="692031" y="1095929"/>
                    <a:pt x="693561" y="1098542"/>
                  </a:cubicBezTo>
                  <a:cubicBezTo>
                    <a:pt x="772746" y="1230992"/>
                    <a:pt x="865733" y="1322604"/>
                    <a:pt x="977798" y="1378637"/>
                  </a:cubicBezTo>
                  <a:cubicBezTo>
                    <a:pt x="1087354" y="1433363"/>
                    <a:pt x="1186340" y="1447836"/>
                    <a:pt x="1286184" y="1423962"/>
                  </a:cubicBezTo>
                  <a:cubicBezTo>
                    <a:pt x="1297735" y="1421177"/>
                    <a:pt x="1311125" y="1419699"/>
                    <a:pt x="1324961" y="1419699"/>
                  </a:cubicBezTo>
                  <a:cubicBezTo>
                    <a:pt x="1367432" y="1419699"/>
                    <a:pt x="1397047" y="1432659"/>
                    <a:pt x="1403269" y="1444656"/>
                  </a:cubicBezTo>
                  <a:cubicBezTo>
                    <a:pt x="1458202" y="1557976"/>
                    <a:pt x="1507222" y="1675731"/>
                    <a:pt x="1549504" y="1795841"/>
                  </a:cubicBezTo>
                  <a:cubicBezTo>
                    <a:pt x="1505160" y="1734703"/>
                    <a:pt x="1443145" y="1685047"/>
                    <a:pt x="1364631" y="1647904"/>
                  </a:cubicBezTo>
                  <a:cubicBezTo>
                    <a:pt x="1286631" y="1611087"/>
                    <a:pt x="1205419" y="1577433"/>
                    <a:pt x="1125511" y="1544312"/>
                  </a:cubicBezTo>
                  <a:cubicBezTo>
                    <a:pt x="1091170" y="1530115"/>
                    <a:pt x="1056691" y="1515866"/>
                    <a:pt x="1022366" y="1501290"/>
                  </a:cubicBezTo>
                  <a:cubicBezTo>
                    <a:pt x="1017262" y="1499056"/>
                    <a:pt x="1011229" y="1499520"/>
                    <a:pt x="1006468" y="1502665"/>
                  </a:cubicBezTo>
                  <a:cubicBezTo>
                    <a:pt x="1001792" y="1505776"/>
                    <a:pt x="999008" y="1510967"/>
                    <a:pt x="999008" y="1516553"/>
                  </a:cubicBezTo>
                  <a:cubicBezTo>
                    <a:pt x="999008" y="1527279"/>
                    <a:pt x="1112964" y="1843554"/>
                    <a:pt x="1278468" y="1968184"/>
                  </a:cubicBezTo>
                  <a:cubicBezTo>
                    <a:pt x="1345982" y="2019026"/>
                    <a:pt x="1429137" y="2071329"/>
                    <a:pt x="1534001" y="2073787"/>
                  </a:cubicBezTo>
                  <a:cubicBezTo>
                    <a:pt x="1565386" y="2074423"/>
                    <a:pt x="1597837" y="2078858"/>
                    <a:pt x="1622347" y="2106720"/>
                  </a:cubicBezTo>
                  <a:cubicBezTo>
                    <a:pt x="1626094" y="2111154"/>
                    <a:pt x="1631061" y="2114609"/>
                    <a:pt x="1636475" y="2116448"/>
                  </a:cubicBezTo>
                  <a:cubicBezTo>
                    <a:pt x="1644846" y="2119198"/>
                    <a:pt x="1647149" y="2124320"/>
                    <a:pt x="1651274" y="2141783"/>
                  </a:cubicBezTo>
                  <a:cubicBezTo>
                    <a:pt x="1685238" y="2284374"/>
                    <a:pt x="1709971" y="2431349"/>
                    <a:pt x="1725200" y="2580592"/>
                  </a:cubicBezTo>
                  <a:cubicBezTo>
                    <a:pt x="1720594" y="2565449"/>
                    <a:pt x="1715248" y="2550152"/>
                    <a:pt x="1709112" y="2534665"/>
                  </a:cubicBezTo>
                  <a:cubicBezTo>
                    <a:pt x="1672072" y="2440733"/>
                    <a:pt x="1609731" y="2358540"/>
                    <a:pt x="1512928" y="2275986"/>
                  </a:cubicBezTo>
                  <a:cubicBezTo>
                    <a:pt x="1463032" y="2233257"/>
                    <a:pt x="1410780" y="2191886"/>
                    <a:pt x="1360248" y="2151855"/>
                  </a:cubicBezTo>
                  <a:lnTo>
                    <a:pt x="1357841" y="2149964"/>
                  </a:lnTo>
                  <a:cubicBezTo>
                    <a:pt x="1334827" y="2131728"/>
                    <a:pt x="1311864" y="2113560"/>
                    <a:pt x="1288969" y="2095169"/>
                  </a:cubicBezTo>
                  <a:cubicBezTo>
                    <a:pt x="1284243" y="2091370"/>
                    <a:pt x="1279636" y="2087452"/>
                    <a:pt x="1274291" y="2082880"/>
                  </a:cubicBezTo>
                  <a:lnTo>
                    <a:pt x="1260008" y="2070642"/>
                  </a:lnTo>
                  <a:cubicBezTo>
                    <a:pt x="1255006" y="2066414"/>
                    <a:pt x="1247563" y="2065537"/>
                    <a:pt x="1241720" y="2068459"/>
                  </a:cubicBezTo>
                  <a:cubicBezTo>
                    <a:pt x="1235721" y="2071501"/>
                    <a:pt x="1232129" y="2077792"/>
                    <a:pt x="1232593" y="2084512"/>
                  </a:cubicBezTo>
                  <a:cubicBezTo>
                    <a:pt x="1233297" y="2094602"/>
                    <a:pt x="1233865" y="2104141"/>
                    <a:pt x="1234397" y="2113302"/>
                  </a:cubicBezTo>
                  <a:lnTo>
                    <a:pt x="1234673" y="2117582"/>
                  </a:lnTo>
                  <a:cubicBezTo>
                    <a:pt x="1235807" y="2136438"/>
                    <a:pt x="1236872" y="2154227"/>
                    <a:pt x="1238780" y="2171793"/>
                  </a:cubicBezTo>
                  <a:cubicBezTo>
                    <a:pt x="1256690" y="2342831"/>
                    <a:pt x="1307549" y="2485628"/>
                    <a:pt x="1394263" y="2608333"/>
                  </a:cubicBezTo>
                  <a:cubicBezTo>
                    <a:pt x="1447941" y="2684184"/>
                    <a:pt x="1524943" y="2776896"/>
                    <a:pt x="1645018" y="2820742"/>
                  </a:cubicBezTo>
                  <a:cubicBezTo>
                    <a:pt x="1674238" y="2831467"/>
                    <a:pt x="1695430" y="2847710"/>
                    <a:pt x="1718136" y="2876861"/>
                  </a:cubicBezTo>
                  <a:cubicBezTo>
                    <a:pt x="1739552" y="2904155"/>
                    <a:pt x="1743539" y="2929095"/>
                    <a:pt x="1743058" y="2960480"/>
                  </a:cubicBezTo>
                  <a:cubicBezTo>
                    <a:pt x="1741013" y="3091951"/>
                    <a:pt x="1731645" y="3222373"/>
                    <a:pt x="1715128" y="3350097"/>
                  </a:cubicBezTo>
                  <a:cubicBezTo>
                    <a:pt x="1711260" y="3314553"/>
                    <a:pt x="1703079" y="3277959"/>
                    <a:pt x="1690515" y="3239940"/>
                  </a:cubicBezTo>
                  <a:cubicBezTo>
                    <a:pt x="1664509" y="3161219"/>
                    <a:pt x="1623980" y="3084681"/>
                    <a:pt x="1566589" y="3005960"/>
                  </a:cubicBezTo>
                  <a:cubicBezTo>
                    <a:pt x="1517053" y="2937792"/>
                    <a:pt x="1465507" y="2869384"/>
                    <a:pt x="1415662" y="2803193"/>
                  </a:cubicBezTo>
                  <a:lnTo>
                    <a:pt x="1412345" y="2798776"/>
                  </a:lnTo>
                  <a:cubicBezTo>
                    <a:pt x="1392578" y="2772564"/>
                    <a:pt x="1372829" y="2746318"/>
                    <a:pt x="1353596" y="2720639"/>
                  </a:cubicBezTo>
                  <a:cubicBezTo>
                    <a:pt x="1349986" y="2715363"/>
                    <a:pt x="1344779" y="2713472"/>
                    <a:pt x="1341771" y="2712424"/>
                  </a:cubicBezTo>
                  <a:cubicBezTo>
                    <a:pt x="1337508" y="2710344"/>
                    <a:pt x="1332420" y="2710137"/>
                    <a:pt x="1327900" y="2712063"/>
                  </a:cubicBezTo>
                  <a:cubicBezTo>
                    <a:pt x="1323465" y="2713953"/>
                    <a:pt x="1320062" y="2717683"/>
                    <a:pt x="1318567" y="2722255"/>
                  </a:cubicBezTo>
                  <a:lnTo>
                    <a:pt x="1317982" y="2724043"/>
                  </a:lnTo>
                  <a:cubicBezTo>
                    <a:pt x="1317157" y="2726449"/>
                    <a:pt x="1316504" y="2728580"/>
                    <a:pt x="1316161" y="2730712"/>
                  </a:cubicBezTo>
                  <a:cubicBezTo>
                    <a:pt x="1281785" y="2935695"/>
                    <a:pt x="1302874" y="3119349"/>
                    <a:pt x="1380616" y="3292225"/>
                  </a:cubicBezTo>
                  <a:cubicBezTo>
                    <a:pt x="1418583" y="3376756"/>
                    <a:pt x="1469512" y="3472458"/>
                    <a:pt x="1559302" y="3541313"/>
                  </a:cubicBezTo>
                  <a:cubicBezTo>
                    <a:pt x="1600295" y="3572750"/>
                    <a:pt x="1632660" y="3616855"/>
                    <a:pt x="1650432" y="3665479"/>
                  </a:cubicBezTo>
                  <a:cubicBezTo>
                    <a:pt x="1654196" y="3675947"/>
                    <a:pt x="1654059" y="3680484"/>
                    <a:pt x="1653629" y="3682238"/>
                  </a:cubicBezTo>
                  <a:cubicBezTo>
                    <a:pt x="1615627" y="3839645"/>
                    <a:pt x="1565988" y="3991466"/>
                    <a:pt x="1505641" y="4135158"/>
                  </a:cubicBezTo>
                  <a:cubicBezTo>
                    <a:pt x="1521178" y="4059428"/>
                    <a:pt x="1520113" y="3979881"/>
                    <a:pt x="1502375" y="3897465"/>
                  </a:cubicBezTo>
                  <a:cubicBezTo>
                    <a:pt x="1477195" y="3780656"/>
                    <a:pt x="1433915" y="3667456"/>
                    <a:pt x="1395311" y="3570516"/>
                  </a:cubicBezTo>
                  <a:lnTo>
                    <a:pt x="1383744" y="3541485"/>
                  </a:lnTo>
                  <a:cubicBezTo>
                    <a:pt x="1365645" y="3496058"/>
                    <a:pt x="1347426" y="3450269"/>
                    <a:pt x="1328605" y="3402813"/>
                  </a:cubicBezTo>
                  <a:cubicBezTo>
                    <a:pt x="1326215" y="3396745"/>
                    <a:pt x="1320458" y="3392603"/>
                    <a:pt x="1312774" y="3392225"/>
                  </a:cubicBezTo>
                  <a:cubicBezTo>
                    <a:pt x="1306724" y="3392225"/>
                    <a:pt x="1301155" y="3395680"/>
                    <a:pt x="1298268" y="3401283"/>
                  </a:cubicBezTo>
                  <a:lnTo>
                    <a:pt x="1292200" y="3412696"/>
                  </a:lnTo>
                  <a:cubicBezTo>
                    <a:pt x="1289536" y="3417697"/>
                    <a:pt x="1287044" y="3422355"/>
                    <a:pt x="1284913" y="3427168"/>
                  </a:cubicBezTo>
                  <a:cubicBezTo>
                    <a:pt x="1207258" y="3602382"/>
                    <a:pt x="1181029" y="3781997"/>
                    <a:pt x="1207000" y="3961026"/>
                  </a:cubicBezTo>
                  <a:cubicBezTo>
                    <a:pt x="1225563" y="4089042"/>
                    <a:pt x="1257017" y="4180706"/>
                    <a:pt x="1308993" y="4258258"/>
                  </a:cubicBezTo>
                  <a:cubicBezTo>
                    <a:pt x="1335892" y="4298341"/>
                    <a:pt x="1361451" y="4342995"/>
                    <a:pt x="1366092" y="4397910"/>
                  </a:cubicBezTo>
                  <a:cubicBezTo>
                    <a:pt x="1367192" y="4410904"/>
                    <a:pt x="1366676" y="4419860"/>
                    <a:pt x="1360884" y="4430052"/>
                  </a:cubicBezTo>
                  <a:cubicBezTo>
                    <a:pt x="1295329" y="4544851"/>
                    <a:pt x="1221833" y="4653186"/>
                    <a:pt x="1141341" y="4753839"/>
                  </a:cubicBezTo>
                  <a:cubicBezTo>
                    <a:pt x="1141651" y="4753289"/>
                    <a:pt x="1141943" y="4752739"/>
                    <a:pt x="1142253" y="4752189"/>
                  </a:cubicBezTo>
                  <a:cubicBezTo>
                    <a:pt x="1200159" y="4646362"/>
                    <a:pt x="1201912" y="4531942"/>
                    <a:pt x="1196000" y="4433953"/>
                  </a:cubicBezTo>
                  <a:cubicBezTo>
                    <a:pt x="1190895" y="4349956"/>
                    <a:pt x="1181270" y="4266078"/>
                    <a:pt x="1172005" y="4184986"/>
                  </a:cubicBezTo>
                  <a:lnTo>
                    <a:pt x="1171472" y="4180293"/>
                  </a:lnTo>
                  <a:cubicBezTo>
                    <a:pt x="1167742" y="4147808"/>
                    <a:pt x="1164030" y="4115340"/>
                    <a:pt x="1160644" y="4082803"/>
                  </a:cubicBezTo>
                  <a:cubicBezTo>
                    <a:pt x="1158684" y="4064360"/>
                    <a:pt x="1156502" y="4045918"/>
                    <a:pt x="1154250" y="4027200"/>
                  </a:cubicBezTo>
                  <a:lnTo>
                    <a:pt x="1151276" y="4001865"/>
                  </a:lnTo>
                  <a:cubicBezTo>
                    <a:pt x="1150623" y="3996262"/>
                    <a:pt x="1147203" y="3991415"/>
                    <a:pt x="1142287" y="3988974"/>
                  </a:cubicBezTo>
                  <a:cubicBezTo>
                    <a:pt x="1133143" y="3984196"/>
                    <a:pt x="1118344" y="3991570"/>
                    <a:pt x="1102360" y="4010476"/>
                  </a:cubicBezTo>
                  <a:cubicBezTo>
                    <a:pt x="992511" y="4140400"/>
                    <a:pt x="924343" y="4287220"/>
                    <a:pt x="899731" y="4446879"/>
                  </a:cubicBezTo>
                  <a:cubicBezTo>
                    <a:pt x="874206" y="4612416"/>
                    <a:pt x="888042" y="4754079"/>
                    <a:pt x="942081" y="4879964"/>
                  </a:cubicBezTo>
                  <a:cubicBezTo>
                    <a:pt x="943526" y="4883316"/>
                    <a:pt x="943491" y="4890157"/>
                    <a:pt x="943474" y="4892443"/>
                  </a:cubicBezTo>
                  <a:lnTo>
                    <a:pt x="940569" y="4964873"/>
                  </a:lnTo>
                  <a:cubicBezTo>
                    <a:pt x="940139" y="4970081"/>
                    <a:pt x="937389" y="4975959"/>
                    <a:pt x="935120" y="4978142"/>
                  </a:cubicBezTo>
                  <a:cubicBezTo>
                    <a:pt x="825427" y="5083779"/>
                    <a:pt x="704664" y="5175615"/>
                    <a:pt x="575067" y="5252049"/>
                  </a:cubicBezTo>
                  <a:cubicBezTo>
                    <a:pt x="636411" y="5196601"/>
                    <a:pt x="680515" y="5124257"/>
                    <a:pt x="709099" y="5032576"/>
                  </a:cubicBezTo>
                  <a:cubicBezTo>
                    <a:pt x="740776" y="4930961"/>
                    <a:pt x="757036" y="4825203"/>
                    <a:pt x="772797" y="4722660"/>
                  </a:cubicBezTo>
                  <a:lnTo>
                    <a:pt x="774172" y="4713533"/>
                  </a:lnTo>
                  <a:cubicBezTo>
                    <a:pt x="779758" y="4677507"/>
                    <a:pt x="785585" y="4641550"/>
                    <a:pt x="791532" y="4604802"/>
                  </a:cubicBezTo>
                  <a:lnTo>
                    <a:pt x="798252" y="4563259"/>
                  </a:lnTo>
                  <a:cubicBezTo>
                    <a:pt x="799215" y="4557209"/>
                    <a:pt x="796826" y="4551158"/>
                    <a:pt x="792134" y="4547531"/>
                  </a:cubicBezTo>
                  <a:cubicBezTo>
                    <a:pt x="787476" y="4543819"/>
                    <a:pt x="780738" y="4542925"/>
                    <a:pt x="775375" y="4545228"/>
                  </a:cubicBezTo>
                  <a:lnTo>
                    <a:pt x="769514" y="4547652"/>
                  </a:lnTo>
                  <a:cubicBezTo>
                    <a:pt x="763258" y="4550213"/>
                    <a:pt x="757809" y="4552499"/>
                    <a:pt x="752670" y="4555129"/>
                  </a:cubicBezTo>
                  <a:cubicBezTo>
                    <a:pt x="507673" y="4677490"/>
                    <a:pt x="346398" y="4962879"/>
                    <a:pt x="369189" y="5233693"/>
                  </a:cubicBezTo>
                  <a:cubicBezTo>
                    <a:pt x="372765" y="5276112"/>
                    <a:pt x="368880" y="5315954"/>
                    <a:pt x="357295" y="5355418"/>
                  </a:cubicBezTo>
                  <a:cubicBezTo>
                    <a:pt x="356212" y="5359010"/>
                    <a:pt x="352740" y="5362912"/>
                    <a:pt x="351331" y="5363565"/>
                  </a:cubicBezTo>
                  <a:cubicBezTo>
                    <a:pt x="234969" y="5412636"/>
                    <a:pt x="124329" y="5448439"/>
                    <a:pt x="13003" y="5473018"/>
                  </a:cubicBezTo>
                  <a:cubicBezTo>
                    <a:pt x="7279" y="5474341"/>
                    <a:pt x="2742" y="5478432"/>
                    <a:pt x="885" y="5483950"/>
                  </a:cubicBezTo>
                  <a:cubicBezTo>
                    <a:pt x="-988" y="5489501"/>
                    <a:pt x="146" y="5495534"/>
                    <a:pt x="3962" y="5500072"/>
                  </a:cubicBezTo>
                  <a:cubicBezTo>
                    <a:pt x="16062" y="5514407"/>
                    <a:pt x="26599" y="5529824"/>
                    <a:pt x="35261" y="5545964"/>
                  </a:cubicBezTo>
                  <a:cubicBezTo>
                    <a:pt x="38819" y="5552564"/>
                    <a:pt x="47293" y="5555950"/>
                    <a:pt x="53635" y="5554300"/>
                  </a:cubicBezTo>
                  <a:cubicBezTo>
                    <a:pt x="144336" y="5533605"/>
                    <a:pt x="232665" y="5506809"/>
                    <a:pt x="316250" y="5474599"/>
                  </a:cubicBezTo>
                  <a:cubicBezTo>
                    <a:pt x="323005" y="5471884"/>
                    <a:pt x="328162" y="5470594"/>
                    <a:pt x="332991" y="5471385"/>
                  </a:cubicBezTo>
                  <a:cubicBezTo>
                    <a:pt x="351589" y="5473860"/>
                    <a:pt x="371235" y="5477676"/>
                    <a:pt x="393046" y="5483090"/>
                  </a:cubicBezTo>
                  <a:cubicBezTo>
                    <a:pt x="397549" y="5484190"/>
                    <a:pt x="401279" y="5486270"/>
                    <a:pt x="401348" y="5486081"/>
                  </a:cubicBezTo>
                  <a:cubicBezTo>
                    <a:pt x="448993" y="5581062"/>
                    <a:pt x="530876" y="5641563"/>
                    <a:pt x="651760" y="5671006"/>
                  </a:cubicBezTo>
                  <a:cubicBezTo>
                    <a:pt x="678057" y="5677314"/>
                    <a:pt x="705180" y="5681972"/>
                    <a:pt x="732371" y="5684825"/>
                  </a:cubicBezTo>
                  <a:cubicBezTo>
                    <a:pt x="760834" y="5687833"/>
                    <a:pt x="792581" y="5689363"/>
                    <a:pt x="826698" y="5689363"/>
                  </a:cubicBezTo>
                  <a:cubicBezTo>
                    <a:pt x="873965" y="5689363"/>
                    <a:pt x="907671" y="5686441"/>
                    <a:pt x="908084" y="5686407"/>
                  </a:cubicBezTo>
                  <a:cubicBezTo>
                    <a:pt x="1012862" y="5674684"/>
                    <a:pt x="1102342" y="5651103"/>
                    <a:pt x="1181596" y="5614303"/>
                  </a:cubicBezTo>
                  <a:cubicBezTo>
                    <a:pt x="1214115" y="5599229"/>
                    <a:pt x="1251173" y="5578930"/>
                    <a:pt x="1279654" y="5542681"/>
                  </a:cubicBezTo>
                  <a:cubicBezTo>
                    <a:pt x="1285102" y="5535737"/>
                    <a:pt x="1284191" y="5525716"/>
                    <a:pt x="1277574" y="5519890"/>
                  </a:cubicBezTo>
                  <a:cubicBezTo>
                    <a:pt x="1197065" y="5448851"/>
                    <a:pt x="1115096" y="5397236"/>
                    <a:pt x="1026939" y="5362104"/>
                  </a:cubicBezTo>
                  <a:cubicBezTo>
                    <a:pt x="896327" y="5310196"/>
                    <a:pt x="777352" y="5296137"/>
                    <a:pt x="660732" y="5318567"/>
                  </a:cubicBezTo>
                  <a:cubicBezTo>
                    <a:pt x="643303" y="5321953"/>
                    <a:pt x="626287" y="5326216"/>
                    <a:pt x="609752" y="5331114"/>
                  </a:cubicBezTo>
                  <a:cubicBezTo>
                    <a:pt x="718844" y="5265903"/>
                    <a:pt x="823295" y="5189261"/>
                    <a:pt x="921937" y="5101947"/>
                  </a:cubicBezTo>
                  <a:cubicBezTo>
                    <a:pt x="923828" y="5100228"/>
                    <a:pt x="926939" y="5098716"/>
                    <a:pt x="929363" y="5098286"/>
                  </a:cubicBezTo>
                  <a:cubicBezTo>
                    <a:pt x="945502" y="5095605"/>
                    <a:pt x="966936" y="5092304"/>
                    <a:pt x="988867" y="5090723"/>
                  </a:cubicBezTo>
                  <a:cubicBezTo>
                    <a:pt x="990895" y="5090723"/>
                    <a:pt x="993473" y="5091703"/>
                    <a:pt x="993766" y="5091806"/>
                  </a:cubicBezTo>
                  <a:cubicBezTo>
                    <a:pt x="1053202" y="5158323"/>
                    <a:pt x="1129774" y="5190654"/>
                    <a:pt x="1227866" y="5190654"/>
                  </a:cubicBezTo>
                  <a:cubicBezTo>
                    <a:pt x="1232868" y="5190654"/>
                    <a:pt x="1237886" y="5190551"/>
                    <a:pt x="1242888" y="5190379"/>
                  </a:cubicBezTo>
                  <a:cubicBezTo>
                    <a:pt x="1349539" y="5186941"/>
                    <a:pt x="1456758" y="5157636"/>
                    <a:pt x="1561622" y="5103236"/>
                  </a:cubicBezTo>
                  <a:cubicBezTo>
                    <a:pt x="1637833" y="5063480"/>
                    <a:pt x="1717276" y="5017193"/>
                    <a:pt x="1781697" y="4948166"/>
                  </a:cubicBezTo>
                  <a:cubicBezTo>
                    <a:pt x="1795980" y="4932817"/>
                    <a:pt x="1808733" y="4915457"/>
                    <a:pt x="1819991" y="4900143"/>
                  </a:cubicBezTo>
                  <a:lnTo>
                    <a:pt x="1821091" y="4898647"/>
                  </a:lnTo>
                  <a:cubicBezTo>
                    <a:pt x="1826076" y="4891893"/>
                    <a:pt x="1831112" y="4885086"/>
                    <a:pt x="1836286" y="4878366"/>
                  </a:cubicBezTo>
                  <a:cubicBezTo>
                    <a:pt x="1839104" y="4874739"/>
                    <a:pt x="1840290" y="4870064"/>
                    <a:pt x="1839551" y="4865354"/>
                  </a:cubicBezTo>
                  <a:cubicBezTo>
                    <a:pt x="1838761" y="4860817"/>
                    <a:pt x="1836131" y="4856778"/>
                    <a:pt x="1831645" y="4853856"/>
                  </a:cubicBezTo>
                  <a:cubicBezTo>
                    <a:pt x="1830510" y="4853237"/>
                    <a:pt x="1803233" y="4838610"/>
                    <a:pt x="1778328" y="4828968"/>
                  </a:cubicBezTo>
                  <a:cubicBezTo>
                    <a:pt x="1611570" y="4764530"/>
                    <a:pt x="1443214" y="4757929"/>
                    <a:pt x="1282610" y="4809683"/>
                  </a:cubicBezTo>
                  <a:cubicBezTo>
                    <a:pt x="1230031" y="4826578"/>
                    <a:pt x="1180547" y="4851948"/>
                    <a:pt x="1132370" y="4887011"/>
                  </a:cubicBezTo>
                  <a:cubicBezTo>
                    <a:pt x="1221472" y="4783436"/>
                    <a:pt x="1303974" y="4669893"/>
                    <a:pt x="1378879" y="4547721"/>
                  </a:cubicBezTo>
                  <a:cubicBezTo>
                    <a:pt x="1379687" y="4546432"/>
                    <a:pt x="1381819" y="4542942"/>
                    <a:pt x="1382506" y="4542307"/>
                  </a:cubicBezTo>
                  <a:cubicBezTo>
                    <a:pt x="1389055" y="4538130"/>
                    <a:pt x="1395758" y="4534177"/>
                    <a:pt x="1402444" y="4530275"/>
                  </a:cubicBezTo>
                  <a:cubicBezTo>
                    <a:pt x="1414424" y="4523245"/>
                    <a:pt x="1426834" y="4515974"/>
                    <a:pt x="1438487" y="4507312"/>
                  </a:cubicBezTo>
                  <a:cubicBezTo>
                    <a:pt x="1448319" y="4499972"/>
                    <a:pt x="1451086" y="4499784"/>
                    <a:pt x="1461020" y="4506178"/>
                  </a:cubicBezTo>
                  <a:cubicBezTo>
                    <a:pt x="1475081" y="4515304"/>
                    <a:pt x="1491426" y="4520048"/>
                    <a:pt x="1505675" y="4523778"/>
                  </a:cubicBezTo>
                  <a:cubicBezTo>
                    <a:pt x="1589037" y="4545125"/>
                    <a:pt x="1673069" y="4534486"/>
                    <a:pt x="1766021" y="4490845"/>
                  </a:cubicBezTo>
                  <a:cubicBezTo>
                    <a:pt x="1850930" y="4451039"/>
                    <a:pt x="1916210" y="4388113"/>
                    <a:pt x="1974133" y="4326065"/>
                  </a:cubicBezTo>
                  <a:cubicBezTo>
                    <a:pt x="2058388" y="4235553"/>
                    <a:pt x="2113442" y="4153893"/>
                    <a:pt x="2147405" y="4069053"/>
                  </a:cubicBezTo>
                  <a:cubicBezTo>
                    <a:pt x="2154538" y="4051246"/>
                    <a:pt x="2159626" y="4032838"/>
                    <a:pt x="2164920" y="4013587"/>
                  </a:cubicBezTo>
                  <a:cubicBezTo>
                    <a:pt x="2167103" y="4005509"/>
                    <a:pt x="2169337" y="3997430"/>
                    <a:pt x="2171709" y="3989490"/>
                  </a:cubicBezTo>
                  <a:cubicBezTo>
                    <a:pt x="2174304" y="3980965"/>
                    <a:pt x="2169767" y="3971941"/>
                    <a:pt x="2161345" y="3968967"/>
                  </a:cubicBezTo>
                  <a:lnTo>
                    <a:pt x="2154366" y="3968435"/>
                  </a:lnTo>
                  <a:cubicBezTo>
                    <a:pt x="2120008" y="3968435"/>
                    <a:pt x="1813512" y="3973471"/>
                    <a:pt x="1634241" y="4147413"/>
                  </a:cubicBezTo>
                  <a:cubicBezTo>
                    <a:pt x="1595242" y="4185261"/>
                    <a:pt x="1560281" y="4225480"/>
                    <a:pt x="1528363" y="4269516"/>
                  </a:cubicBezTo>
                  <a:cubicBezTo>
                    <a:pt x="1599281" y="4119328"/>
                    <a:pt x="1659422" y="3961044"/>
                    <a:pt x="1707891" y="3796744"/>
                  </a:cubicBezTo>
                  <a:lnTo>
                    <a:pt x="1708596" y="3794338"/>
                  </a:lnTo>
                  <a:cubicBezTo>
                    <a:pt x="1709181" y="3792327"/>
                    <a:pt x="1710057" y="3789284"/>
                    <a:pt x="1710642" y="3788459"/>
                  </a:cubicBezTo>
                  <a:lnTo>
                    <a:pt x="1757530" y="3724073"/>
                  </a:lnTo>
                  <a:cubicBezTo>
                    <a:pt x="1759284" y="3721495"/>
                    <a:pt x="1759490" y="3721495"/>
                    <a:pt x="1762240" y="3721495"/>
                  </a:cubicBezTo>
                  <a:cubicBezTo>
                    <a:pt x="1763460" y="3721495"/>
                    <a:pt x="1764801" y="3721581"/>
                    <a:pt x="1766330" y="3721667"/>
                  </a:cubicBezTo>
                  <a:lnTo>
                    <a:pt x="1776351" y="3722268"/>
                  </a:lnTo>
                  <a:cubicBezTo>
                    <a:pt x="1811243" y="3724434"/>
                    <a:pt x="1831782" y="3724125"/>
                    <a:pt x="1848678" y="3721478"/>
                  </a:cubicBezTo>
                  <a:cubicBezTo>
                    <a:pt x="1915436" y="3710941"/>
                    <a:pt x="1975697" y="3677322"/>
                    <a:pt x="2032882" y="3618677"/>
                  </a:cubicBezTo>
                  <a:cubicBezTo>
                    <a:pt x="2166621" y="3481516"/>
                    <a:pt x="2258680" y="3310393"/>
                    <a:pt x="2314300" y="3095578"/>
                  </a:cubicBezTo>
                  <a:cubicBezTo>
                    <a:pt x="2320265" y="3072563"/>
                    <a:pt x="2321932" y="3049325"/>
                    <a:pt x="2323719" y="3024677"/>
                  </a:cubicBezTo>
                  <a:cubicBezTo>
                    <a:pt x="2324510" y="3013505"/>
                    <a:pt x="2325386" y="3001989"/>
                    <a:pt x="2326658" y="2990095"/>
                  </a:cubicBezTo>
                  <a:cubicBezTo>
                    <a:pt x="2327191" y="2984389"/>
                    <a:pt x="2324957" y="2978940"/>
                    <a:pt x="2320660" y="29753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498A109-4AB4-F06D-D72D-4AB9404B2E3D}"/>
                </a:ext>
              </a:extLst>
            </p:cNvPr>
            <p:cNvSpPr/>
            <p:nvPr/>
          </p:nvSpPr>
          <p:spPr>
            <a:xfrm>
              <a:off x="-4653512" y="542621"/>
              <a:ext cx="2326729" cy="5689259"/>
            </a:xfrm>
            <a:custGeom>
              <a:avLst/>
              <a:gdLst>
                <a:gd name="connsiteX0" fmla="*/ 2313708 w 2326728"/>
                <a:gd name="connsiteY0" fmla="*/ 5472982 h 5689258"/>
                <a:gd name="connsiteX1" fmla="*/ 1975465 w 2326728"/>
                <a:gd name="connsiteY1" fmla="*/ 5363546 h 5689258"/>
                <a:gd name="connsiteX2" fmla="*/ 1969536 w 2326728"/>
                <a:gd name="connsiteY2" fmla="*/ 5355485 h 5689258"/>
                <a:gd name="connsiteX3" fmla="*/ 1957624 w 2326728"/>
                <a:gd name="connsiteY3" fmla="*/ 5233674 h 5689258"/>
                <a:gd name="connsiteX4" fmla="*/ 1574195 w 2326728"/>
                <a:gd name="connsiteY4" fmla="*/ 4555127 h 5689258"/>
                <a:gd name="connsiteX5" fmla="*/ 1557299 w 2326728"/>
                <a:gd name="connsiteY5" fmla="*/ 4547633 h 5689258"/>
                <a:gd name="connsiteX6" fmla="*/ 1551490 w 2326728"/>
                <a:gd name="connsiteY6" fmla="*/ 4545227 h 5689258"/>
                <a:gd name="connsiteX7" fmla="*/ 1534800 w 2326728"/>
                <a:gd name="connsiteY7" fmla="*/ 4547427 h 5689258"/>
                <a:gd name="connsiteX8" fmla="*/ 1528578 w 2326728"/>
                <a:gd name="connsiteY8" fmla="*/ 4563257 h 5689258"/>
                <a:gd name="connsiteX9" fmla="*/ 1535282 w 2326728"/>
                <a:gd name="connsiteY9" fmla="*/ 4604784 h 5689258"/>
                <a:gd name="connsiteX10" fmla="*/ 1552641 w 2326728"/>
                <a:gd name="connsiteY10" fmla="*/ 4713480 h 5689258"/>
                <a:gd name="connsiteX11" fmla="*/ 1554051 w 2326728"/>
                <a:gd name="connsiteY11" fmla="*/ 4722900 h 5689258"/>
                <a:gd name="connsiteX12" fmla="*/ 1617715 w 2326728"/>
                <a:gd name="connsiteY12" fmla="*/ 5032575 h 5689258"/>
                <a:gd name="connsiteX13" fmla="*/ 1751747 w 2326728"/>
                <a:gd name="connsiteY13" fmla="*/ 5252031 h 5689258"/>
                <a:gd name="connsiteX14" fmla="*/ 1391711 w 2326728"/>
                <a:gd name="connsiteY14" fmla="*/ 4978158 h 5689258"/>
                <a:gd name="connsiteX15" fmla="*/ 1386279 w 2326728"/>
                <a:gd name="connsiteY15" fmla="*/ 4965215 h 5689258"/>
                <a:gd name="connsiteX16" fmla="*/ 1383340 w 2326728"/>
                <a:gd name="connsiteY16" fmla="*/ 4892734 h 5689258"/>
                <a:gd name="connsiteX17" fmla="*/ 1384749 w 2326728"/>
                <a:gd name="connsiteY17" fmla="*/ 4879929 h 5689258"/>
                <a:gd name="connsiteX18" fmla="*/ 1427083 w 2326728"/>
                <a:gd name="connsiteY18" fmla="*/ 4446878 h 5689258"/>
                <a:gd name="connsiteX19" fmla="*/ 1224454 w 2326728"/>
                <a:gd name="connsiteY19" fmla="*/ 4010475 h 5689258"/>
                <a:gd name="connsiteX20" fmla="*/ 1190732 w 2326728"/>
                <a:gd name="connsiteY20" fmla="*/ 3987563 h 5689258"/>
                <a:gd name="connsiteX21" fmla="*/ 1184664 w 2326728"/>
                <a:gd name="connsiteY21" fmla="*/ 3988887 h 5689258"/>
                <a:gd name="connsiteX22" fmla="*/ 1175520 w 2326728"/>
                <a:gd name="connsiteY22" fmla="*/ 4001881 h 5689258"/>
                <a:gd name="connsiteX23" fmla="*/ 1172581 w 2326728"/>
                <a:gd name="connsiteY23" fmla="*/ 4027165 h 5689258"/>
                <a:gd name="connsiteX24" fmla="*/ 1166170 w 2326728"/>
                <a:gd name="connsiteY24" fmla="*/ 4082819 h 5689258"/>
                <a:gd name="connsiteX25" fmla="*/ 1155341 w 2326728"/>
                <a:gd name="connsiteY25" fmla="*/ 4180292 h 5689258"/>
                <a:gd name="connsiteX26" fmla="*/ 1154809 w 2326728"/>
                <a:gd name="connsiteY26" fmla="*/ 4184984 h 5689258"/>
                <a:gd name="connsiteX27" fmla="*/ 1130814 w 2326728"/>
                <a:gd name="connsiteY27" fmla="*/ 4433953 h 5689258"/>
                <a:gd name="connsiteX28" fmla="*/ 1184561 w 2326728"/>
                <a:gd name="connsiteY28" fmla="*/ 4752188 h 5689258"/>
                <a:gd name="connsiteX29" fmla="*/ 1185455 w 2326728"/>
                <a:gd name="connsiteY29" fmla="*/ 4753820 h 5689258"/>
                <a:gd name="connsiteX30" fmla="*/ 965930 w 2326728"/>
                <a:gd name="connsiteY30" fmla="*/ 4430068 h 5689258"/>
                <a:gd name="connsiteX31" fmla="*/ 960722 w 2326728"/>
                <a:gd name="connsiteY31" fmla="*/ 4397909 h 5689258"/>
                <a:gd name="connsiteX32" fmla="*/ 1017821 w 2326728"/>
                <a:gd name="connsiteY32" fmla="*/ 4258257 h 5689258"/>
                <a:gd name="connsiteX33" fmla="*/ 1119814 w 2326728"/>
                <a:gd name="connsiteY33" fmla="*/ 3961025 h 5689258"/>
                <a:gd name="connsiteX34" fmla="*/ 1041901 w 2326728"/>
                <a:gd name="connsiteY34" fmla="*/ 3427184 h 5689258"/>
                <a:gd name="connsiteX35" fmla="*/ 1034613 w 2326728"/>
                <a:gd name="connsiteY35" fmla="*/ 3412695 h 5689258"/>
                <a:gd name="connsiteX36" fmla="*/ 1028546 w 2326728"/>
                <a:gd name="connsiteY36" fmla="*/ 3401247 h 5689258"/>
                <a:gd name="connsiteX37" fmla="*/ 1012888 w 2326728"/>
                <a:gd name="connsiteY37" fmla="*/ 3392275 h 5689258"/>
                <a:gd name="connsiteX38" fmla="*/ 998226 w 2326728"/>
                <a:gd name="connsiteY38" fmla="*/ 3402777 h 5689258"/>
                <a:gd name="connsiteX39" fmla="*/ 943070 w 2326728"/>
                <a:gd name="connsiteY39" fmla="*/ 3541484 h 5689258"/>
                <a:gd name="connsiteX40" fmla="*/ 931503 w 2326728"/>
                <a:gd name="connsiteY40" fmla="*/ 3570515 h 5689258"/>
                <a:gd name="connsiteX41" fmla="*/ 824439 w 2326728"/>
                <a:gd name="connsiteY41" fmla="*/ 3897464 h 5689258"/>
                <a:gd name="connsiteX42" fmla="*/ 821173 w 2326728"/>
                <a:gd name="connsiteY42" fmla="*/ 4135157 h 5689258"/>
                <a:gd name="connsiteX43" fmla="*/ 673185 w 2326728"/>
                <a:gd name="connsiteY43" fmla="*/ 3682237 h 5689258"/>
                <a:gd name="connsiteX44" fmla="*/ 676381 w 2326728"/>
                <a:gd name="connsiteY44" fmla="*/ 3665478 h 5689258"/>
                <a:gd name="connsiteX45" fmla="*/ 767529 w 2326728"/>
                <a:gd name="connsiteY45" fmla="*/ 3541295 h 5689258"/>
                <a:gd name="connsiteX46" fmla="*/ 946198 w 2326728"/>
                <a:gd name="connsiteY46" fmla="*/ 3292207 h 5689258"/>
                <a:gd name="connsiteX47" fmla="*/ 1010653 w 2326728"/>
                <a:gd name="connsiteY47" fmla="*/ 2730710 h 5689258"/>
                <a:gd name="connsiteX48" fmla="*/ 1008866 w 2326728"/>
                <a:gd name="connsiteY48" fmla="*/ 2724110 h 5689258"/>
                <a:gd name="connsiteX49" fmla="*/ 1008247 w 2326728"/>
                <a:gd name="connsiteY49" fmla="*/ 2722254 h 5689258"/>
                <a:gd name="connsiteX50" fmla="*/ 998845 w 2326728"/>
                <a:gd name="connsiteY50" fmla="*/ 2712010 h 5689258"/>
                <a:gd name="connsiteX51" fmla="*/ 985490 w 2326728"/>
                <a:gd name="connsiteY51" fmla="*/ 2712199 h 5689258"/>
                <a:gd name="connsiteX52" fmla="*/ 973458 w 2326728"/>
                <a:gd name="connsiteY52" fmla="*/ 2720329 h 5689258"/>
                <a:gd name="connsiteX53" fmla="*/ 914486 w 2326728"/>
                <a:gd name="connsiteY53" fmla="*/ 2798758 h 5689258"/>
                <a:gd name="connsiteX54" fmla="*/ 911169 w 2326728"/>
                <a:gd name="connsiteY54" fmla="*/ 2803175 h 5689258"/>
                <a:gd name="connsiteX55" fmla="*/ 760242 w 2326728"/>
                <a:gd name="connsiteY55" fmla="*/ 3005924 h 5689258"/>
                <a:gd name="connsiteX56" fmla="*/ 636316 w 2326728"/>
                <a:gd name="connsiteY56" fmla="*/ 3239921 h 5689258"/>
                <a:gd name="connsiteX57" fmla="*/ 611703 w 2326728"/>
                <a:gd name="connsiteY57" fmla="*/ 3350079 h 5689258"/>
                <a:gd name="connsiteX58" fmla="*/ 583773 w 2326728"/>
                <a:gd name="connsiteY58" fmla="*/ 2960462 h 5689258"/>
                <a:gd name="connsiteX59" fmla="*/ 608712 w 2326728"/>
                <a:gd name="connsiteY59" fmla="*/ 2876825 h 5689258"/>
                <a:gd name="connsiteX60" fmla="*/ 681813 w 2326728"/>
                <a:gd name="connsiteY60" fmla="*/ 2820724 h 5689258"/>
                <a:gd name="connsiteX61" fmla="*/ 932568 w 2326728"/>
                <a:gd name="connsiteY61" fmla="*/ 2608315 h 5689258"/>
                <a:gd name="connsiteX62" fmla="*/ 1088051 w 2326728"/>
                <a:gd name="connsiteY62" fmla="*/ 2171809 h 5689258"/>
                <a:gd name="connsiteX63" fmla="*/ 1092158 w 2326728"/>
                <a:gd name="connsiteY63" fmla="*/ 2117564 h 5689258"/>
                <a:gd name="connsiteX64" fmla="*/ 1092434 w 2326728"/>
                <a:gd name="connsiteY64" fmla="*/ 2113284 h 5689258"/>
                <a:gd name="connsiteX65" fmla="*/ 1094255 w 2326728"/>
                <a:gd name="connsiteY65" fmla="*/ 2084477 h 5689258"/>
                <a:gd name="connsiteX66" fmla="*/ 1085111 w 2326728"/>
                <a:gd name="connsiteY66" fmla="*/ 2068441 h 5689258"/>
                <a:gd name="connsiteX67" fmla="*/ 1066806 w 2326728"/>
                <a:gd name="connsiteY67" fmla="*/ 2070658 h 5689258"/>
                <a:gd name="connsiteX68" fmla="*/ 1052557 w 2326728"/>
                <a:gd name="connsiteY68" fmla="*/ 2082861 h 5689258"/>
                <a:gd name="connsiteX69" fmla="*/ 1037844 w 2326728"/>
                <a:gd name="connsiteY69" fmla="*/ 2095168 h 5689258"/>
                <a:gd name="connsiteX70" fmla="*/ 968990 w 2326728"/>
                <a:gd name="connsiteY70" fmla="*/ 2149963 h 5689258"/>
                <a:gd name="connsiteX71" fmla="*/ 966583 w 2326728"/>
                <a:gd name="connsiteY71" fmla="*/ 2151854 h 5689258"/>
                <a:gd name="connsiteX72" fmla="*/ 813920 w 2326728"/>
                <a:gd name="connsiteY72" fmla="*/ 2275968 h 5689258"/>
                <a:gd name="connsiteX73" fmla="*/ 617719 w 2326728"/>
                <a:gd name="connsiteY73" fmla="*/ 2534664 h 5689258"/>
                <a:gd name="connsiteX74" fmla="*/ 601631 w 2326728"/>
                <a:gd name="connsiteY74" fmla="*/ 2580625 h 5689258"/>
                <a:gd name="connsiteX75" fmla="*/ 675556 w 2326728"/>
                <a:gd name="connsiteY75" fmla="*/ 2141765 h 5689258"/>
                <a:gd name="connsiteX76" fmla="*/ 690458 w 2326728"/>
                <a:gd name="connsiteY76" fmla="*/ 2116412 h 5689258"/>
                <a:gd name="connsiteX77" fmla="*/ 704381 w 2326728"/>
                <a:gd name="connsiteY77" fmla="*/ 2106839 h 5689258"/>
                <a:gd name="connsiteX78" fmla="*/ 792864 w 2326728"/>
                <a:gd name="connsiteY78" fmla="*/ 2073769 h 5689258"/>
                <a:gd name="connsiteX79" fmla="*/ 1048364 w 2326728"/>
                <a:gd name="connsiteY79" fmla="*/ 1968166 h 5689258"/>
                <a:gd name="connsiteX80" fmla="*/ 1327823 w 2326728"/>
                <a:gd name="connsiteY80" fmla="*/ 1516535 h 5689258"/>
                <a:gd name="connsiteX81" fmla="*/ 1320312 w 2326728"/>
                <a:gd name="connsiteY81" fmla="*/ 1502596 h 5689258"/>
                <a:gd name="connsiteX82" fmla="*/ 1304619 w 2326728"/>
                <a:gd name="connsiteY82" fmla="*/ 1501203 h 5689258"/>
                <a:gd name="connsiteX83" fmla="*/ 1199961 w 2326728"/>
                <a:gd name="connsiteY83" fmla="*/ 1544844 h 5689258"/>
                <a:gd name="connsiteX84" fmla="*/ 962200 w 2326728"/>
                <a:gd name="connsiteY84" fmla="*/ 1647868 h 5689258"/>
                <a:gd name="connsiteX85" fmla="*/ 777326 w 2326728"/>
                <a:gd name="connsiteY85" fmla="*/ 1795805 h 5689258"/>
                <a:gd name="connsiteX86" fmla="*/ 923459 w 2326728"/>
                <a:gd name="connsiteY86" fmla="*/ 1444827 h 5689258"/>
                <a:gd name="connsiteX87" fmla="*/ 1001887 w 2326728"/>
                <a:gd name="connsiteY87" fmla="*/ 1419664 h 5689258"/>
                <a:gd name="connsiteX88" fmla="*/ 1040663 w 2326728"/>
                <a:gd name="connsiteY88" fmla="*/ 1423926 h 5689258"/>
                <a:gd name="connsiteX89" fmla="*/ 1349033 w 2326728"/>
                <a:gd name="connsiteY89" fmla="*/ 1378601 h 5689258"/>
                <a:gd name="connsiteX90" fmla="*/ 1633305 w 2326728"/>
                <a:gd name="connsiteY90" fmla="*/ 1098455 h 5689258"/>
                <a:gd name="connsiteX91" fmla="*/ 1639389 w 2326728"/>
                <a:gd name="connsiteY91" fmla="*/ 1083690 h 5689258"/>
                <a:gd name="connsiteX92" fmla="*/ 1637258 w 2326728"/>
                <a:gd name="connsiteY92" fmla="*/ 1067929 h 5689258"/>
                <a:gd name="connsiteX93" fmla="*/ 1622906 w 2326728"/>
                <a:gd name="connsiteY93" fmla="*/ 1061122 h 5689258"/>
                <a:gd name="connsiteX94" fmla="*/ 1622768 w 2326728"/>
                <a:gd name="connsiteY94" fmla="*/ 1061122 h 5689258"/>
                <a:gd name="connsiteX95" fmla="*/ 1583202 w 2326728"/>
                <a:gd name="connsiteY95" fmla="*/ 1063615 h 5689258"/>
                <a:gd name="connsiteX96" fmla="*/ 1511854 w 2326728"/>
                <a:gd name="connsiteY96" fmla="*/ 1067843 h 5689258"/>
                <a:gd name="connsiteX97" fmla="*/ 1486708 w 2326728"/>
                <a:gd name="connsiteY97" fmla="*/ 1069115 h 5689258"/>
                <a:gd name="connsiteX98" fmla="*/ 1258005 w 2326728"/>
                <a:gd name="connsiteY98" fmla="*/ 1094880 h 5689258"/>
                <a:gd name="connsiteX99" fmla="*/ 1058969 w 2326728"/>
                <a:gd name="connsiteY99" fmla="*/ 1195137 h 5689258"/>
                <a:gd name="connsiteX100" fmla="*/ 1243653 w 2326728"/>
                <a:gd name="connsiteY100" fmla="*/ 921951 h 5689258"/>
                <a:gd name="connsiteX101" fmla="*/ 1260704 w 2326728"/>
                <a:gd name="connsiteY101" fmla="*/ 915059 h 5689258"/>
                <a:gd name="connsiteX102" fmla="*/ 1293292 w 2326728"/>
                <a:gd name="connsiteY102" fmla="*/ 911621 h 5689258"/>
                <a:gd name="connsiteX103" fmla="*/ 1351061 w 2326728"/>
                <a:gd name="connsiteY103" fmla="*/ 925114 h 5689258"/>
                <a:gd name="connsiteX104" fmla="*/ 1698911 w 2326728"/>
                <a:gd name="connsiteY104" fmla="*/ 936200 h 5689258"/>
                <a:gd name="connsiteX105" fmla="*/ 1968436 w 2326728"/>
                <a:gd name="connsiteY105" fmla="*/ 734328 h 5689258"/>
                <a:gd name="connsiteX106" fmla="*/ 1975276 w 2326728"/>
                <a:gd name="connsiteY106" fmla="*/ 723860 h 5689258"/>
                <a:gd name="connsiteX107" fmla="*/ 1975723 w 2326728"/>
                <a:gd name="connsiteY107" fmla="*/ 710574 h 5689258"/>
                <a:gd name="connsiteX108" fmla="*/ 1932960 w 2326728"/>
                <a:gd name="connsiteY108" fmla="*/ 690172 h 5689258"/>
                <a:gd name="connsiteX109" fmla="*/ 1845868 w 2326728"/>
                <a:gd name="connsiteY109" fmla="*/ 676095 h 5689258"/>
                <a:gd name="connsiteX110" fmla="*/ 1804497 w 2326728"/>
                <a:gd name="connsiteY110" fmla="*/ 670113 h 5689258"/>
                <a:gd name="connsiteX111" fmla="*/ 1802726 w 2326728"/>
                <a:gd name="connsiteY111" fmla="*/ 669838 h 5689258"/>
                <a:gd name="connsiteX112" fmla="*/ 1658743 w 2326728"/>
                <a:gd name="connsiteY112" fmla="*/ 653321 h 5689258"/>
                <a:gd name="connsiteX113" fmla="*/ 1425777 w 2326728"/>
                <a:gd name="connsiteY113" fmla="*/ 707205 h 5689258"/>
                <a:gd name="connsiteX114" fmla="*/ 1558967 w 2326728"/>
                <a:gd name="connsiteY114" fmla="*/ 575597 h 5689258"/>
                <a:gd name="connsiteX115" fmla="*/ 1611424 w 2326728"/>
                <a:gd name="connsiteY115" fmla="*/ 532953 h 5689258"/>
                <a:gd name="connsiteX116" fmla="*/ 1622768 w 2326728"/>
                <a:gd name="connsiteY116" fmla="*/ 529808 h 5689258"/>
                <a:gd name="connsiteX117" fmla="*/ 2019707 w 2326728"/>
                <a:gd name="connsiteY117" fmla="*/ 319238 h 5689258"/>
                <a:gd name="connsiteX118" fmla="*/ 2161508 w 2326728"/>
                <a:gd name="connsiteY118" fmla="*/ 34640 h 5689258"/>
                <a:gd name="connsiteX119" fmla="*/ 2162711 w 2326728"/>
                <a:gd name="connsiteY119" fmla="*/ 30601 h 5689258"/>
                <a:gd name="connsiteX120" fmla="*/ 2159927 w 2326728"/>
                <a:gd name="connsiteY120" fmla="*/ 3443 h 5689258"/>
                <a:gd name="connsiteX121" fmla="*/ 2111371 w 2326728"/>
                <a:gd name="connsiteY121" fmla="*/ 11109 h 5689258"/>
                <a:gd name="connsiteX122" fmla="*/ 2027786 w 2326728"/>
                <a:gd name="connsiteY122" fmla="*/ 42477 h 5689258"/>
                <a:gd name="connsiteX123" fmla="*/ 1854686 w 2326728"/>
                <a:gd name="connsiteY123" fmla="*/ 110232 h 5689258"/>
                <a:gd name="connsiteX124" fmla="*/ 1628715 w 2326728"/>
                <a:gd name="connsiteY124" fmla="*/ 296670 h 5689258"/>
                <a:gd name="connsiteX125" fmla="*/ 1578337 w 2326728"/>
                <a:gd name="connsiteY125" fmla="*/ 488711 h 5689258"/>
                <a:gd name="connsiteX126" fmla="*/ 1577530 w 2326728"/>
                <a:gd name="connsiteY126" fmla="*/ 491427 h 5689258"/>
                <a:gd name="connsiteX127" fmla="*/ 1285558 w 2326728"/>
                <a:gd name="connsiteY127" fmla="*/ 788848 h 5689258"/>
                <a:gd name="connsiteX128" fmla="*/ 1414295 w 2326728"/>
                <a:gd name="connsiteY128" fmla="*/ 442098 h 5689258"/>
                <a:gd name="connsiteX129" fmla="*/ 1418472 w 2326728"/>
                <a:gd name="connsiteY129" fmla="*/ 77919 h 5689258"/>
                <a:gd name="connsiteX130" fmla="*/ 1413642 w 2326728"/>
                <a:gd name="connsiteY130" fmla="*/ 55282 h 5689258"/>
                <a:gd name="connsiteX131" fmla="*/ 1410600 w 2326728"/>
                <a:gd name="connsiteY131" fmla="*/ 41859 h 5689258"/>
                <a:gd name="connsiteX132" fmla="*/ 1399204 w 2326728"/>
                <a:gd name="connsiteY132" fmla="*/ 29655 h 5689258"/>
                <a:gd name="connsiteX133" fmla="*/ 1382893 w 2326728"/>
                <a:gd name="connsiteY133" fmla="*/ 33505 h 5689258"/>
                <a:gd name="connsiteX134" fmla="*/ 1362903 w 2326728"/>
                <a:gd name="connsiteY134" fmla="*/ 51845 h 5689258"/>
                <a:gd name="connsiteX135" fmla="*/ 1358314 w 2326728"/>
                <a:gd name="connsiteY135" fmla="*/ 55987 h 5689258"/>
                <a:gd name="connsiteX136" fmla="*/ 1311649 w 2326728"/>
                <a:gd name="connsiteY136" fmla="*/ 101226 h 5689258"/>
                <a:gd name="connsiteX137" fmla="*/ 1064795 w 2326728"/>
                <a:gd name="connsiteY137" fmla="*/ 605572 h 5689258"/>
                <a:gd name="connsiteX138" fmla="*/ 1080780 w 2326728"/>
                <a:gd name="connsiteY138" fmla="*/ 821006 h 5689258"/>
                <a:gd name="connsiteX139" fmla="*/ 1112595 w 2326728"/>
                <a:gd name="connsiteY139" fmla="*/ 878242 h 5689258"/>
                <a:gd name="connsiteX140" fmla="*/ 1128631 w 2326728"/>
                <a:gd name="connsiteY140" fmla="*/ 903543 h 5689258"/>
                <a:gd name="connsiteX141" fmla="*/ 1132636 w 2326728"/>
                <a:gd name="connsiteY141" fmla="*/ 911020 h 5689258"/>
                <a:gd name="connsiteX142" fmla="*/ 1122633 w 2326728"/>
                <a:gd name="connsiteY142" fmla="*/ 995568 h 5689258"/>
                <a:gd name="connsiteX143" fmla="*/ 1119848 w 2326728"/>
                <a:gd name="connsiteY143" fmla="*/ 999555 h 5689258"/>
                <a:gd name="connsiteX144" fmla="*/ 1118250 w 2326728"/>
                <a:gd name="connsiteY144" fmla="*/ 1001772 h 5689258"/>
                <a:gd name="connsiteX145" fmla="*/ 909829 w 2326728"/>
                <a:gd name="connsiteY145" fmla="*/ 1332795 h 5689258"/>
                <a:gd name="connsiteX146" fmla="*/ 952833 w 2326728"/>
                <a:gd name="connsiteY146" fmla="*/ 1012326 h 5689258"/>
                <a:gd name="connsiteX147" fmla="*/ 846285 w 2326728"/>
                <a:gd name="connsiteY147" fmla="*/ 599729 h 5689258"/>
                <a:gd name="connsiteX148" fmla="*/ 831469 w 2326728"/>
                <a:gd name="connsiteY148" fmla="*/ 591135 h 5689258"/>
                <a:gd name="connsiteX149" fmla="*/ 818234 w 2326728"/>
                <a:gd name="connsiteY149" fmla="*/ 597975 h 5689258"/>
                <a:gd name="connsiteX150" fmla="*/ 811977 w 2326728"/>
                <a:gd name="connsiteY150" fmla="*/ 606260 h 5689258"/>
                <a:gd name="connsiteX151" fmla="*/ 799447 w 2326728"/>
                <a:gd name="connsiteY151" fmla="*/ 623551 h 5689258"/>
                <a:gd name="connsiteX152" fmla="*/ 693930 w 2326728"/>
                <a:gd name="connsiteY152" fmla="*/ 881628 h 5689258"/>
                <a:gd name="connsiteX153" fmla="*/ 641456 w 2326728"/>
                <a:gd name="connsiteY153" fmla="*/ 1239413 h 5689258"/>
                <a:gd name="connsiteX154" fmla="*/ 694102 w 2326728"/>
                <a:gd name="connsiteY154" fmla="*/ 1461413 h 5689258"/>
                <a:gd name="connsiteX155" fmla="*/ 733171 w 2326728"/>
                <a:gd name="connsiteY155" fmla="*/ 1512616 h 5689258"/>
                <a:gd name="connsiteX156" fmla="*/ 755188 w 2326728"/>
                <a:gd name="connsiteY156" fmla="*/ 1539361 h 5689258"/>
                <a:gd name="connsiteX157" fmla="*/ 762510 w 2326728"/>
                <a:gd name="connsiteY157" fmla="*/ 1555810 h 5689258"/>
                <a:gd name="connsiteX158" fmla="*/ 762476 w 2326728"/>
                <a:gd name="connsiteY158" fmla="*/ 1621072 h 5689258"/>
                <a:gd name="connsiteX159" fmla="*/ 762149 w 2326728"/>
                <a:gd name="connsiteY159" fmla="*/ 1635854 h 5689258"/>
                <a:gd name="connsiteX160" fmla="*/ 760637 w 2326728"/>
                <a:gd name="connsiteY160" fmla="*/ 1643554 h 5689258"/>
                <a:gd name="connsiteX161" fmla="*/ 642985 w 2326728"/>
                <a:gd name="connsiteY161" fmla="*/ 1980438 h 5689258"/>
                <a:gd name="connsiteX162" fmla="*/ 651407 w 2326728"/>
                <a:gd name="connsiteY162" fmla="*/ 1865640 h 5689258"/>
                <a:gd name="connsiteX163" fmla="*/ 458713 w 2326728"/>
                <a:gd name="connsiteY163" fmla="*/ 1304693 h 5689258"/>
                <a:gd name="connsiteX164" fmla="*/ 431212 w 2326728"/>
                <a:gd name="connsiteY164" fmla="*/ 1271194 h 5689258"/>
                <a:gd name="connsiteX165" fmla="*/ 418304 w 2326728"/>
                <a:gd name="connsiteY165" fmla="*/ 1265023 h 5689258"/>
                <a:gd name="connsiteX166" fmla="*/ 415554 w 2326728"/>
                <a:gd name="connsiteY166" fmla="*/ 1265264 h 5689258"/>
                <a:gd name="connsiteX167" fmla="*/ 402680 w 2326728"/>
                <a:gd name="connsiteY167" fmla="*/ 1275869 h 5689258"/>
                <a:gd name="connsiteX168" fmla="*/ 395324 w 2326728"/>
                <a:gd name="connsiteY168" fmla="*/ 1294965 h 5689258"/>
                <a:gd name="connsiteX169" fmla="*/ 382691 w 2326728"/>
                <a:gd name="connsiteY169" fmla="*/ 1329289 h 5689258"/>
                <a:gd name="connsiteX170" fmla="*/ 337675 w 2326728"/>
                <a:gd name="connsiteY170" fmla="*/ 1643331 h 5689258"/>
                <a:gd name="connsiteX171" fmla="*/ 337624 w 2326728"/>
                <a:gd name="connsiteY171" fmla="*/ 1645840 h 5689258"/>
                <a:gd name="connsiteX172" fmla="*/ 371003 w 2326728"/>
                <a:gd name="connsiteY172" fmla="*/ 1989943 h 5689258"/>
                <a:gd name="connsiteX173" fmla="*/ 488379 w 2326728"/>
                <a:gd name="connsiteY173" fmla="*/ 2182500 h 5689258"/>
                <a:gd name="connsiteX174" fmla="*/ 489754 w 2326728"/>
                <a:gd name="connsiteY174" fmla="*/ 2183737 h 5689258"/>
                <a:gd name="connsiteX175" fmla="*/ 552594 w 2326728"/>
                <a:gd name="connsiteY175" fmla="*/ 2262510 h 5689258"/>
                <a:gd name="connsiteX176" fmla="*/ 558713 w 2326728"/>
                <a:gd name="connsiteY176" fmla="*/ 2285044 h 5689258"/>
                <a:gd name="connsiteX177" fmla="*/ 555705 w 2326728"/>
                <a:gd name="connsiteY177" fmla="*/ 2384012 h 5689258"/>
                <a:gd name="connsiteX178" fmla="*/ 547609 w 2326728"/>
                <a:gd name="connsiteY178" fmla="*/ 2437329 h 5689258"/>
                <a:gd name="connsiteX179" fmla="*/ 531057 w 2326728"/>
                <a:gd name="connsiteY179" fmla="*/ 2656699 h 5689258"/>
                <a:gd name="connsiteX180" fmla="*/ 530542 w 2326728"/>
                <a:gd name="connsiteY180" fmla="*/ 2663351 h 5689258"/>
                <a:gd name="connsiteX181" fmla="*/ 526124 w 2326728"/>
                <a:gd name="connsiteY181" fmla="*/ 2718369 h 5689258"/>
                <a:gd name="connsiteX182" fmla="*/ 363217 w 2326728"/>
                <a:gd name="connsiteY182" fmla="*/ 2272032 h 5689258"/>
                <a:gd name="connsiteX183" fmla="*/ 159745 w 2326728"/>
                <a:gd name="connsiteY183" fmla="*/ 2066206 h 5689258"/>
                <a:gd name="connsiteX184" fmla="*/ 148161 w 2326728"/>
                <a:gd name="connsiteY184" fmla="*/ 2058850 h 5689258"/>
                <a:gd name="connsiteX185" fmla="*/ 140014 w 2326728"/>
                <a:gd name="connsiteY185" fmla="*/ 2053934 h 5689258"/>
                <a:gd name="connsiteX186" fmla="*/ 123943 w 2326728"/>
                <a:gd name="connsiteY186" fmla="*/ 2053212 h 5689258"/>
                <a:gd name="connsiteX187" fmla="*/ 114713 w 2326728"/>
                <a:gd name="connsiteY187" fmla="*/ 2066516 h 5689258"/>
                <a:gd name="connsiteX188" fmla="*/ 111155 w 2326728"/>
                <a:gd name="connsiteY188" fmla="*/ 2097437 h 5689258"/>
                <a:gd name="connsiteX189" fmla="*/ 105999 w 2326728"/>
                <a:gd name="connsiteY189" fmla="*/ 2159812 h 5689258"/>
                <a:gd name="connsiteX190" fmla="*/ 241371 w 2326728"/>
                <a:gd name="connsiteY190" fmla="*/ 2759191 h 5689258"/>
                <a:gd name="connsiteX191" fmla="*/ 340975 w 2326728"/>
                <a:gd name="connsiteY191" fmla="*/ 2890129 h 5689258"/>
                <a:gd name="connsiteX192" fmla="*/ 474199 w 2326728"/>
                <a:gd name="connsiteY192" fmla="*/ 2954085 h 5689258"/>
                <a:gd name="connsiteX193" fmla="*/ 478256 w 2326728"/>
                <a:gd name="connsiteY193" fmla="*/ 2956148 h 5689258"/>
                <a:gd name="connsiteX194" fmla="*/ 486454 w 2326728"/>
                <a:gd name="connsiteY194" fmla="*/ 2972236 h 5689258"/>
                <a:gd name="connsiteX195" fmla="*/ 511497 w 2326728"/>
                <a:gd name="connsiteY195" fmla="*/ 3030572 h 5689258"/>
                <a:gd name="connsiteX196" fmla="*/ 515708 w 2326728"/>
                <a:gd name="connsiteY196" fmla="*/ 3084714 h 5689258"/>
                <a:gd name="connsiteX197" fmla="*/ 515932 w 2326728"/>
                <a:gd name="connsiteY197" fmla="*/ 3105872 h 5689258"/>
                <a:gd name="connsiteX198" fmla="*/ 553539 w 2326728"/>
                <a:gd name="connsiteY198" fmla="*/ 3479625 h 5689258"/>
                <a:gd name="connsiteX199" fmla="*/ 490442 w 2326728"/>
                <a:gd name="connsiteY199" fmla="*/ 3348188 h 5689258"/>
                <a:gd name="connsiteX200" fmla="*/ 75490 w 2326728"/>
                <a:gd name="connsiteY200" fmla="*/ 2989389 h 5689258"/>
                <a:gd name="connsiteX201" fmla="*/ 40770 w 2326728"/>
                <a:gd name="connsiteY201" fmla="*/ 2978080 h 5689258"/>
                <a:gd name="connsiteX202" fmla="*/ 38227 w 2326728"/>
                <a:gd name="connsiteY202" fmla="*/ 2977323 h 5689258"/>
                <a:gd name="connsiteX203" fmla="*/ 21709 w 2326728"/>
                <a:gd name="connsiteY203" fmla="*/ 2972408 h 5689258"/>
                <a:gd name="connsiteX204" fmla="*/ 6068 w 2326728"/>
                <a:gd name="connsiteY204" fmla="*/ 2975433 h 5689258"/>
                <a:gd name="connsiteX205" fmla="*/ 86 w 2326728"/>
                <a:gd name="connsiteY205" fmla="*/ 2990111 h 5689258"/>
                <a:gd name="connsiteX206" fmla="*/ 3043 w 2326728"/>
                <a:gd name="connsiteY206" fmla="*/ 3024659 h 5689258"/>
                <a:gd name="connsiteX207" fmla="*/ 12445 w 2326728"/>
                <a:gd name="connsiteY207" fmla="*/ 3095508 h 5689258"/>
                <a:gd name="connsiteX208" fmla="*/ 293863 w 2326728"/>
                <a:gd name="connsiteY208" fmla="*/ 3618624 h 5689258"/>
                <a:gd name="connsiteX209" fmla="*/ 478084 w 2326728"/>
                <a:gd name="connsiteY209" fmla="*/ 3721425 h 5689258"/>
                <a:gd name="connsiteX210" fmla="*/ 550376 w 2326728"/>
                <a:gd name="connsiteY210" fmla="*/ 3722216 h 5689258"/>
                <a:gd name="connsiteX211" fmla="*/ 560414 w 2326728"/>
                <a:gd name="connsiteY211" fmla="*/ 3721614 h 5689258"/>
                <a:gd name="connsiteX212" fmla="*/ 564505 w 2326728"/>
                <a:gd name="connsiteY212" fmla="*/ 3721442 h 5689258"/>
                <a:gd name="connsiteX213" fmla="*/ 569386 w 2326728"/>
                <a:gd name="connsiteY213" fmla="*/ 3724261 h 5689258"/>
                <a:gd name="connsiteX214" fmla="*/ 616086 w 2326728"/>
                <a:gd name="connsiteY214" fmla="*/ 3788389 h 5689258"/>
                <a:gd name="connsiteX215" fmla="*/ 618166 w 2326728"/>
                <a:gd name="connsiteY215" fmla="*/ 3794371 h 5689258"/>
                <a:gd name="connsiteX216" fmla="*/ 618853 w 2326728"/>
                <a:gd name="connsiteY216" fmla="*/ 3796674 h 5689258"/>
                <a:gd name="connsiteX217" fmla="*/ 798382 w 2326728"/>
                <a:gd name="connsiteY217" fmla="*/ 4269464 h 5689258"/>
                <a:gd name="connsiteX218" fmla="*/ 692504 w 2326728"/>
                <a:gd name="connsiteY218" fmla="*/ 4147360 h 5689258"/>
                <a:gd name="connsiteX219" fmla="*/ 172379 w 2326728"/>
                <a:gd name="connsiteY219" fmla="*/ 3968382 h 5689258"/>
                <a:gd name="connsiteX220" fmla="*/ 168099 w 2326728"/>
                <a:gd name="connsiteY220" fmla="*/ 3968416 h 5689258"/>
                <a:gd name="connsiteX221" fmla="*/ 165400 w 2326728"/>
                <a:gd name="connsiteY221" fmla="*/ 3968915 h 5689258"/>
                <a:gd name="connsiteX222" fmla="*/ 155019 w 2326728"/>
                <a:gd name="connsiteY222" fmla="*/ 3989385 h 5689258"/>
                <a:gd name="connsiteX223" fmla="*/ 162203 w 2326728"/>
                <a:gd name="connsiteY223" fmla="*/ 4014944 h 5689258"/>
                <a:gd name="connsiteX224" fmla="*/ 179323 w 2326728"/>
                <a:gd name="connsiteY224" fmla="*/ 4068983 h 5689258"/>
                <a:gd name="connsiteX225" fmla="*/ 352612 w 2326728"/>
                <a:gd name="connsiteY225" fmla="*/ 4326012 h 5689258"/>
                <a:gd name="connsiteX226" fmla="*/ 560689 w 2326728"/>
                <a:gd name="connsiteY226" fmla="*/ 4490776 h 5689258"/>
                <a:gd name="connsiteX227" fmla="*/ 821087 w 2326728"/>
                <a:gd name="connsiteY227" fmla="*/ 4523708 h 5689258"/>
                <a:gd name="connsiteX228" fmla="*/ 865655 w 2326728"/>
                <a:gd name="connsiteY228" fmla="*/ 4506142 h 5689258"/>
                <a:gd name="connsiteX229" fmla="*/ 888223 w 2326728"/>
                <a:gd name="connsiteY229" fmla="*/ 4507259 h 5689258"/>
                <a:gd name="connsiteX230" fmla="*/ 924301 w 2326728"/>
                <a:gd name="connsiteY230" fmla="*/ 4530239 h 5689258"/>
                <a:gd name="connsiteX231" fmla="*/ 943912 w 2326728"/>
                <a:gd name="connsiteY231" fmla="*/ 4542030 h 5689258"/>
                <a:gd name="connsiteX232" fmla="*/ 947831 w 2326728"/>
                <a:gd name="connsiteY232" fmla="*/ 4547651 h 5689258"/>
                <a:gd name="connsiteX233" fmla="*/ 1194358 w 2326728"/>
                <a:gd name="connsiteY233" fmla="*/ 4886941 h 5689258"/>
                <a:gd name="connsiteX234" fmla="*/ 1044118 w 2326728"/>
                <a:gd name="connsiteY234" fmla="*/ 4809613 h 5689258"/>
                <a:gd name="connsiteX235" fmla="*/ 548400 w 2326728"/>
                <a:gd name="connsiteY235" fmla="*/ 4828915 h 5689258"/>
                <a:gd name="connsiteX236" fmla="*/ 494412 w 2326728"/>
                <a:gd name="connsiteY236" fmla="*/ 4854198 h 5689258"/>
                <a:gd name="connsiteX237" fmla="*/ 487142 w 2326728"/>
                <a:gd name="connsiteY237" fmla="*/ 4865422 h 5689258"/>
                <a:gd name="connsiteX238" fmla="*/ 490390 w 2326728"/>
                <a:gd name="connsiteY238" fmla="*/ 4878244 h 5689258"/>
                <a:gd name="connsiteX239" fmla="*/ 505619 w 2326728"/>
                <a:gd name="connsiteY239" fmla="*/ 4898577 h 5689258"/>
                <a:gd name="connsiteX240" fmla="*/ 506719 w 2326728"/>
                <a:gd name="connsiteY240" fmla="*/ 4900056 h 5689258"/>
                <a:gd name="connsiteX241" fmla="*/ 545031 w 2326728"/>
                <a:gd name="connsiteY241" fmla="*/ 4948096 h 5689258"/>
                <a:gd name="connsiteX242" fmla="*/ 765106 w 2326728"/>
                <a:gd name="connsiteY242" fmla="*/ 5103166 h 5689258"/>
                <a:gd name="connsiteX243" fmla="*/ 1083805 w 2326728"/>
                <a:gd name="connsiteY243" fmla="*/ 5190309 h 5689258"/>
                <a:gd name="connsiteX244" fmla="*/ 1098845 w 2326728"/>
                <a:gd name="connsiteY244" fmla="*/ 5190584 h 5689258"/>
                <a:gd name="connsiteX245" fmla="*/ 1332532 w 2326728"/>
                <a:gd name="connsiteY245" fmla="*/ 5092131 h 5689258"/>
                <a:gd name="connsiteX246" fmla="*/ 1337225 w 2326728"/>
                <a:gd name="connsiteY246" fmla="*/ 5090619 h 5689258"/>
                <a:gd name="connsiteX247" fmla="*/ 1397228 w 2326728"/>
                <a:gd name="connsiteY247" fmla="*/ 5098181 h 5689258"/>
                <a:gd name="connsiteX248" fmla="*/ 1404808 w 2326728"/>
                <a:gd name="connsiteY248" fmla="*/ 5101894 h 5689258"/>
                <a:gd name="connsiteX249" fmla="*/ 1716941 w 2326728"/>
                <a:gd name="connsiteY249" fmla="*/ 5331027 h 5689258"/>
                <a:gd name="connsiteX250" fmla="*/ 1665944 w 2326728"/>
                <a:gd name="connsiteY250" fmla="*/ 5318445 h 5689258"/>
                <a:gd name="connsiteX251" fmla="*/ 1299738 w 2326728"/>
                <a:gd name="connsiteY251" fmla="*/ 5362000 h 5689258"/>
                <a:gd name="connsiteX252" fmla="*/ 1049137 w 2326728"/>
                <a:gd name="connsiteY252" fmla="*/ 5519785 h 5689258"/>
                <a:gd name="connsiteX253" fmla="*/ 1047040 w 2326728"/>
                <a:gd name="connsiteY253" fmla="*/ 5542577 h 5689258"/>
                <a:gd name="connsiteX254" fmla="*/ 1145080 w 2326728"/>
                <a:gd name="connsiteY254" fmla="*/ 5614181 h 5689258"/>
                <a:gd name="connsiteX255" fmla="*/ 1418730 w 2326728"/>
                <a:gd name="connsiteY255" fmla="*/ 5686320 h 5689258"/>
                <a:gd name="connsiteX256" fmla="*/ 1500012 w 2326728"/>
                <a:gd name="connsiteY256" fmla="*/ 5689259 h 5689258"/>
                <a:gd name="connsiteX257" fmla="*/ 1594322 w 2326728"/>
                <a:gd name="connsiteY257" fmla="*/ 5684721 h 5689258"/>
                <a:gd name="connsiteX258" fmla="*/ 1674951 w 2326728"/>
                <a:gd name="connsiteY258" fmla="*/ 5670885 h 5689258"/>
                <a:gd name="connsiteX259" fmla="*/ 1924641 w 2326728"/>
                <a:gd name="connsiteY259" fmla="*/ 5487025 h 5689258"/>
                <a:gd name="connsiteX260" fmla="*/ 1933664 w 2326728"/>
                <a:gd name="connsiteY260" fmla="*/ 5483003 h 5689258"/>
                <a:gd name="connsiteX261" fmla="*/ 1993771 w 2326728"/>
                <a:gd name="connsiteY261" fmla="*/ 5471281 h 5689258"/>
                <a:gd name="connsiteX262" fmla="*/ 2010563 w 2326728"/>
                <a:gd name="connsiteY262" fmla="*/ 5474546 h 5689258"/>
                <a:gd name="connsiteX263" fmla="*/ 2272921 w 2326728"/>
                <a:gd name="connsiteY263" fmla="*/ 5554161 h 5689258"/>
                <a:gd name="connsiteX264" fmla="*/ 2276839 w 2326728"/>
                <a:gd name="connsiteY264" fmla="*/ 5554625 h 5689258"/>
                <a:gd name="connsiteX265" fmla="*/ 2291484 w 2326728"/>
                <a:gd name="connsiteY265" fmla="*/ 5545808 h 5689258"/>
                <a:gd name="connsiteX266" fmla="*/ 2322783 w 2326728"/>
                <a:gd name="connsiteY266" fmla="*/ 5499933 h 5689258"/>
                <a:gd name="connsiteX267" fmla="*/ 2325842 w 2326728"/>
                <a:gd name="connsiteY267" fmla="*/ 5483828 h 5689258"/>
                <a:gd name="connsiteX268" fmla="*/ 2313708 w 2326728"/>
                <a:gd name="connsiteY268" fmla="*/ 5472982 h 568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2326728" h="5689258">
                  <a:moveTo>
                    <a:pt x="2313708" y="5472982"/>
                  </a:moveTo>
                  <a:cubicBezTo>
                    <a:pt x="2202484" y="5448421"/>
                    <a:pt x="2091862" y="5412618"/>
                    <a:pt x="1975465" y="5363546"/>
                  </a:cubicBezTo>
                  <a:cubicBezTo>
                    <a:pt x="1974073" y="5362893"/>
                    <a:pt x="1970619" y="5358992"/>
                    <a:pt x="1969536" y="5355485"/>
                  </a:cubicBezTo>
                  <a:cubicBezTo>
                    <a:pt x="1957934" y="5315936"/>
                    <a:pt x="1954049" y="5276094"/>
                    <a:pt x="1957624" y="5233674"/>
                  </a:cubicBezTo>
                  <a:cubicBezTo>
                    <a:pt x="1980416" y="4962843"/>
                    <a:pt x="1819141" y="4677472"/>
                    <a:pt x="1574195" y="4555127"/>
                  </a:cubicBezTo>
                  <a:cubicBezTo>
                    <a:pt x="1568987" y="4552481"/>
                    <a:pt x="1563556" y="4550195"/>
                    <a:pt x="1557299" y="4547633"/>
                  </a:cubicBezTo>
                  <a:lnTo>
                    <a:pt x="1551490" y="4545227"/>
                  </a:lnTo>
                  <a:cubicBezTo>
                    <a:pt x="1545973" y="4542873"/>
                    <a:pt x="1539252" y="4543852"/>
                    <a:pt x="1534800" y="4547427"/>
                  </a:cubicBezTo>
                  <a:cubicBezTo>
                    <a:pt x="1529988" y="4551140"/>
                    <a:pt x="1527599" y="4557190"/>
                    <a:pt x="1528578" y="4563257"/>
                  </a:cubicBezTo>
                  <a:lnTo>
                    <a:pt x="1535282" y="4604784"/>
                  </a:lnTo>
                  <a:cubicBezTo>
                    <a:pt x="1541229" y="4641532"/>
                    <a:pt x="1547055" y="4677489"/>
                    <a:pt x="1552641" y="4713480"/>
                  </a:cubicBezTo>
                  <a:lnTo>
                    <a:pt x="1554051" y="4722900"/>
                  </a:lnTo>
                  <a:cubicBezTo>
                    <a:pt x="1569778" y="4825185"/>
                    <a:pt x="1586038" y="4930960"/>
                    <a:pt x="1617715" y="5032575"/>
                  </a:cubicBezTo>
                  <a:cubicBezTo>
                    <a:pt x="1646299" y="5124256"/>
                    <a:pt x="1690403" y="5196600"/>
                    <a:pt x="1751747" y="5252031"/>
                  </a:cubicBezTo>
                  <a:cubicBezTo>
                    <a:pt x="1622150" y="5175613"/>
                    <a:pt x="1501387" y="5083778"/>
                    <a:pt x="1391711" y="4978158"/>
                  </a:cubicBezTo>
                  <a:cubicBezTo>
                    <a:pt x="1389407" y="4975941"/>
                    <a:pt x="1386674" y="4970062"/>
                    <a:pt x="1386279" y="4965215"/>
                  </a:cubicBezTo>
                  <a:lnTo>
                    <a:pt x="1383340" y="4892734"/>
                  </a:lnTo>
                  <a:cubicBezTo>
                    <a:pt x="1383323" y="4890155"/>
                    <a:pt x="1383288" y="4883314"/>
                    <a:pt x="1384749" y="4879929"/>
                  </a:cubicBezTo>
                  <a:cubicBezTo>
                    <a:pt x="1438771" y="4754078"/>
                    <a:pt x="1452607" y="4612415"/>
                    <a:pt x="1427083" y="4446878"/>
                  </a:cubicBezTo>
                  <a:cubicBezTo>
                    <a:pt x="1402470" y="4287219"/>
                    <a:pt x="1334303" y="4140399"/>
                    <a:pt x="1224454" y="4010475"/>
                  </a:cubicBezTo>
                  <a:cubicBezTo>
                    <a:pt x="1211598" y="3995264"/>
                    <a:pt x="1200254" y="3987563"/>
                    <a:pt x="1190732" y="3987563"/>
                  </a:cubicBezTo>
                  <a:cubicBezTo>
                    <a:pt x="1188411" y="3987563"/>
                    <a:pt x="1186314" y="3988028"/>
                    <a:pt x="1184664" y="3988887"/>
                  </a:cubicBezTo>
                  <a:cubicBezTo>
                    <a:pt x="1179611" y="3991396"/>
                    <a:pt x="1176191" y="3996261"/>
                    <a:pt x="1175520" y="4001881"/>
                  </a:cubicBezTo>
                  <a:lnTo>
                    <a:pt x="1172581" y="4027165"/>
                  </a:lnTo>
                  <a:cubicBezTo>
                    <a:pt x="1170312" y="4045934"/>
                    <a:pt x="1168129" y="4064359"/>
                    <a:pt x="1166170" y="4082819"/>
                  </a:cubicBezTo>
                  <a:cubicBezTo>
                    <a:pt x="1162784" y="4115339"/>
                    <a:pt x="1159071" y="4147807"/>
                    <a:pt x="1155341" y="4180292"/>
                  </a:cubicBezTo>
                  <a:lnTo>
                    <a:pt x="1154809" y="4184984"/>
                  </a:lnTo>
                  <a:cubicBezTo>
                    <a:pt x="1145527" y="4266094"/>
                    <a:pt x="1135902" y="4349972"/>
                    <a:pt x="1130814" y="4433953"/>
                  </a:cubicBezTo>
                  <a:cubicBezTo>
                    <a:pt x="1124902" y="4531924"/>
                    <a:pt x="1126655" y="4646344"/>
                    <a:pt x="1184561" y="4752188"/>
                  </a:cubicBezTo>
                  <a:cubicBezTo>
                    <a:pt x="1184870" y="4752720"/>
                    <a:pt x="1185145" y="4753287"/>
                    <a:pt x="1185455" y="4753820"/>
                  </a:cubicBezTo>
                  <a:cubicBezTo>
                    <a:pt x="1104963" y="4653168"/>
                    <a:pt x="1031485" y="4544849"/>
                    <a:pt x="965930" y="4430068"/>
                  </a:cubicBezTo>
                  <a:cubicBezTo>
                    <a:pt x="960138" y="4419858"/>
                    <a:pt x="959639" y="4410903"/>
                    <a:pt x="960722" y="4397909"/>
                  </a:cubicBezTo>
                  <a:cubicBezTo>
                    <a:pt x="965380" y="4342959"/>
                    <a:pt x="990921" y="4298305"/>
                    <a:pt x="1017821" y="4258257"/>
                  </a:cubicBezTo>
                  <a:cubicBezTo>
                    <a:pt x="1069780" y="4180705"/>
                    <a:pt x="1101234" y="4089041"/>
                    <a:pt x="1119814" y="3961025"/>
                  </a:cubicBezTo>
                  <a:cubicBezTo>
                    <a:pt x="1145785" y="3781996"/>
                    <a:pt x="1119556" y="3602398"/>
                    <a:pt x="1041901" y="3427184"/>
                  </a:cubicBezTo>
                  <a:cubicBezTo>
                    <a:pt x="1039770" y="3422354"/>
                    <a:pt x="1037277" y="3417696"/>
                    <a:pt x="1034613" y="3412695"/>
                  </a:cubicBezTo>
                  <a:lnTo>
                    <a:pt x="1028546" y="3401247"/>
                  </a:lnTo>
                  <a:cubicBezTo>
                    <a:pt x="1025641" y="3395661"/>
                    <a:pt x="1019436" y="3391983"/>
                    <a:pt x="1012888" y="3392275"/>
                  </a:cubicBezTo>
                  <a:cubicBezTo>
                    <a:pt x="1006356" y="3392619"/>
                    <a:pt x="1000598" y="3396761"/>
                    <a:pt x="998226" y="3402777"/>
                  </a:cubicBezTo>
                  <a:cubicBezTo>
                    <a:pt x="979388" y="3450285"/>
                    <a:pt x="961169" y="3496056"/>
                    <a:pt x="943070" y="3541484"/>
                  </a:cubicBezTo>
                  <a:lnTo>
                    <a:pt x="931503" y="3570515"/>
                  </a:lnTo>
                  <a:cubicBezTo>
                    <a:pt x="892898" y="3667472"/>
                    <a:pt x="849602" y="3780672"/>
                    <a:pt x="824439" y="3897464"/>
                  </a:cubicBezTo>
                  <a:cubicBezTo>
                    <a:pt x="806701" y="3979881"/>
                    <a:pt x="805618" y="4059426"/>
                    <a:pt x="821173" y="4135157"/>
                  </a:cubicBezTo>
                  <a:cubicBezTo>
                    <a:pt x="760809" y="3991482"/>
                    <a:pt x="711187" y="3839661"/>
                    <a:pt x="673185" y="3682237"/>
                  </a:cubicBezTo>
                  <a:cubicBezTo>
                    <a:pt x="672755" y="3680483"/>
                    <a:pt x="672617" y="3675946"/>
                    <a:pt x="676381" y="3665478"/>
                  </a:cubicBezTo>
                  <a:cubicBezTo>
                    <a:pt x="694154" y="3616836"/>
                    <a:pt x="726519" y="3572732"/>
                    <a:pt x="767529" y="3541295"/>
                  </a:cubicBezTo>
                  <a:cubicBezTo>
                    <a:pt x="857302" y="3472440"/>
                    <a:pt x="908230" y="3376738"/>
                    <a:pt x="946198" y="3292207"/>
                  </a:cubicBezTo>
                  <a:cubicBezTo>
                    <a:pt x="1023939" y="3119331"/>
                    <a:pt x="1045029" y="2935677"/>
                    <a:pt x="1010653" y="2730710"/>
                  </a:cubicBezTo>
                  <a:cubicBezTo>
                    <a:pt x="1010292" y="2728562"/>
                    <a:pt x="1009639" y="2726431"/>
                    <a:pt x="1008866" y="2724110"/>
                  </a:cubicBezTo>
                  <a:lnTo>
                    <a:pt x="1008247" y="2722254"/>
                  </a:lnTo>
                  <a:cubicBezTo>
                    <a:pt x="1006751" y="2717665"/>
                    <a:pt x="1003348" y="2713952"/>
                    <a:pt x="998845" y="2712010"/>
                  </a:cubicBezTo>
                  <a:cubicBezTo>
                    <a:pt x="994445" y="2710171"/>
                    <a:pt x="988910" y="2710515"/>
                    <a:pt x="985490" y="2712199"/>
                  </a:cubicBezTo>
                  <a:cubicBezTo>
                    <a:pt x="982052" y="2713454"/>
                    <a:pt x="976844" y="2715362"/>
                    <a:pt x="973458" y="2720329"/>
                  </a:cubicBezTo>
                  <a:cubicBezTo>
                    <a:pt x="954002" y="2746317"/>
                    <a:pt x="934253" y="2772546"/>
                    <a:pt x="914486" y="2798758"/>
                  </a:cubicBezTo>
                  <a:lnTo>
                    <a:pt x="911169" y="2803175"/>
                  </a:lnTo>
                  <a:cubicBezTo>
                    <a:pt x="861324" y="2869366"/>
                    <a:pt x="809777" y="2937774"/>
                    <a:pt x="760242" y="3005924"/>
                  </a:cubicBezTo>
                  <a:cubicBezTo>
                    <a:pt x="702851" y="3084662"/>
                    <a:pt x="662322" y="3161200"/>
                    <a:pt x="636316" y="3239921"/>
                  </a:cubicBezTo>
                  <a:cubicBezTo>
                    <a:pt x="623769" y="3277941"/>
                    <a:pt x="615570" y="3314534"/>
                    <a:pt x="611703" y="3350079"/>
                  </a:cubicBezTo>
                  <a:cubicBezTo>
                    <a:pt x="595186" y="3222355"/>
                    <a:pt x="585818" y="3091950"/>
                    <a:pt x="583773" y="2960462"/>
                  </a:cubicBezTo>
                  <a:cubicBezTo>
                    <a:pt x="583291" y="2929077"/>
                    <a:pt x="587279" y="2904137"/>
                    <a:pt x="608712" y="2876825"/>
                  </a:cubicBezTo>
                  <a:cubicBezTo>
                    <a:pt x="631401" y="2847709"/>
                    <a:pt x="652593" y="2831449"/>
                    <a:pt x="681813" y="2820724"/>
                  </a:cubicBezTo>
                  <a:cubicBezTo>
                    <a:pt x="801871" y="2776860"/>
                    <a:pt x="878890" y="2684165"/>
                    <a:pt x="932568" y="2608315"/>
                  </a:cubicBezTo>
                  <a:cubicBezTo>
                    <a:pt x="1019281" y="2485610"/>
                    <a:pt x="1070141" y="2342830"/>
                    <a:pt x="1088051" y="2171809"/>
                  </a:cubicBezTo>
                  <a:cubicBezTo>
                    <a:pt x="1089958" y="2154209"/>
                    <a:pt x="1091041" y="2136402"/>
                    <a:pt x="1092158" y="2117564"/>
                  </a:cubicBezTo>
                  <a:lnTo>
                    <a:pt x="1092434" y="2113284"/>
                  </a:lnTo>
                  <a:cubicBezTo>
                    <a:pt x="1092966" y="2104123"/>
                    <a:pt x="1093534" y="2094583"/>
                    <a:pt x="1094255" y="2084477"/>
                  </a:cubicBezTo>
                  <a:cubicBezTo>
                    <a:pt x="1094702" y="2077774"/>
                    <a:pt x="1091110" y="2071483"/>
                    <a:pt x="1085111" y="2068441"/>
                  </a:cubicBezTo>
                  <a:cubicBezTo>
                    <a:pt x="1079302" y="2065519"/>
                    <a:pt x="1071859" y="2066378"/>
                    <a:pt x="1066806" y="2070658"/>
                  </a:cubicBezTo>
                  <a:lnTo>
                    <a:pt x="1052557" y="2082861"/>
                  </a:lnTo>
                  <a:cubicBezTo>
                    <a:pt x="1047195" y="2087433"/>
                    <a:pt x="1042606" y="2091352"/>
                    <a:pt x="1037844" y="2095168"/>
                  </a:cubicBezTo>
                  <a:cubicBezTo>
                    <a:pt x="1014967" y="2113542"/>
                    <a:pt x="992004" y="2131727"/>
                    <a:pt x="968990" y="2149963"/>
                  </a:cubicBezTo>
                  <a:lnTo>
                    <a:pt x="966583" y="2151854"/>
                  </a:lnTo>
                  <a:cubicBezTo>
                    <a:pt x="916068" y="2191868"/>
                    <a:pt x="863816" y="2233239"/>
                    <a:pt x="813920" y="2275968"/>
                  </a:cubicBezTo>
                  <a:cubicBezTo>
                    <a:pt x="717100" y="2358539"/>
                    <a:pt x="654759" y="2440732"/>
                    <a:pt x="617719" y="2534664"/>
                  </a:cubicBezTo>
                  <a:cubicBezTo>
                    <a:pt x="611600" y="2550151"/>
                    <a:pt x="606237" y="2565465"/>
                    <a:pt x="601631" y="2580625"/>
                  </a:cubicBezTo>
                  <a:cubicBezTo>
                    <a:pt x="616860" y="2431365"/>
                    <a:pt x="641593" y="2284373"/>
                    <a:pt x="675556" y="2141765"/>
                  </a:cubicBezTo>
                  <a:cubicBezTo>
                    <a:pt x="679682" y="2124319"/>
                    <a:pt x="681985" y="2119197"/>
                    <a:pt x="690458" y="2116412"/>
                  </a:cubicBezTo>
                  <a:cubicBezTo>
                    <a:pt x="695787" y="2114608"/>
                    <a:pt x="700754" y="2111136"/>
                    <a:pt x="704381" y="2106839"/>
                  </a:cubicBezTo>
                  <a:cubicBezTo>
                    <a:pt x="729011" y="2078839"/>
                    <a:pt x="761445" y="2074405"/>
                    <a:pt x="792864" y="2073769"/>
                  </a:cubicBezTo>
                  <a:cubicBezTo>
                    <a:pt x="897711" y="2071311"/>
                    <a:pt x="980866" y="2019008"/>
                    <a:pt x="1048364" y="1968166"/>
                  </a:cubicBezTo>
                  <a:cubicBezTo>
                    <a:pt x="1213867" y="1843519"/>
                    <a:pt x="1327823" y="1527260"/>
                    <a:pt x="1327823" y="1516535"/>
                  </a:cubicBezTo>
                  <a:cubicBezTo>
                    <a:pt x="1327823" y="1510949"/>
                    <a:pt x="1325038" y="1505741"/>
                    <a:pt x="1320312" y="1502596"/>
                  </a:cubicBezTo>
                  <a:cubicBezTo>
                    <a:pt x="1315654" y="1499519"/>
                    <a:pt x="1309363" y="1499089"/>
                    <a:pt x="1304619" y="1501203"/>
                  </a:cubicBezTo>
                  <a:cubicBezTo>
                    <a:pt x="1270140" y="1515830"/>
                    <a:pt x="1235661" y="1530079"/>
                    <a:pt x="1199961" y="1544844"/>
                  </a:cubicBezTo>
                  <a:cubicBezTo>
                    <a:pt x="1121412" y="1577415"/>
                    <a:pt x="1040199" y="1611069"/>
                    <a:pt x="962200" y="1647868"/>
                  </a:cubicBezTo>
                  <a:cubicBezTo>
                    <a:pt x="883703" y="1685011"/>
                    <a:pt x="821671" y="1734685"/>
                    <a:pt x="777326" y="1795805"/>
                  </a:cubicBezTo>
                  <a:cubicBezTo>
                    <a:pt x="819592" y="1675713"/>
                    <a:pt x="868595" y="1557975"/>
                    <a:pt x="923459" y="1444827"/>
                  </a:cubicBezTo>
                  <a:cubicBezTo>
                    <a:pt x="929767" y="1432623"/>
                    <a:pt x="959399" y="1419664"/>
                    <a:pt x="1001887" y="1419664"/>
                  </a:cubicBezTo>
                  <a:cubicBezTo>
                    <a:pt x="1015706" y="1419664"/>
                    <a:pt x="1029096" y="1421142"/>
                    <a:pt x="1040663" y="1423926"/>
                  </a:cubicBezTo>
                  <a:cubicBezTo>
                    <a:pt x="1140491" y="1447852"/>
                    <a:pt x="1239477" y="1433345"/>
                    <a:pt x="1349033" y="1378601"/>
                  </a:cubicBezTo>
                  <a:cubicBezTo>
                    <a:pt x="1461115" y="1322569"/>
                    <a:pt x="1554102" y="1230957"/>
                    <a:pt x="1633305" y="1098455"/>
                  </a:cubicBezTo>
                  <a:cubicBezTo>
                    <a:pt x="1634817" y="1095894"/>
                    <a:pt x="1637791" y="1088073"/>
                    <a:pt x="1639389" y="1083690"/>
                  </a:cubicBezTo>
                  <a:cubicBezTo>
                    <a:pt x="1641400" y="1078328"/>
                    <a:pt x="1640592" y="1072415"/>
                    <a:pt x="1637258" y="1067929"/>
                  </a:cubicBezTo>
                  <a:cubicBezTo>
                    <a:pt x="1634164" y="1063666"/>
                    <a:pt x="1629214" y="1061122"/>
                    <a:pt x="1622906" y="1061122"/>
                  </a:cubicBezTo>
                  <a:cubicBezTo>
                    <a:pt x="1622854" y="1061122"/>
                    <a:pt x="1622820" y="1061122"/>
                    <a:pt x="1622768" y="1061122"/>
                  </a:cubicBezTo>
                  <a:lnTo>
                    <a:pt x="1583202" y="1063615"/>
                  </a:lnTo>
                  <a:cubicBezTo>
                    <a:pt x="1558949" y="1065144"/>
                    <a:pt x="1535402" y="1066640"/>
                    <a:pt x="1511854" y="1067843"/>
                  </a:cubicBezTo>
                  <a:lnTo>
                    <a:pt x="1486708" y="1069115"/>
                  </a:lnTo>
                  <a:cubicBezTo>
                    <a:pt x="1411631" y="1072896"/>
                    <a:pt x="1333976" y="1076781"/>
                    <a:pt x="1258005" y="1094880"/>
                  </a:cubicBezTo>
                  <a:cubicBezTo>
                    <a:pt x="1171361" y="1115711"/>
                    <a:pt x="1107748" y="1147698"/>
                    <a:pt x="1058969" y="1195137"/>
                  </a:cubicBezTo>
                  <a:cubicBezTo>
                    <a:pt x="1116703" y="1099039"/>
                    <a:pt x="1178528" y="1007599"/>
                    <a:pt x="1243653" y="921951"/>
                  </a:cubicBezTo>
                  <a:cubicBezTo>
                    <a:pt x="1245406" y="919683"/>
                    <a:pt x="1253811" y="916211"/>
                    <a:pt x="1260704" y="915059"/>
                  </a:cubicBezTo>
                  <a:cubicBezTo>
                    <a:pt x="1264141" y="914251"/>
                    <a:pt x="1276654" y="911621"/>
                    <a:pt x="1293292" y="911621"/>
                  </a:cubicBezTo>
                  <a:cubicBezTo>
                    <a:pt x="1315362" y="911621"/>
                    <a:pt x="1334681" y="916108"/>
                    <a:pt x="1351061" y="925114"/>
                  </a:cubicBezTo>
                  <a:cubicBezTo>
                    <a:pt x="1455134" y="976008"/>
                    <a:pt x="1572012" y="979789"/>
                    <a:pt x="1698911" y="936200"/>
                  </a:cubicBezTo>
                  <a:cubicBezTo>
                    <a:pt x="1803001" y="900638"/>
                    <a:pt x="1891159" y="834585"/>
                    <a:pt x="1968436" y="734328"/>
                  </a:cubicBezTo>
                  <a:cubicBezTo>
                    <a:pt x="1970945" y="731096"/>
                    <a:pt x="1973214" y="727573"/>
                    <a:pt x="1975276" y="723860"/>
                  </a:cubicBezTo>
                  <a:cubicBezTo>
                    <a:pt x="1977631" y="719580"/>
                    <a:pt x="1977786" y="714871"/>
                    <a:pt x="1975723" y="710574"/>
                  </a:cubicBezTo>
                  <a:cubicBezTo>
                    <a:pt x="1969742" y="698027"/>
                    <a:pt x="1943857" y="692131"/>
                    <a:pt x="1932960" y="690172"/>
                  </a:cubicBezTo>
                  <a:cubicBezTo>
                    <a:pt x="1906215" y="685497"/>
                    <a:pt x="1875913" y="680168"/>
                    <a:pt x="1845868" y="676095"/>
                  </a:cubicBezTo>
                  <a:cubicBezTo>
                    <a:pt x="1832101" y="674170"/>
                    <a:pt x="1818316" y="672159"/>
                    <a:pt x="1804497" y="670113"/>
                  </a:cubicBezTo>
                  <a:lnTo>
                    <a:pt x="1802726" y="669838"/>
                  </a:lnTo>
                  <a:cubicBezTo>
                    <a:pt x="1755906" y="662929"/>
                    <a:pt x="1707505" y="655779"/>
                    <a:pt x="1658743" y="653321"/>
                  </a:cubicBezTo>
                  <a:cubicBezTo>
                    <a:pt x="1569640" y="648766"/>
                    <a:pt x="1490524" y="666951"/>
                    <a:pt x="1425777" y="707205"/>
                  </a:cubicBezTo>
                  <a:cubicBezTo>
                    <a:pt x="1469314" y="660866"/>
                    <a:pt x="1513797" y="616899"/>
                    <a:pt x="1558967" y="575597"/>
                  </a:cubicBezTo>
                  <a:cubicBezTo>
                    <a:pt x="1573250" y="562568"/>
                    <a:pt x="1589407" y="549437"/>
                    <a:pt x="1611424" y="532953"/>
                  </a:cubicBezTo>
                  <a:cubicBezTo>
                    <a:pt x="1613126" y="531647"/>
                    <a:pt x="1617457" y="530117"/>
                    <a:pt x="1622768" y="529808"/>
                  </a:cubicBezTo>
                  <a:cubicBezTo>
                    <a:pt x="1778818" y="523706"/>
                    <a:pt x="1908673" y="454817"/>
                    <a:pt x="2019707" y="319238"/>
                  </a:cubicBezTo>
                  <a:cubicBezTo>
                    <a:pt x="2080192" y="245433"/>
                    <a:pt x="2126565" y="152343"/>
                    <a:pt x="2161508" y="34640"/>
                  </a:cubicBezTo>
                  <a:lnTo>
                    <a:pt x="2162711" y="30601"/>
                  </a:lnTo>
                  <a:cubicBezTo>
                    <a:pt x="2166441" y="18225"/>
                    <a:pt x="2168504" y="11419"/>
                    <a:pt x="2159927" y="3443"/>
                  </a:cubicBezTo>
                  <a:cubicBezTo>
                    <a:pt x="2153309" y="-2710"/>
                    <a:pt x="2141656" y="-888"/>
                    <a:pt x="2111371" y="11109"/>
                  </a:cubicBezTo>
                  <a:cubicBezTo>
                    <a:pt x="2083870" y="21680"/>
                    <a:pt x="2056197" y="31941"/>
                    <a:pt x="2027786" y="42477"/>
                  </a:cubicBezTo>
                  <a:cubicBezTo>
                    <a:pt x="1970704" y="63636"/>
                    <a:pt x="1911664" y="85516"/>
                    <a:pt x="1854686" y="110232"/>
                  </a:cubicBezTo>
                  <a:cubicBezTo>
                    <a:pt x="1759464" y="151621"/>
                    <a:pt x="1683425" y="214357"/>
                    <a:pt x="1628715" y="296670"/>
                  </a:cubicBezTo>
                  <a:cubicBezTo>
                    <a:pt x="1587052" y="359303"/>
                    <a:pt x="1570586" y="422228"/>
                    <a:pt x="1578337" y="488711"/>
                  </a:cubicBezTo>
                  <a:cubicBezTo>
                    <a:pt x="1578286" y="489451"/>
                    <a:pt x="1577633" y="491221"/>
                    <a:pt x="1577530" y="491427"/>
                  </a:cubicBezTo>
                  <a:cubicBezTo>
                    <a:pt x="1478132" y="577247"/>
                    <a:pt x="1383117" y="673860"/>
                    <a:pt x="1285558" y="788848"/>
                  </a:cubicBezTo>
                  <a:cubicBezTo>
                    <a:pt x="1350614" y="689381"/>
                    <a:pt x="1393017" y="574858"/>
                    <a:pt x="1414295" y="442098"/>
                  </a:cubicBezTo>
                  <a:cubicBezTo>
                    <a:pt x="1435746" y="308255"/>
                    <a:pt x="1437104" y="189125"/>
                    <a:pt x="1418472" y="77919"/>
                  </a:cubicBezTo>
                  <a:cubicBezTo>
                    <a:pt x="1417286" y="70958"/>
                    <a:pt x="1415688" y="63997"/>
                    <a:pt x="1413642" y="55282"/>
                  </a:cubicBezTo>
                  <a:lnTo>
                    <a:pt x="1410600" y="41859"/>
                  </a:lnTo>
                  <a:cubicBezTo>
                    <a:pt x="1409225" y="36101"/>
                    <a:pt x="1404894" y="31443"/>
                    <a:pt x="1399204" y="29655"/>
                  </a:cubicBezTo>
                  <a:cubicBezTo>
                    <a:pt x="1393515" y="27971"/>
                    <a:pt x="1387138" y="29466"/>
                    <a:pt x="1382893" y="33505"/>
                  </a:cubicBezTo>
                  <a:cubicBezTo>
                    <a:pt x="1376087" y="39916"/>
                    <a:pt x="1369418" y="45967"/>
                    <a:pt x="1362903" y="51845"/>
                  </a:cubicBezTo>
                  <a:lnTo>
                    <a:pt x="1358314" y="55987"/>
                  </a:lnTo>
                  <a:cubicBezTo>
                    <a:pt x="1341642" y="71009"/>
                    <a:pt x="1325898" y="85189"/>
                    <a:pt x="1311649" y="101226"/>
                  </a:cubicBezTo>
                  <a:cubicBezTo>
                    <a:pt x="1173200" y="257413"/>
                    <a:pt x="1092451" y="422383"/>
                    <a:pt x="1064795" y="605572"/>
                  </a:cubicBezTo>
                  <a:cubicBezTo>
                    <a:pt x="1052197" y="688367"/>
                    <a:pt x="1057422" y="758855"/>
                    <a:pt x="1080780" y="821006"/>
                  </a:cubicBezTo>
                  <a:cubicBezTo>
                    <a:pt x="1088515" y="841598"/>
                    <a:pt x="1100581" y="859989"/>
                    <a:pt x="1112595" y="878242"/>
                  </a:cubicBezTo>
                  <a:cubicBezTo>
                    <a:pt x="1118095" y="886579"/>
                    <a:pt x="1123595" y="894949"/>
                    <a:pt x="1128631" y="903543"/>
                  </a:cubicBezTo>
                  <a:cubicBezTo>
                    <a:pt x="1132344" y="909714"/>
                    <a:pt x="1132653" y="911312"/>
                    <a:pt x="1132636" y="911020"/>
                  </a:cubicBezTo>
                  <a:cubicBezTo>
                    <a:pt x="1130350" y="935513"/>
                    <a:pt x="1127067" y="962807"/>
                    <a:pt x="1122633" y="995568"/>
                  </a:cubicBezTo>
                  <a:cubicBezTo>
                    <a:pt x="1122444" y="995980"/>
                    <a:pt x="1121825" y="996943"/>
                    <a:pt x="1119848" y="999555"/>
                  </a:cubicBezTo>
                  <a:lnTo>
                    <a:pt x="1118250" y="1001772"/>
                  </a:lnTo>
                  <a:cubicBezTo>
                    <a:pt x="1042537" y="1107014"/>
                    <a:pt x="972685" y="1217963"/>
                    <a:pt x="909829" y="1332795"/>
                  </a:cubicBezTo>
                  <a:cubicBezTo>
                    <a:pt x="934545" y="1247028"/>
                    <a:pt x="954225" y="1138468"/>
                    <a:pt x="952833" y="1012326"/>
                  </a:cubicBezTo>
                  <a:cubicBezTo>
                    <a:pt x="951148" y="861020"/>
                    <a:pt x="916308" y="726077"/>
                    <a:pt x="846285" y="599729"/>
                  </a:cubicBezTo>
                  <a:cubicBezTo>
                    <a:pt x="843517" y="594813"/>
                    <a:pt x="838498" y="591616"/>
                    <a:pt x="831469" y="591135"/>
                  </a:cubicBezTo>
                  <a:cubicBezTo>
                    <a:pt x="826364" y="591135"/>
                    <a:pt x="821448" y="593661"/>
                    <a:pt x="818234" y="597975"/>
                  </a:cubicBezTo>
                  <a:cubicBezTo>
                    <a:pt x="816137" y="600897"/>
                    <a:pt x="814006" y="603647"/>
                    <a:pt x="811977" y="606260"/>
                  </a:cubicBezTo>
                  <a:cubicBezTo>
                    <a:pt x="807457" y="612104"/>
                    <a:pt x="803229" y="617639"/>
                    <a:pt x="799447" y="623551"/>
                  </a:cubicBezTo>
                  <a:cubicBezTo>
                    <a:pt x="743690" y="710986"/>
                    <a:pt x="713782" y="807394"/>
                    <a:pt x="693930" y="881628"/>
                  </a:cubicBezTo>
                  <a:cubicBezTo>
                    <a:pt x="657647" y="1017774"/>
                    <a:pt x="640974" y="1131456"/>
                    <a:pt x="641456" y="1239413"/>
                  </a:cubicBezTo>
                  <a:cubicBezTo>
                    <a:pt x="641731" y="1331180"/>
                    <a:pt x="658454" y="1401719"/>
                    <a:pt x="694102" y="1461413"/>
                  </a:cubicBezTo>
                  <a:cubicBezTo>
                    <a:pt x="705188" y="1479993"/>
                    <a:pt x="719145" y="1496253"/>
                    <a:pt x="733171" y="1512616"/>
                  </a:cubicBezTo>
                  <a:cubicBezTo>
                    <a:pt x="740613" y="1521296"/>
                    <a:pt x="748262" y="1530217"/>
                    <a:pt x="755188" y="1539361"/>
                  </a:cubicBezTo>
                  <a:cubicBezTo>
                    <a:pt x="760035" y="1545720"/>
                    <a:pt x="762373" y="1552200"/>
                    <a:pt x="762510" y="1555810"/>
                  </a:cubicBezTo>
                  <a:cubicBezTo>
                    <a:pt x="763421" y="1577569"/>
                    <a:pt x="762940" y="1599690"/>
                    <a:pt x="762476" y="1621072"/>
                  </a:cubicBezTo>
                  <a:lnTo>
                    <a:pt x="762149" y="1635854"/>
                  </a:lnTo>
                  <a:cubicBezTo>
                    <a:pt x="762098" y="1638398"/>
                    <a:pt x="761513" y="1641320"/>
                    <a:pt x="760637" y="1643554"/>
                  </a:cubicBezTo>
                  <a:cubicBezTo>
                    <a:pt x="715879" y="1751993"/>
                    <a:pt x="676536" y="1864694"/>
                    <a:pt x="642985" y="1980438"/>
                  </a:cubicBezTo>
                  <a:cubicBezTo>
                    <a:pt x="647918" y="1941026"/>
                    <a:pt x="650703" y="1902869"/>
                    <a:pt x="651407" y="1865640"/>
                  </a:cubicBezTo>
                  <a:cubicBezTo>
                    <a:pt x="655464" y="1654331"/>
                    <a:pt x="590648" y="1465624"/>
                    <a:pt x="458713" y="1304693"/>
                  </a:cubicBezTo>
                  <a:lnTo>
                    <a:pt x="431212" y="1271194"/>
                  </a:lnTo>
                  <a:cubicBezTo>
                    <a:pt x="428032" y="1267258"/>
                    <a:pt x="423323" y="1265023"/>
                    <a:pt x="418304" y="1265023"/>
                  </a:cubicBezTo>
                  <a:lnTo>
                    <a:pt x="415554" y="1265264"/>
                  </a:lnTo>
                  <a:cubicBezTo>
                    <a:pt x="409676" y="1266244"/>
                    <a:pt x="404726" y="1270317"/>
                    <a:pt x="402680" y="1275869"/>
                  </a:cubicBezTo>
                  <a:cubicBezTo>
                    <a:pt x="400171" y="1282555"/>
                    <a:pt x="397713" y="1288863"/>
                    <a:pt x="395324" y="1294965"/>
                  </a:cubicBezTo>
                  <a:cubicBezTo>
                    <a:pt x="390717" y="1306756"/>
                    <a:pt x="386369" y="1317928"/>
                    <a:pt x="382691" y="1329289"/>
                  </a:cubicBezTo>
                  <a:cubicBezTo>
                    <a:pt x="354382" y="1417962"/>
                    <a:pt x="340494" y="1514833"/>
                    <a:pt x="337675" y="1643331"/>
                  </a:cubicBezTo>
                  <a:lnTo>
                    <a:pt x="337624" y="1645840"/>
                  </a:lnTo>
                  <a:cubicBezTo>
                    <a:pt x="335510" y="1739325"/>
                    <a:pt x="332605" y="1867393"/>
                    <a:pt x="371003" y="1989943"/>
                  </a:cubicBezTo>
                  <a:cubicBezTo>
                    <a:pt x="408799" y="2110586"/>
                    <a:pt x="475454" y="2171551"/>
                    <a:pt x="488379" y="2182500"/>
                  </a:cubicBezTo>
                  <a:lnTo>
                    <a:pt x="489754" y="2183737"/>
                  </a:lnTo>
                  <a:cubicBezTo>
                    <a:pt x="524938" y="2215140"/>
                    <a:pt x="547850" y="2243861"/>
                    <a:pt x="552594" y="2262510"/>
                  </a:cubicBezTo>
                  <a:cubicBezTo>
                    <a:pt x="554502" y="2270038"/>
                    <a:pt x="556444" y="2277584"/>
                    <a:pt x="558713" y="2285044"/>
                  </a:cubicBezTo>
                  <a:cubicBezTo>
                    <a:pt x="568750" y="2318234"/>
                    <a:pt x="562477" y="2349859"/>
                    <a:pt x="555705" y="2384012"/>
                  </a:cubicBezTo>
                  <a:cubicBezTo>
                    <a:pt x="552336" y="2401251"/>
                    <a:pt x="548830" y="2419058"/>
                    <a:pt x="547609" y="2437329"/>
                  </a:cubicBezTo>
                  <a:cubicBezTo>
                    <a:pt x="542762" y="2510447"/>
                    <a:pt x="536815" y="2584802"/>
                    <a:pt x="531057" y="2656699"/>
                  </a:cubicBezTo>
                  <a:lnTo>
                    <a:pt x="530542" y="2663351"/>
                  </a:lnTo>
                  <a:cubicBezTo>
                    <a:pt x="529063" y="2681690"/>
                    <a:pt x="527585" y="2700030"/>
                    <a:pt x="526124" y="2718369"/>
                  </a:cubicBezTo>
                  <a:cubicBezTo>
                    <a:pt x="511446" y="2553846"/>
                    <a:pt x="456960" y="2404294"/>
                    <a:pt x="363217" y="2272032"/>
                  </a:cubicBezTo>
                  <a:cubicBezTo>
                    <a:pt x="305809" y="2191111"/>
                    <a:pt x="237366" y="2121878"/>
                    <a:pt x="159745" y="2066206"/>
                  </a:cubicBezTo>
                  <a:cubicBezTo>
                    <a:pt x="156394" y="2063800"/>
                    <a:pt x="152870" y="2061651"/>
                    <a:pt x="148161" y="2058850"/>
                  </a:cubicBezTo>
                  <a:cubicBezTo>
                    <a:pt x="145875" y="2057526"/>
                    <a:pt x="143228" y="2055945"/>
                    <a:pt x="140014" y="2053934"/>
                  </a:cubicBezTo>
                  <a:cubicBezTo>
                    <a:pt x="135167" y="2051029"/>
                    <a:pt x="128945" y="2050771"/>
                    <a:pt x="123943" y="2053212"/>
                  </a:cubicBezTo>
                  <a:cubicBezTo>
                    <a:pt x="118821" y="2055704"/>
                    <a:pt x="115297" y="2060775"/>
                    <a:pt x="114713" y="2066516"/>
                  </a:cubicBezTo>
                  <a:cubicBezTo>
                    <a:pt x="113665" y="2076914"/>
                    <a:pt x="112444" y="2086986"/>
                    <a:pt x="111155" y="2097437"/>
                  </a:cubicBezTo>
                  <a:cubicBezTo>
                    <a:pt x="108560" y="2118836"/>
                    <a:pt x="106102" y="2139049"/>
                    <a:pt x="105999" y="2159812"/>
                  </a:cubicBezTo>
                  <a:cubicBezTo>
                    <a:pt x="104847" y="2375040"/>
                    <a:pt x="150378" y="2576723"/>
                    <a:pt x="241371" y="2759191"/>
                  </a:cubicBezTo>
                  <a:cubicBezTo>
                    <a:pt x="266723" y="2810102"/>
                    <a:pt x="300223" y="2854137"/>
                    <a:pt x="340975" y="2890129"/>
                  </a:cubicBezTo>
                  <a:cubicBezTo>
                    <a:pt x="381384" y="2925622"/>
                    <a:pt x="424990" y="2946557"/>
                    <a:pt x="474199" y="2954085"/>
                  </a:cubicBezTo>
                  <a:cubicBezTo>
                    <a:pt x="475282" y="2954274"/>
                    <a:pt x="477860" y="2955838"/>
                    <a:pt x="478256" y="2956148"/>
                  </a:cubicBezTo>
                  <a:cubicBezTo>
                    <a:pt x="480920" y="2961493"/>
                    <a:pt x="483687" y="2966856"/>
                    <a:pt x="486454" y="2972236"/>
                  </a:cubicBezTo>
                  <a:cubicBezTo>
                    <a:pt x="496286" y="2991229"/>
                    <a:pt x="506444" y="3010874"/>
                    <a:pt x="511497" y="3030572"/>
                  </a:cubicBezTo>
                  <a:cubicBezTo>
                    <a:pt x="515708" y="3047227"/>
                    <a:pt x="515708" y="3065429"/>
                    <a:pt x="515708" y="3084714"/>
                  </a:cubicBezTo>
                  <a:cubicBezTo>
                    <a:pt x="515708" y="3091778"/>
                    <a:pt x="515708" y="3098894"/>
                    <a:pt x="515932" y="3105872"/>
                  </a:cubicBezTo>
                  <a:cubicBezTo>
                    <a:pt x="520658" y="3272595"/>
                    <a:pt x="526863" y="3330657"/>
                    <a:pt x="553539" y="3479625"/>
                  </a:cubicBezTo>
                  <a:cubicBezTo>
                    <a:pt x="537262" y="3435331"/>
                    <a:pt x="516826" y="3390918"/>
                    <a:pt x="490442" y="3348188"/>
                  </a:cubicBezTo>
                  <a:cubicBezTo>
                    <a:pt x="383602" y="3175260"/>
                    <a:pt x="247868" y="3057883"/>
                    <a:pt x="75490" y="2989389"/>
                  </a:cubicBezTo>
                  <a:cubicBezTo>
                    <a:pt x="64524" y="2984972"/>
                    <a:pt x="53524" y="2981792"/>
                    <a:pt x="40770" y="2978080"/>
                  </a:cubicBezTo>
                  <a:lnTo>
                    <a:pt x="38227" y="2977323"/>
                  </a:lnTo>
                  <a:cubicBezTo>
                    <a:pt x="33053" y="2975811"/>
                    <a:pt x="27570" y="2974195"/>
                    <a:pt x="21709" y="2972408"/>
                  </a:cubicBezTo>
                  <a:cubicBezTo>
                    <a:pt x="16415" y="2970672"/>
                    <a:pt x="10382" y="2971858"/>
                    <a:pt x="6068" y="2975433"/>
                  </a:cubicBezTo>
                  <a:cubicBezTo>
                    <a:pt x="1771" y="2978991"/>
                    <a:pt x="-481" y="2984439"/>
                    <a:pt x="86" y="2990111"/>
                  </a:cubicBezTo>
                  <a:cubicBezTo>
                    <a:pt x="1358" y="3001937"/>
                    <a:pt x="2235" y="3013435"/>
                    <a:pt x="3043" y="3024659"/>
                  </a:cubicBezTo>
                  <a:cubicBezTo>
                    <a:pt x="4813" y="3049272"/>
                    <a:pt x="6480" y="3072510"/>
                    <a:pt x="12445" y="3095508"/>
                  </a:cubicBezTo>
                  <a:cubicBezTo>
                    <a:pt x="68065" y="3310340"/>
                    <a:pt x="160124" y="3481447"/>
                    <a:pt x="293863" y="3618624"/>
                  </a:cubicBezTo>
                  <a:cubicBezTo>
                    <a:pt x="351048" y="3677269"/>
                    <a:pt x="411309" y="3710889"/>
                    <a:pt x="478084" y="3721425"/>
                  </a:cubicBezTo>
                  <a:cubicBezTo>
                    <a:pt x="494928" y="3724055"/>
                    <a:pt x="515519" y="3724381"/>
                    <a:pt x="550376" y="3722216"/>
                  </a:cubicBezTo>
                  <a:lnTo>
                    <a:pt x="560414" y="3721614"/>
                  </a:lnTo>
                  <a:cubicBezTo>
                    <a:pt x="561944" y="3721528"/>
                    <a:pt x="563285" y="3721442"/>
                    <a:pt x="564505" y="3721442"/>
                  </a:cubicBezTo>
                  <a:cubicBezTo>
                    <a:pt x="567255" y="3721442"/>
                    <a:pt x="567479" y="3721442"/>
                    <a:pt x="569386" y="3724261"/>
                  </a:cubicBezTo>
                  <a:lnTo>
                    <a:pt x="616086" y="3788389"/>
                  </a:lnTo>
                  <a:cubicBezTo>
                    <a:pt x="616688" y="3789231"/>
                    <a:pt x="617564" y="3792274"/>
                    <a:pt x="618166" y="3794371"/>
                  </a:cubicBezTo>
                  <a:lnTo>
                    <a:pt x="618853" y="3796674"/>
                  </a:lnTo>
                  <a:cubicBezTo>
                    <a:pt x="667323" y="3960991"/>
                    <a:pt x="727464" y="4119257"/>
                    <a:pt x="798382" y="4269464"/>
                  </a:cubicBezTo>
                  <a:cubicBezTo>
                    <a:pt x="766464" y="4225411"/>
                    <a:pt x="731486" y="4185191"/>
                    <a:pt x="692504" y="4147360"/>
                  </a:cubicBezTo>
                  <a:cubicBezTo>
                    <a:pt x="513233" y="3973418"/>
                    <a:pt x="206737" y="3968382"/>
                    <a:pt x="172379" y="3968382"/>
                  </a:cubicBezTo>
                  <a:lnTo>
                    <a:pt x="168099" y="3968416"/>
                  </a:lnTo>
                  <a:lnTo>
                    <a:pt x="165400" y="3968915"/>
                  </a:lnTo>
                  <a:cubicBezTo>
                    <a:pt x="156978" y="3971905"/>
                    <a:pt x="152423" y="3980912"/>
                    <a:pt x="155019" y="3989385"/>
                  </a:cubicBezTo>
                  <a:cubicBezTo>
                    <a:pt x="157408" y="3997378"/>
                    <a:pt x="159642" y="4005456"/>
                    <a:pt x="162203" y="4014944"/>
                  </a:cubicBezTo>
                  <a:cubicBezTo>
                    <a:pt x="167102" y="4032768"/>
                    <a:pt x="172190" y="4051176"/>
                    <a:pt x="179323" y="4068983"/>
                  </a:cubicBezTo>
                  <a:cubicBezTo>
                    <a:pt x="213286" y="4153857"/>
                    <a:pt x="268339" y="4235500"/>
                    <a:pt x="352612" y="4326012"/>
                  </a:cubicBezTo>
                  <a:cubicBezTo>
                    <a:pt x="410518" y="4388060"/>
                    <a:pt x="475798" y="4450986"/>
                    <a:pt x="560689" y="4490776"/>
                  </a:cubicBezTo>
                  <a:cubicBezTo>
                    <a:pt x="653659" y="4534433"/>
                    <a:pt x="737605" y="4545090"/>
                    <a:pt x="821087" y="4523708"/>
                  </a:cubicBezTo>
                  <a:cubicBezTo>
                    <a:pt x="835284" y="4519978"/>
                    <a:pt x="851613" y="4515251"/>
                    <a:pt x="865655" y="4506142"/>
                  </a:cubicBezTo>
                  <a:cubicBezTo>
                    <a:pt x="875659" y="4499731"/>
                    <a:pt x="878392" y="4499937"/>
                    <a:pt x="888223" y="4507259"/>
                  </a:cubicBezTo>
                  <a:cubicBezTo>
                    <a:pt x="899877" y="4515922"/>
                    <a:pt x="912269" y="4523192"/>
                    <a:pt x="924301" y="4530239"/>
                  </a:cubicBezTo>
                  <a:cubicBezTo>
                    <a:pt x="930953" y="4534141"/>
                    <a:pt x="937656" y="4538077"/>
                    <a:pt x="943912" y="4542030"/>
                  </a:cubicBezTo>
                  <a:cubicBezTo>
                    <a:pt x="944909" y="4542873"/>
                    <a:pt x="947040" y="4546361"/>
                    <a:pt x="947831" y="4547651"/>
                  </a:cubicBezTo>
                  <a:cubicBezTo>
                    <a:pt x="1022736" y="4669823"/>
                    <a:pt x="1105256" y="4783366"/>
                    <a:pt x="1194358" y="4886941"/>
                  </a:cubicBezTo>
                  <a:cubicBezTo>
                    <a:pt x="1146163" y="4851878"/>
                    <a:pt x="1096679" y="4826508"/>
                    <a:pt x="1044118" y="4809613"/>
                  </a:cubicBezTo>
                  <a:cubicBezTo>
                    <a:pt x="883497" y="4757860"/>
                    <a:pt x="715140" y="4764443"/>
                    <a:pt x="548400" y="4828915"/>
                  </a:cubicBezTo>
                  <a:cubicBezTo>
                    <a:pt x="523512" y="4838557"/>
                    <a:pt x="496234" y="4853167"/>
                    <a:pt x="494412" y="4854198"/>
                  </a:cubicBezTo>
                  <a:cubicBezTo>
                    <a:pt x="490597" y="4856707"/>
                    <a:pt x="487967" y="4860764"/>
                    <a:pt x="487142" y="4865422"/>
                  </a:cubicBezTo>
                  <a:cubicBezTo>
                    <a:pt x="486420" y="4869994"/>
                    <a:pt x="487606" y="4874669"/>
                    <a:pt x="490390" y="4878244"/>
                  </a:cubicBezTo>
                  <a:cubicBezTo>
                    <a:pt x="495598" y="4885016"/>
                    <a:pt x="500634" y="4891823"/>
                    <a:pt x="505619" y="4898577"/>
                  </a:cubicBezTo>
                  <a:lnTo>
                    <a:pt x="506719" y="4900056"/>
                  </a:lnTo>
                  <a:cubicBezTo>
                    <a:pt x="517977" y="4915387"/>
                    <a:pt x="530731" y="4932730"/>
                    <a:pt x="545031" y="4948096"/>
                  </a:cubicBezTo>
                  <a:cubicBezTo>
                    <a:pt x="609434" y="5017140"/>
                    <a:pt x="688860" y="5063427"/>
                    <a:pt x="765106" y="5103166"/>
                  </a:cubicBezTo>
                  <a:cubicBezTo>
                    <a:pt x="869952" y="5157566"/>
                    <a:pt x="977171" y="5186871"/>
                    <a:pt x="1083805" y="5190309"/>
                  </a:cubicBezTo>
                  <a:cubicBezTo>
                    <a:pt x="1088824" y="5190481"/>
                    <a:pt x="1093843" y="5190584"/>
                    <a:pt x="1098845" y="5190584"/>
                  </a:cubicBezTo>
                  <a:cubicBezTo>
                    <a:pt x="1196936" y="5190584"/>
                    <a:pt x="1273509" y="5158253"/>
                    <a:pt x="1332532" y="5092131"/>
                  </a:cubicBezTo>
                  <a:cubicBezTo>
                    <a:pt x="1333254" y="5091616"/>
                    <a:pt x="1335815" y="5090636"/>
                    <a:pt x="1337225" y="5090619"/>
                  </a:cubicBezTo>
                  <a:cubicBezTo>
                    <a:pt x="1359775" y="5092234"/>
                    <a:pt x="1381209" y="5095517"/>
                    <a:pt x="1397228" y="5098181"/>
                  </a:cubicBezTo>
                  <a:cubicBezTo>
                    <a:pt x="1399754" y="5098628"/>
                    <a:pt x="1402865" y="5100141"/>
                    <a:pt x="1404808" y="5101894"/>
                  </a:cubicBezTo>
                  <a:cubicBezTo>
                    <a:pt x="1503415" y="5189192"/>
                    <a:pt x="1607849" y="5265816"/>
                    <a:pt x="1716941" y="5331027"/>
                  </a:cubicBezTo>
                  <a:cubicBezTo>
                    <a:pt x="1700406" y="5326128"/>
                    <a:pt x="1683373" y="5321866"/>
                    <a:pt x="1665944" y="5318445"/>
                  </a:cubicBezTo>
                  <a:cubicBezTo>
                    <a:pt x="1549359" y="5296032"/>
                    <a:pt x="1430383" y="5310092"/>
                    <a:pt x="1299738" y="5362000"/>
                  </a:cubicBezTo>
                  <a:cubicBezTo>
                    <a:pt x="1211598" y="5397132"/>
                    <a:pt x="1129628" y="5448747"/>
                    <a:pt x="1049137" y="5519785"/>
                  </a:cubicBezTo>
                  <a:cubicBezTo>
                    <a:pt x="1042502" y="5525612"/>
                    <a:pt x="1041574" y="5535632"/>
                    <a:pt x="1047040" y="5542577"/>
                  </a:cubicBezTo>
                  <a:cubicBezTo>
                    <a:pt x="1075521" y="5578826"/>
                    <a:pt x="1112578" y="5599125"/>
                    <a:pt x="1145080" y="5614181"/>
                  </a:cubicBezTo>
                  <a:cubicBezTo>
                    <a:pt x="1224351" y="5651015"/>
                    <a:pt x="1313832" y="5674597"/>
                    <a:pt x="1418730" y="5686320"/>
                  </a:cubicBezTo>
                  <a:cubicBezTo>
                    <a:pt x="1419039" y="5686336"/>
                    <a:pt x="1452745" y="5689259"/>
                    <a:pt x="1500012" y="5689259"/>
                  </a:cubicBezTo>
                  <a:cubicBezTo>
                    <a:pt x="1534130" y="5689259"/>
                    <a:pt x="1565876" y="5687729"/>
                    <a:pt x="1594322" y="5684721"/>
                  </a:cubicBezTo>
                  <a:cubicBezTo>
                    <a:pt x="1621514" y="5681868"/>
                    <a:pt x="1648636" y="5677210"/>
                    <a:pt x="1674951" y="5670885"/>
                  </a:cubicBezTo>
                  <a:cubicBezTo>
                    <a:pt x="1795817" y="5641459"/>
                    <a:pt x="1877717" y="5580957"/>
                    <a:pt x="1924641" y="5487025"/>
                  </a:cubicBezTo>
                  <a:cubicBezTo>
                    <a:pt x="1925483" y="5486217"/>
                    <a:pt x="1929092" y="5484120"/>
                    <a:pt x="1933664" y="5483003"/>
                  </a:cubicBezTo>
                  <a:cubicBezTo>
                    <a:pt x="1955476" y="5477589"/>
                    <a:pt x="1975104" y="5473773"/>
                    <a:pt x="1993771" y="5471281"/>
                  </a:cubicBezTo>
                  <a:cubicBezTo>
                    <a:pt x="1998171" y="5470576"/>
                    <a:pt x="2003654" y="5471762"/>
                    <a:pt x="2010563" y="5474546"/>
                  </a:cubicBezTo>
                  <a:cubicBezTo>
                    <a:pt x="2094028" y="5506705"/>
                    <a:pt x="2182357" y="5533501"/>
                    <a:pt x="2272921" y="5554161"/>
                  </a:cubicBezTo>
                  <a:cubicBezTo>
                    <a:pt x="2274193" y="5554470"/>
                    <a:pt x="2275516" y="5554625"/>
                    <a:pt x="2276839" y="5554625"/>
                  </a:cubicBezTo>
                  <a:cubicBezTo>
                    <a:pt x="2282924" y="5554625"/>
                    <a:pt x="2288527" y="5551273"/>
                    <a:pt x="2291484" y="5545808"/>
                  </a:cubicBezTo>
                  <a:cubicBezTo>
                    <a:pt x="2300129" y="5529720"/>
                    <a:pt x="2310665" y="5514285"/>
                    <a:pt x="2322783" y="5499933"/>
                  </a:cubicBezTo>
                  <a:cubicBezTo>
                    <a:pt x="2326581" y="5495412"/>
                    <a:pt x="2327716" y="5489397"/>
                    <a:pt x="2325842" y="5483828"/>
                  </a:cubicBezTo>
                  <a:cubicBezTo>
                    <a:pt x="2324055" y="5478431"/>
                    <a:pt x="2319517" y="5474340"/>
                    <a:pt x="2313708" y="54729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15" name="Graphic 10">
            <a:extLst>
              <a:ext uri="{FF2B5EF4-FFF2-40B4-BE49-F238E27FC236}">
                <a16:creationId xmlns:a16="http://schemas.microsoft.com/office/drawing/2014/main" id="{6904DF23-64F3-1062-E023-9A86AD92A40C}"/>
              </a:ext>
            </a:extLst>
          </p:cNvPr>
          <p:cNvGrpSpPr/>
          <p:nvPr/>
        </p:nvGrpSpPr>
        <p:grpSpPr>
          <a:xfrm>
            <a:off x="4552943" y="2015225"/>
            <a:ext cx="3253482" cy="1553208"/>
            <a:chOff x="-4653512" y="542621"/>
            <a:chExt cx="12250752" cy="5689460"/>
          </a:xfrm>
          <a:solidFill>
            <a:srgbClr val="E5DFD3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0D942233-EC67-C0EB-D2FB-AC965326B8A4}"/>
                </a:ext>
              </a:extLst>
            </p:cNvPr>
            <p:cNvSpPr/>
            <p:nvPr/>
          </p:nvSpPr>
          <p:spPr>
            <a:xfrm>
              <a:off x="5270511" y="542720"/>
              <a:ext cx="2326729" cy="5689361"/>
            </a:xfrm>
            <a:custGeom>
              <a:avLst/>
              <a:gdLst>
                <a:gd name="connsiteX0" fmla="*/ 2320660 w 2326735"/>
                <a:gd name="connsiteY0" fmla="*/ 2975382 h 5689362"/>
                <a:gd name="connsiteX1" fmla="*/ 2305139 w 2326735"/>
                <a:gd name="connsiteY1" fmla="*/ 2972323 h 5689362"/>
                <a:gd name="connsiteX2" fmla="*/ 2288501 w 2326735"/>
                <a:gd name="connsiteY2" fmla="*/ 2977273 h 5689362"/>
                <a:gd name="connsiteX3" fmla="*/ 2285974 w 2326735"/>
                <a:gd name="connsiteY3" fmla="*/ 2978012 h 5689362"/>
                <a:gd name="connsiteX4" fmla="*/ 2251289 w 2326735"/>
                <a:gd name="connsiteY4" fmla="*/ 2989322 h 5689362"/>
                <a:gd name="connsiteX5" fmla="*/ 1836268 w 2326735"/>
                <a:gd name="connsiteY5" fmla="*/ 3348138 h 5689362"/>
                <a:gd name="connsiteX6" fmla="*/ 1773171 w 2326735"/>
                <a:gd name="connsiteY6" fmla="*/ 3479574 h 5689362"/>
                <a:gd name="connsiteX7" fmla="*/ 1810779 w 2326735"/>
                <a:gd name="connsiteY7" fmla="*/ 3105839 h 5689362"/>
                <a:gd name="connsiteX8" fmla="*/ 1811002 w 2326735"/>
                <a:gd name="connsiteY8" fmla="*/ 3084663 h 5689362"/>
                <a:gd name="connsiteX9" fmla="*/ 1815213 w 2326735"/>
                <a:gd name="connsiteY9" fmla="*/ 3030539 h 5689362"/>
                <a:gd name="connsiteX10" fmla="*/ 1840256 w 2326735"/>
                <a:gd name="connsiteY10" fmla="*/ 2972185 h 5689362"/>
                <a:gd name="connsiteX11" fmla="*/ 1848077 w 2326735"/>
                <a:gd name="connsiteY11" fmla="*/ 2956699 h 5689362"/>
                <a:gd name="connsiteX12" fmla="*/ 1852425 w 2326735"/>
                <a:gd name="connsiteY12" fmla="*/ 2954052 h 5689362"/>
                <a:gd name="connsiteX13" fmla="*/ 1985770 w 2326735"/>
                <a:gd name="connsiteY13" fmla="*/ 2890061 h 5689362"/>
                <a:gd name="connsiteX14" fmla="*/ 2085356 w 2326735"/>
                <a:gd name="connsiteY14" fmla="*/ 2759140 h 5689362"/>
                <a:gd name="connsiteX15" fmla="*/ 2220729 w 2326735"/>
                <a:gd name="connsiteY15" fmla="*/ 2159762 h 5689362"/>
                <a:gd name="connsiteX16" fmla="*/ 2215504 w 2326735"/>
                <a:gd name="connsiteY16" fmla="*/ 2096802 h 5689362"/>
                <a:gd name="connsiteX17" fmla="*/ 2212015 w 2326735"/>
                <a:gd name="connsiteY17" fmla="*/ 2066448 h 5689362"/>
                <a:gd name="connsiteX18" fmla="*/ 2202802 w 2326735"/>
                <a:gd name="connsiteY18" fmla="*/ 2053162 h 5689362"/>
                <a:gd name="connsiteX19" fmla="*/ 2186594 w 2326735"/>
                <a:gd name="connsiteY19" fmla="*/ 2053970 h 5689362"/>
                <a:gd name="connsiteX20" fmla="*/ 2178498 w 2326735"/>
                <a:gd name="connsiteY20" fmla="*/ 2058851 h 5689362"/>
                <a:gd name="connsiteX21" fmla="*/ 2167017 w 2326735"/>
                <a:gd name="connsiteY21" fmla="*/ 2066156 h 5689362"/>
                <a:gd name="connsiteX22" fmla="*/ 1963511 w 2326735"/>
                <a:gd name="connsiteY22" fmla="*/ 2271982 h 5689362"/>
                <a:gd name="connsiteX23" fmla="*/ 1800621 w 2326735"/>
                <a:gd name="connsiteY23" fmla="*/ 2718319 h 5689362"/>
                <a:gd name="connsiteX24" fmla="*/ 1796203 w 2326735"/>
                <a:gd name="connsiteY24" fmla="*/ 2663300 h 5689362"/>
                <a:gd name="connsiteX25" fmla="*/ 1795688 w 2326735"/>
                <a:gd name="connsiteY25" fmla="*/ 2656649 h 5689362"/>
                <a:gd name="connsiteX26" fmla="*/ 1779136 w 2326735"/>
                <a:gd name="connsiteY26" fmla="*/ 2437278 h 5689362"/>
                <a:gd name="connsiteX27" fmla="*/ 1770920 w 2326735"/>
                <a:gd name="connsiteY27" fmla="*/ 2383326 h 5689362"/>
                <a:gd name="connsiteX28" fmla="*/ 1768049 w 2326735"/>
                <a:gd name="connsiteY28" fmla="*/ 2285027 h 5689362"/>
                <a:gd name="connsiteX29" fmla="*/ 1774185 w 2326735"/>
                <a:gd name="connsiteY29" fmla="*/ 2262460 h 5689362"/>
                <a:gd name="connsiteX30" fmla="*/ 1837025 w 2326735"/>
                <a:gd name="connsiteY30" fmla="*/ 2183687 h 5689362"/>
                <a:gd name="connsiteX31" fmla="*/ 1838348 w 2326735"/>
                <a:gd name="connsiteY31" fmla="*/ 2182501 h 5689362"/>
                <a:gd name="connsiteX32" fmla="*/ 1955794 w 2326735"/>
                <a:gd name="connsiteY32" fmla="*/ 1989893 h 5689362"/>
                <a:gd name="connsiteX33" fmla="*/ 1989156 w 2326735"/>
                <a:gd name="connsiteY33" fmla="*/ 1645790 h 5689362"/>
                <a:gd name="connsiteX34" fmla="*/ 1989104 w 2326735"/>
                <a:gd name="connsiteY34" fmla="*/ 1643297 h 5689362"/>
                <a:gd name="connsiteX35" fmla="*/ 1944071 w 2326735"/>
                <a:gd name="connsiteY35" fmla="*/ 1329204 h 5689362"/>
                <a:gd name="connsiteX36" fmla="*/ 1931456 w 2326735"/>
                <a:gd name="connsiteY36" fmla="*/ 1294914 h 5689362"/>
                <a:gd name="connsiteX37" fmla="*/ 1924116 w 2326735"/>
                <a:gd name="connsiteY37" fmla="*/ 1275853 h 5689362"/>
                <a:gd name="connsiteX38" fmla="*/ 1911311 w 2326735"/>
                <a:gd name="connsiteY38" fmla="*/ 1265214 h 5689362"/>
                <a:gd name="connsiteX39" fmla="*/ 1908475 w 2326735"/>
                <a:gd name="connsiteY39" fmla="*/ 1264956 h 5689362"/>
                <a:gd name="connsiteX40" fmla="*/ 1895584 w 2326735"/>
                <a:gd name="connsiteY40" fmla="*/ 1271092 h 5689362"/>
                <a:gd name="connsiteX41" fmla="*/ 1868066 w 2326735"/>
                <a:gd name="connsiteY41" fmla="*/ 1304626 h 5689362"/>
                <a:gd name="connsiteX42" fmla="*/ 1675372 w 2326735"/>
                <a:gd name="connsiteY42" fmla="*/ 1865572 h 5689362"/>
                <a:gd name="connsiteX43" fmla="*/ 1683794 w 2326735"/>
                <a:gd name="connsiteY43" fmla="*/ 1980371 h 5689362"/>
                <a:gd name="connsiteX44" fmla="*/ 1566211 w 2326735"/>
                <a:gd name="connsiteY44" fmla="*/ 1643624 h 5689362"/>
                <a:gd name="connsiteX45" fmla="*/ 1564613 w 2326735"/>
                <a:gd name="connsiteY45" fmla="*/ 1635821 h 5689362"/>
                <a:gd name="connsiteX46" fmla="*/ 1564303 w 2326735"/>
                <a:gd name="connsiteY46" fmla="*/ 1621005 h 5689362"/>
                <a:gd name="connsiteX47" fmla="*/ 1564269 w 2326735"/>
                <a:gd name="connsiteY47" fmla="*/ 1555742 h 5689362"/>
                <a:gd name="connsiteX48" fmla="*/ 1571608 w 2326735"/>
                <a:gd name="connsiteY48" fmla="*/ 1539276 h 5689362"/>
                <a:gd name="connsiteX49" fmla="*/ 1594124 w 2326735"/>
                <a:gd name="connsiteY49" fmla="*/ 1511947 h 5689362"/>
                <a:gd name="connsiteX50" fmla="*/ 1632694 w 2326735"/>
                <a:gd name="connsiteY50" fmla="*/ 1461380 h 5689362"/>
                <a:gd name="connsiteX51" fmla="*/ 1685358 w 2326735"/>
                <a:gd name="connsiteY51" fmla="*/ 1239363 h 5689362"/>
                <a:gd name="connsiteX52" fmla="*/ 1632883 w 2326735"/>
                <a:gd name="connsiteY52" fmla="*/ 881578 h 5689362"/>
                <a:gd name="connsiteX53" fmla="*/ 1527349 w 2326735"/>
                <a:gd name="connsiteY53" fmla="*/ 623466 h 5689362"/>
                <a:gd name="connsiteX54" fmla="*/ 1514836 w 2326735"/>
                <a:gd name="connsiteY54" fmla="*/ 606192 h 5689362"/>
                <a:gd name="connsiteX55" fmla="*/ 1508511 w 2326735"/>
                <a:gd name="connsiteY55" fmla="*/ 597856 h 5689362"/>
                <a:gd name="connsiteX56" fmla="*/ 1493936 w 2326735"/>
                <a:gd name="connsiteY56" fmla="*/ 591136 h 5689362"/>
                <a:gd name="connsiteX57" fmla="*/ 1480495 w 2326735"/>
                <a:gd name="connsiteY57" fmla="*/ 599713 h 5689362"/>
                <a:gd name="connsiteX58" fmla="*/ 1373998 w 2326735"/>
                <a:gd name="connsiteY58" fmla="*/ 1012258 h 5689362"/>
                <a:gd name="connsiteX59" fmla="*/ 1416985 w 2326735"/>
                <a:gd name="connsiteY59" fmla="*/ 1332728 h 5689362"/>
                <a:gd name="connsiteX60" fmla="*/ 1208564 w 2326735"/>
                <a:gd name="connsiteY60" fmla="*/ 1001705 h 5689362"/>
                <a:gd name="connsiteX61" fmla="*/ 1206828 w 2326735"/>
                <a:gd name="connsiteY61" fmla="*/ 999316 h 5689362"/>
                <a:gd name="connsiteX62" fmla="*/ 1204508 w 2326735"/>
                <a:gd name="connsiteY62" fmla="*/ 996703 h 5689362"/>
                <a:gd name="connsiteX63" fmla="*/ 1194161 w 2326735"/>
                <a:gd name="connsiteY63" fmla="*/ 911691 h 5689362"/>
                <a:gd name="connsiteX64" fmla="*/ 1198199 w 2326735"/>
                <a:gd name="connsiteY64" fmla="*/ 903424 h 5689362"/>
                <a:gd name="connsiteX65" fmla="*/ 1214511 w 2326735"/>
                <a:gd name="connsiteY65" fmla="*/ 877711 h 5689362"/>
                <a:gd name="connsiteX66" fmla="*/ 1245999 w 2326735"/>
                <a:gd name="connsiteY66" fmla="*/ 820956 h 5689362"/>
                <a:gd name="connsiteX67" fmla="*/ 1261984 w 2326735"/>
                <a:gd name="connsiteY67" fmla="*/ 605539 h 5689362"/>
                <a:gd name="connsiteX68" fmla="*/ 1015130 w 2326735"/>
                <a:gd name="connsiteY68" fmla="*/ 101175 h 5689362"/>
                <a:gd name="connsiteX69" fmla="*/ 968482 w 2326735"/>
                <a:gd name="connsiteY69" fmla="*/ 55971 h 5689362"/>
                <a:gd name="connsiteX70" fmla="*/ 963876 w 2326735"/>
                <a:gd name="connsiteY70" fmla="*/ 51794 h 5689362"/>
                <a:gd name="connsiteX71" fmla="*/ 943921 w 2326735"/>
                <a:gd name="connsiteY71" fmla="*/ 33489 h 5689362"/>
                <a:gd name="connsiteX72" fmla="*/ 927506 w 2326735"/>
                <a:gd name="connsiteY72" fmla="*/ 29622 h 5689362"/>
                <a:gd name="connsiteX73" fmla="*/ 916179 w 2326735"/>
                <a:gd name="connsiteY73" fmla="*/ 41894 h 5689362"/>
                <a:gd name="connsiteX74" fmla="*/ 913154 w 2326735"/>
                <a:gd name="connsiteY74" fmla="*/ 55163 h 5689362"/>
                <a:gd name="connsiteX75" fmla="*/ 908307 w 2326735"/>
                <a:gd name="connsiteY75" fmla="*/ 77886 h 5689362"/>
                <a:gd name="connsiteX76" fmla="*/ 912484 w 2326735"/>
                <a:gd name="connsiteY76" fmla="*/ 442064 h 5689362"/>
                <a:gd name="connsiteX77" fmla="*/ 1041222 w 2326735"/>
                <a:gd name="connsiteY77" fmla="*/ 788797 h 5689362"/>
                <a:gd name="connsiteX78" fmla="*/ 749593 w 2326735"/>
                <a:gd name="connsiteY78" fmla="*/ 491772 h 5689362"/>
                <a:gd name="connsiteX79" fmla="*/ 748442 w 2326735"/>
                <a:gd name="connsiteY79" fmla="*/ 488970 h 5689362"/>
                <a:gd name="connsiteX80" fmla="*/ 698064 w 2326735"/>
                <a:gd name="connsiteY80" fmla="*/ 296654 h 5689362"/>
                <a:gd name="connsiteX81" fmla="*/ 472111 w 2326735"/>
                <a:gd name="connsiteY81" fmla="*/ 110216 h 5689362"/>
                <a:gd name="connsiteX82" fmla="*/ 298289 w 2326735"/>
                <a:gd name="connsiteY82" fmla="*/ 42186 h 5689362"/>
                <a:gd name="connsiteX83" fmla="*/ 214394 w 2326735"/>
                <a:gd name="connsiteY83" fmla="*/ 10681 h 5689362"/>
                <a:gd name="connsiteX84" fmla="*/ 166835 w 2326735"/>
                <a:gd name="connsiteY84" fmla="*/ 3410 h 5689362"/>
                <a:gd name="connsiteX85" fmla="*/ 164068 w 2326735"/>
                <a:gd name="connsiteY85" fmla="*/ 30567 h 5689362"/>
                <a:gd name="connsiteX86" fmla="*/ 165271 w 2326735"/>
                <a:gd name="connsiteY86" fmla="*/ 34606 h 5689362"/>
                <a:gd name="connsiteX87" fmla="*/ 307072 w 2326735"/>
                <a:gd name="connsiteY87" fmla="*/ 319188 h 5689362"/>
                <a:gd name="connsiteX88" fmla="*/ 703856 w 2326735"/>
                <a:gd name="connsiteY88" fmla="*/ 529758 h 5689362"/>
                <a:gd name="connsiteX89" fmla="*/ 715424 w 2326735"/>
                <a:gd name="connsiteY89" fmla="*/ 532972 h 5689362"/>
                <a:gd name="connsiteX90" fmla="*/ 767813 w 2326735"/>
                <a:gd name="connsiteY90" fmla="*/ 575581 h 5689362"/>
                <a:gd name="connsiteX91" fmla="*/ 900985 w 2326735"/>
                <a:gd name="connsiteY91" fmla="*/ 707172 h 5689362"/>
                <a:gd name="connsiteX92" fmla="*/ 668036 w 2326735"/>
                <a:gd name="connsiteY92" fmla="*/ 653305 h 5689362"/>
                <a:gd name="connsiteX93" fmla="*/ 524070 w 2326735"/>
                <a:gd name="connsiteY93" fmla="*/ 669822 h 5689362"/>
                <a:gd name="connsiteX94" fmla="*/ 522282 w 2326735"/>
                <a:gd name="connsiteY94" fmla="*/ 670097 h 5689362"/>
                <a:gd name="connsiteX95" fmla="*/ 480945 w 2326735"/>
                <a:gd name="connsiteY95" fmla="*/ 676079 h 5689362"/>
                <a:gd name="connsiteX96" fmla="*/ 393768 w 2326735"/>
                <a:gd name="connsiteY96" fmla="*/ 690156 h 5689362"/>
                <a:gd name="connsiteX97" fmla="*/ 351056 w 2326735"/>
                <a:gd name="connsiteY97" fmla="*/ 710558 h 5689362"/>
                <a:gd name="connsiteX98" fmla="*/ 351503 w 2326735"/>
                <a:gd name="connsiteY98" fmla="*/ 723844 h 5689362"/>
                <a:gd name="connsiteX99" fmla="*/ 358309 w 2326735"/>
                <a:gd name="connsiteY99" fmla="*/ 734277 h 5689362"/>
                <a:gd name="connsiteX100" fmla="*/ 627868 w 2326735"/>
                <a:gd name="connsiteY100" fmla="*/ 936184 h 5689362"/>
                <a:gd name="connsiteX101" fmla="*/ 976097 w 2326735"/>
                <a:gd name="connsiteY101" fmla="*/ 924909 h 5689362"/>
                <a:gd name="connsiteX102" fmla="*/ 1033504 w 2326735"/>
                <a:gd name="connsiteY102" fmla="*/ 911623 h 5689362"/>
                <a:gd name="connsiteX103" fmla="*/ 1066798 w 2326735"/>
                <a:gd name="connsiteY103" fmla="*/ 915198 h 5689362"/>
                <a:gd name="connsiteX104" fmla="*/ 1083143 w 2326735"/>
                <a:gd name="connsiteY104" fmla="*/ 921935 h 5689362"/>
                <a:gd name="connsiteX105" fmla="*/ 1267845 w 2326735"/>
                <a:gd name="connsiteY105" fmla="*/ 1195155 h 5689362"/>
                <a:gd name="connsiteX106" fmla="*/ 1068791 w 2326735"/>
                <a:gd name="connsiteY106" fmla="*/ 1094898 h 5689362"/>
                <a:gd name="connsiteX107" fmla="*/ 840105 w 2326735"/>
                <a:gd name="connsiteY107" fmla="*/ 1069133 h 5689362"/>
                <a:gd name="connsiteX108" fmla="*/ 814959 w 2326735"/>
                <a:gd name="connsiteY108" fmla="*/ 1067861 h 5689362"/>
                <a:gd name="connsiteX109" fmla="*/ 743612 w 2326735"/>
                <a:gd name="connsiteY109" fmla="*/ 1063633 h 5689362"/>
                <a:gd name="connsiteX110" fmla="*/ 702945 w 2326735"/>
                <a:gd name="connsiteY110" fmla="*/ 1061124 h 5689362"/>
                <a:gd name="connsiteX111" fmla="*/ 689625 w 2326735"/>
                <a:gd name="connsiteY111" fmla="*/ 1067896 h 5689362"/>
                <a:gd name="connsiteX112" fmla="*/ 687424 w 2326735"/>
                <a:gd name="connsiteY112" fmla="*/ 1083674 h 5689362"/>
                <a:gd name="connsiteX113" fmla="*/ 693561 w 2326735"/>
                <a:gd name="connsiteY113" fmla="*/ 1098542 h 5689362"/>
                <a:gd name="connsiteX114" fmla="*/ 977798 w 2326735"/>
                <a:gd name="connsiteY114" fmla="*/ 1378637 h 5689362"/>
                <a:gd name="connsiteX115" fmla="*/ 1286184 w 2326735"/>
                <a:gd name="connsiteY115" fmla="*/ 1423962 h 5689362"/>
                <a:gd name="connsiteX116" fmla="*/ 1324961 w 2326735"/>
                <a:gd name="connsiteY116" fmla="*/ 1419699 h 5689362"/>
                <a:gd name="connsiteX117" fmla="*/ 1403269 w 2326735"/>
                <a:gd name="connsiteY117" fmla="*/ 1444656 h 5689362"/>
                <a:gd name="connsiteX118" fmla="*/ 1549504 w 2326735"/>
                <a:gd name="connsiteY118" fmla="*/ 1795841 h 5689362"/>
                <a:gd name="connsiteX119" fmla="*/ 1364631 w 2326735"/>
                <a:gd name="connsiteY119" fmla="*/ 1647904 h 5689362"/>
                <a:gd name="connsiteX120" fmla="*/ 1125511 w 2326735"/>
                <a:gd name="connsiteY120" fmla="*/ 1544312 h 5689362"/>
                <a:gd name="connsiteX121" fmla="*/ 1022366 w 2326735"/>
                <a:gd name="connsiteY121" fmla="*/ 1501290 h 5689362"/>
                <a:gd name="connsiteX122" fmla="*/ 1006468 w 2326735"/>
                <a:gd name="connsiteY122" fmla="*/ 1502665 h 5689362"/>
                <a:gd name="connsiteX123" fmla="*/ 999008 w 2326735"/>
                <a:gd name="connsiteY123" fmla="*/ 1516553 h 5689362"/>
                <a:gd name="connsiteX124" fmla="*/ 1278468 w 2326735"/>
                <a:gd name="connsiteY124" fmla="*/ 1968184 h 5689362"/>
                <a:gd name="connsiteX125" fmla="*/ 1534001 w 2326735"/>
                <a:gd name="connsiteY125" fmla="*/ 2073787 h 5689362"/>
                <a:gd name="connsiteX126" fmla="*/ 1622347 w 2326735"/>
                <a:gd name="connsiteY126" fmla="*/ 2106720 h 5689362"/>
                <a:gd name="connsiteX127" fmla="*/ 1636475 w 2326735"/>
                <a:gd name="connsiteY127" fmla="*/ 2116448 h 5689362"/>
                <a:gd name="connsiteX128" fmla="*/ 1651274 w 2326735"/>
                <a:gd name="connsiteY128" fmla="*/ 2141783 h 5689362"/>
                <a:gd name="connsiteX129" fmla="*/ 1725200 w 2326735"/>
                <a:gd name="connsiteY129" fmla="*/ 2580592 h 5689362"/>
                <a:gd name="connsiteX130" fmla="*/ 1709112 w 2326735"/>
                <a:gd name="connsiteY130" fmla="*/ 2534665 h 5689362"/>
                <a:gd name="connsiteX131" fmla="*/ 1512928 w 2326735"/>
                <a:gd name="connsiteY131" fmla="*/ 2275986 h 5689362"/>
                <a:gd name="connsiteX132" fmla="*/ 1360248 w 2326735"/>
                <a:gd name="connsiteY132" fmla="*/ 2151855 h 5689362"/>
                <a:gd name="connsiteX133" fmla="*/ 1357841 w 2326735"/>
                <a:gd name="connsiteY133" fmla="*/ 2149964 h 5689362"/>
                <a:gd name="connsiteX134" fmla="*/ 1288969 w 2326735"/>
                <a:gd name="connsiteY134" fmla="*/ 2095169 h 5689362"/>
                <a:gd name="connsiteX135" fmla="*/ 1274291 w 2326735"/>
                <a:gd name="connsiteY135" fmla="*/ 2082880 h 5689362"/>
                <a:gd name="connsiteX136" fmla="*/ 1260008 w 2326735"/>
                <a:gd name="connsiteY136" fmla="*/ 2070642 h 5689362"/>
                <a:gd name="connsiteX137" fmla="*/ 1241720 w 2326735"/>
                <a:gd name="connsiteY137" fmla="*/ 2068459 h 5689362"/>
                <a:gd name="connsiteX138" fmla="*/ 1232593 w 2326735"/>
                <a:gd name="connsiteY138" fmla="*/ 2084512 h 5689362"/>
                <a:gd name="connsiteX139" fmla="*/ 1234397 w 2326735"/>
                <a:gd name="connsiteY139" fmla="*/ 2113302 h 5689362"/>
                <a:gd name="connsiteX140" fmla="*/ 1234673 w 2326735"/>
                <a:gd name="connsiteY140" fmla="*/ 2117582 h 5689362"/>
                <a:gd name="connsiteX141" fmla="*/ 1238780 w 2326735"/>
                <a:gd name="connsiteY141" fmla="*/ 2171793 h 5689362"/>
                <a:gd name="connsiteX142" fmla="*/ 1394263 w 2326735"/>
                <a:gd name="connsiteY142" fmla="*/ 2608333 h 5689362"/>
                <a:gd name="connsiteX143" fmla="*/ 1645018 w 2326735"/>
                <a:gd name="connsiteY143" fmla="*/ 2820742 h 5689362"/>
                <a:gd name="connsiteX144" fmla="*/ 1718136 w 2326735"/>
                <a:gd name="connsiteY144" fmla="*/ 2876861 h 5689362"/>
                <a:gd name="connsiteX145" fmla="*/ 1743058 w 2326735"/>
                <a:gd name="connsiteY145" fmla="*/ 2960480 h 5689362"/>
                <a:gd name="connsiteX146" fmla="*/ 1715128 w 2326735"/>
                <a:gd name="connsiteY146" fmla="*/ 3350097 h 5689362"/>
                <a:gd name="connsiteX147" fmla="*/ 1690515 w 2326735"/>
                <a:gd name="connsiteY147" fmla="*/ 3239940 h 5689362"/>
                <a:gd name="connsiteX148" fmla="*/ 1566589 w 2326735"/>
                <a:gd name="connsiteY148" fmla="*/ 3005960 h 5689362"/>
                <a:gd name="connsiteX149" fmla="*/ 1415662 w 2326735"/>
                <a:gd name="connsiteY149" fmla="*/ 2803193 h 5689362"/>
                <a:gd name="connsiteX150" fmla="*/ 1412345 w 2326735"/>
                <a:gd name="connsiteY150" fmla="*/ 2798776 h 5689362"/>
                <a:gd name="connsiteX151" fmla="*/ 1353596 w 2326735"/>
                <a:gd name="connsiteY151" fmla="*/ 2720639 h 5689362"/>
                <a:gd name="connsiteX152" fmla="*/ 1341771 w 2326735"/>
                <a:gd name="connsiteY152" fmla="*/ 2712424 h 5689362"/>
                <a:gd name="connsiteX153" fmla="*/ 1327900 w 2326735"/>
                <a:gd name="connsiteY153" fmla="*/ 2712063 h 5689362"/>
                <a:gd name="connsiteX154" fmla="*/ 1318567 w 2326735"/>
                <a:gd name="connsiteY154" fmla="*/ 2722255 h 5689362"/>
                <a:gd name="connsiteX155" fmla="*/ 1317982 w 2326735"/>
                <a:gd name="connsiteY155" fmla="*/ 2724043 h 5689362"/>
                <a:gd name="connsiteX156" fmla="*/ 1316161 w 2326735"/>
                <a:gd name="connsiteY156" fmla="*/ 2730712 h 5689362"/>
                <a:gd name="connsiteX157" fmla="*/ 1380616 w 2326735"/>
                <a:gd name="connsiteY157" fmla="*/ 3292225 h 5689362"/>
                <a:gd name="connsiteX158" fmla="*/ 1559302 w 2326735"/>
                <a:gd name="connsiteY158" fmla="*/ 3541313 h 5689362"/>
                <a:gd name="connsiteX159" fmla="*/ 1650432 w 2326735"/>
                <a:gd name="connsiteY159" fmla="*/ 3665479 h 5689362"/>
                <a:gd name="connsiteX160" fmla="*/ 1653629 w 2326735"/>
                <a:gd name="connsiteY160" fmla="*/ 3682238 h 5689362"/>
                <a:gd name="connsiteX161" fmla="*/ 1505641 w 2326735"/>
                <a:gd name="connsiteY161" fmla="*/ 4135158 h 5689362"/>
                <a:gd name="connsiteX162" fmla="*/ 1502375 w 2326735"/>
                <a:gd name="connsiteY162" fmla="*/ 3897465 h 5689362"/>
                <a:gd name="connsiteX163" fmla="*/ 1395311 w 2326735"/>
                <a:gd name="connsiteY163" fmla="*/ 3570516 h 5689362"/>
                <a:gd name="connsiteX164" fmla="*/ 1383744 w 2326735"/>
                <a:gd name="connsiteY164" fmla="*/ 3541485 h 5689362"/>
                <a:gd name="connsiteX165" fmla="*/ 1328605 w 2326735"/>
                <a:gd name="connsiteY165" fmla="*/ 3402813 h 5689362"/>
                <a:gd name="connsiteX166" fmla="*/ 1312774 w 2326735"/>
                <a:gd name="connsiteY166" fmla="*/ 3392225 h 5689362"/>
                <a:gd name="connsiteX167" fmla="*/ 1298268 w 2326735"/>
                <a:gd name="connsiteY167" fmla="*/ 3401283 h 5689362"/>
                <a:gd name="connsiteX168" fmla="*/ 1292200 w 2326735"/>
                <a:gd name="connsiteY168" fmla="*/ 3412696 h 5689362"/>
                <a:gd name="connsiteX169" fmla="*/ 1284913 w 2326735"/>
                <a:gd name="connsiteY169" fmla="*/ 3427168 h 5689362"/>
                <a:gd name="connsiteX170" fmla="*/ 1207000 w 2326735"/>
                <a:gd name="connsiteY170" fmla="*/ 3961026 h 5689362"/>
                <a:gd name="connsiteX171" fmla="*/ 1308993 w 2326735"/>
                <a:gd name="connsiteY171" fmla="*/ 4258258 h 5689362"/>
                <a:gd name="connsiteX172" fmla="*/ 1366092 w 2326735"/>
                <a:gd name="connsiteY172" fmla="*/ 4397910 h 5689362"/>
                <a:gd name="connsiteX173" fmla="*/ 1360884 w 2326735"/>
                <a:gd name="connsiteY173" fmla="*/ 4430052 h 5689362"/>
                <a:gd name="connsiteX174" fmla="*/ 1141341 w 2326735"/>
                <a:gd name="connsiteY174" fmla="*/ 4753839 h 5689362"/>
                <a:gd name="connsiteX175" fmla="*/ 1142253 w 2326735"/>
                <a:gd name="connsiteY175" fmla="*/ 4752189 h 5689362"/>
                <a:gd name="connsiteX176" fmla="*/ 1196000 w 2326735"/>
                <a:gd name="connsiteY176" fmla="*/ 4433953 h 5689362"/>
                <a:gd name="connsiteX177" fmla="*/ 1172005 w 2326735"/>
                <a:gd name="connsiteY177" fmla="*/ 4184986 h 5689362"/>
                <a:gd name="connsiteX178" fmla="*/ 1171472 w 2326735"/>
                <a:gd name="connsiteY178" fmla="*/ 4180293 h 5689362"/>
                <a:gd name="connsiteX179" fmla="*/ 1160644 w 2326735"/>
                <a:gd name="connsiteY179" fmla="*/ 4082803 h 5689362"/>
                <a:gd name="connsiteX180" fmla="*/ 1154250 w 2326735"/>
                <a:gd name="connsiteY180" fmla="*/ 4027200 h 5689362"/>
                <a:gd name="connsiteX181" fmla="*/ 1151276 w 2326735"/>
                <a:gd name="connsiteY181" fmla="*/ 4001865 h 5689362"/>
                <a:gd name="connsiteX182" fmla="*/ 1142287 w 2326735"/>
                <a:gd name="connsiteY182" fmla="*/ 3988974 h 5689362"/>
                <a:gd name="connsiteX183" fmla="*/ 1102360 w 2326735"/>
                <a:gd name="connsiteY183" fmla="*/ 4010476 h 5689362"/>
                <a:gd name="connsiteX184" fmla="*/ 899731 w 2326735"/>
                <a:gd name="connsiteY184" fmla="*/ 4446879 h 5689362"/>
                <a:gd name="connsiteX185" fmla="*/ 942081 w 2326735"/>
                <a:gd name="connsiteY185" fmla="*/ 4879964 h 5689362"/>
                <a:gd name="connsiteX186" fmla="*/ 943474 w 2326735"/>
                <a:gd name="connsiteY186" fmla="*/ 4892443 h 5689362"/>
                <a:gd name="connsiteX187" fmla="*/ 940569 w 2326735"/>
                <a:gd name="connsiteY187" fmla="*/ 4964873 h 5689362"/>
                <a:gd name="connsiteX188" fmla="*/ 935120 w 2326735"/>
                <a:gd name="connsiteY188" fmla="*/ 4978142 h 5689362"/>
                <a:gd name="connsiteX189" fmla="*/ 575067 w 2326735"/>
                <a:gd name="connsiteY189" fmla="*/ 5252049 h 5689362"/>
                <a:gd name="connsiteX190" fmla="*/ 709099 w 2326735"/>
                <a:gd name="connsiteY190" fmla="*/ 5032576 h 5689362"/>
                <a:gd name="connsiteX191" fmla="*/ 772797 w 2326735"/>
                <a:gd name="connsiteY191" fmla="*/ 4722660 h 5689362"/>
                <a:gd name="connsiteX192" fmla="*/ 774172 w 2326735"/>
                <a:gd name="connsiteY192" fmla="*/ 4713533 h 5689362"/>
                <a:gd name="connsiteX193" fmla="*/ 791532 w 2326735"/>
                <a:gd name="connsiteY193" fmla="*/ 4604802 h 5689362"/>
                <a:gd name="connsiteX194" fmla="*/ 798252 w 2326735"/>
                <a:gd name="connsiteY194" fmla="*/ 4563259 h 5689362"/>
                <a:gd name="connsiteX195" fmla="*/ 792134 w 2326735"/>
                <a:gd name="connsiteY195" fmla="*/ 4547531 h 5689362"/>
                <a:gd name="connsiteX196" fmla="*/ 775375 w 2326735"/>
                <a:gd name="connsiteY196" fmla="*/ 4545228 h 5689362"/>
                <a:gd name="connsiteX197" fmla="*/ 769514 w 2326735"/>
                <a:gd name="connsiteY197" fmla="*/ 4547652 h 5689362"/>
                <a:gd name="connsiteX198" fmla="*/ 752670 w 2326735"/>
                <a:gd name="connsiteY198" fmla="*/ 4555129 h 5689362"/>
                <a:gd name="connsiteX199" fmla="*/ 369189 w 2326735"/>
                <a:gd name="connsiteY199" fmla="*/ 5233693 h 5689362"/>
                <a:gd name="connsiteX200" fmla="*/ 357295 w 2326735"/>
                <a:gd name="connsiteY200" fmla="*/ 5355418 h 5689362"/>
                <a:gd name="connsiteX201" fmla="*/ 351331 w 2326735"/>
                <a:gd name="connsiteY201" fmla="*/ 5363565 h 5689362"/>
                <a:gd name="connsiteX202" fmla="*/ 13003 w 2326735"/>
                <a:gd name="connsiteY202" fmla="*/ 5473018 h 5689362"/>
                <a:gd name="connsiteX203" fmla="*/ 885 w 2326735"/>
                <a:gd name="connsiteY203" fmla="*/ 5483950 h 5689362"/>
                <a:gd name="connsiteX204" fmla="*/ 3962 w 2326735"/>
                <a:gd name="connsiteY204" fmla="*/ 5500072 h 5689362"/>
                <a:gd name="connsiteX205" fmla="*/ 35261 w 2326735"/>
                <a:gd name="connsiteY205" fmla="*/ 5545964 h 5689362"/>
                <a:gd name="connsiteX206" fmla="*/ 53635 w 2326735"/>
                <a:gd name="connsiteY206" fmla="*/ 5554300 h 5689362"/>
                <a:gd name="connsiteX207" fmla="*/ 316250 w 2326735"/>
                <a:gd name="connsiteY207" fmla="*/ 5474599 h 5689362"/>
                <a:gd name="connsiteX208" fmla="*/ 332991 w 2326735"/>
                <a:gd name="connsiteY208" fmla="*/ 5471385 h 5689362"/>
                <a:gd name="connsiteX209" fmla="*/ 393046 w 2326735"/>
                <a:gd name="connsiteY209" fmla="*/ 5483090 h 5689362"/>
                <a:gd name="connsiteX210" fmla="*/ 401348 w 2326735"/>
                <a:gd name="connsiteY210" fmla="*/ 5486081 h 5689362"/>
                <a:gd name="connsiteX211" fmla="*/ 651760 w 2326735"/>
                <a:gd name="connsiteY211" fmla="*/ 5671006 h 5689362"/>
                <a:gd name="connsiteX212" fmla="*/ 732371 w 2326735"/>
                <a:gd name="connsiteY212" fmla="*/ 5684825 h 5689362"/>
                <a:gd name="connsiteX213" fmla="*/ 826698 w 2326735"/>
                <a:gd name="connsiteY213" fmla="*/ 5689363 h 5689362"/>
                <a:gd name="connsiteX214" fmla="*/ 908084 w 2326735"/>
                <a:gd name="connsiteY214" fmla="*/ 5686407 h 5689362"/>
                <a:gd name="connsiteX215" fmla="*/ 1181596 w 2326735"/>
                <a:gd name="connsiteY215" fmla="*/ 5614303 h 5689362"/>
                <a:gd name="connsiteX216" fmla="*/ 1279654 w 2326735"/>
                <a:gd name="connsiteY216" fmla="*/ 5542681 h 5689362"/>
                <a:gd name="connsiteX217" fmla="*/ 1277574 w 2326735"/>
                <a:gd name="connsiteY217" fmla="*/ 5519890 h 5689362"/>
                <a:gd name="connsiteX218" fmla="*/ 1026939 w 2326735"/>
                <a:gd name="connsiteY218" fmla="*/ 5362104 h 5689362"/>
                <a:gd name="connsiteX219" fmla="*/ 660732 w 2326735"/>
                <a:gd name="connsiteY219" fmla="*/ 5318567 h 5689362"/>
                <a:gd name="connsiteX220" fmla="*/ 609752 w 2326735"/>
                <a:gd name="connsiteY220" fmla="*/ 5331114 h 5689362"/>
                <a:gd name="connsiteX221" fmla="*/ 921937 w 2326735"/>
                <a:gd name="connsiteY221" fmla="*/ 5101947 h 5689362"/>
                <a:gd name="connsiteX222" fmla="*/ 929363 w 2326735"/>
                <a:gd name="connsiteY222" fmla="*/ 5098286 h 5689362"/>
                <a:gd name="connsiteX223" fmla="*/ 988867 w 2326735"/>
                <a:gd name="connsiteY223" fmla="*/ 5090723 h 5689362"/>
                <a:gd name="connsiteX224" fmla="*/ 993766 w 2326735"/>
                <a:gd name="connsiteY224" fmla="*/ 5091806 h 5689362"/>
                <a:gd name="connsiteX225" fmla="*/ 1227866 w 2326735"/>
                <a:gd name="connsiteY225" fmla="*/ 5190654 h 5689362"/>
                <a:gd name="connsiteX226" fmla="*/ 1242888 w 2326735"/>
                <a:gd name="connsiteY226" fmla="*/ 5190379 h 5689362"/>
                <a:gd name="connsiteX227" fmla="*/ 1561622 w 2326735"/>
                <a:gd name="connsiteY227" fmla="*/ 5103236 h 5689362"/>
                <a:gd name="connsiteX228" fmla="*/ 1781697 w 2326735"/>
                <a:gd name="connsiteY228" fmla="*/ 4948166 h 5689362"/>
                <a:gd name="connsiteX229" fmla="*/ 1819991 w 2326735"/>
                <a:gd name="connsiteY229" fmla="*/ 4900143 h 5689362"/>
                <a:gd name="connsiteX230" fmla="*/ 1821091 w 2326735"/>
                <a:gd name="connsiteY230" fmla="*/ 4898647 h 5689362"/>
                <a:gd name="connsiteX231" fmla="*/ 1836286 w 2326735"/>
                <a:gd name="connsiteY231" fmla="*/ 4878366 h 5689362"/>
                <a:gd name="connsiteX232" fmla="*/ 1839551 w 2326735"/>
                <a:gd name="connsiteY232" fmla="*/ 4865354 h 5689362"/>
                <a:gd name="connsiteX233" fmla="*/ 1831645 w 2326735"/>
                <a:gd name="connsiteY233" fmla="*/ 4853856 h 5689362"/>
                <a:gd name="connsiteX234" fmla="*/ 1778328 w 2326735"/>
                <a:gd name="connsiteY234" fmla="*/ 4828968 h 5689362"/>
                <a:gd name="connsiteX235" fmla="*/ 1282610 w 2326735"/>
                <a:gd name="connsiteY235" fmla="*/ 4809683 h 5689362"/>
                <a:gd name="connsiteX236" fmla="*/ 1132370 w 2326735"/>
                <a:gd name="connsiteY236" fmla="*/ 4887011 h 5689362"/>
                <a:gd name="connsiteX237" fmla="*/ 1378879 w 2326735"/>
                <a:gd name="connsiteY237" fmla="*/ 4547721 h 5689362"/>
                <a:gd name="connsiteX238" fmla="*/ 1382506 w 2326735"/>
                <a:gd name="connsiteY238" fmla="*/ 4542307 h 5689362"/>
                <a:gd name="connsiteX239" fmla="*/ 1402444 w 2326735"/>
                <a:gd name="connsiteY239" fmla="*/ 4530275 h 5689362"/>
                <a:gd name="connsiteX240" fmla="*/ 1438487 w 2326735"/>
                <a:gd name="connsiteY240" fmla="*/ 4507312 h 5689362"/>
                <a:gd name="connsiteX241" fmla="*/ 1461020 w 2326735"/>
                <a:gd name="connsiteY241" fmla="*/ 4506178 h 5689362"/>
                <a:gd name="connsiteX242" fmla="*/ 1505675 w 2326735"/>
                <a:gd name="connsiteY242" fmla="*/ 4523778 h 5689362"/>
                <a:gd name="connsiteX243" fmla="*/ 1766021 w 2326735"/>
                <a:gd name="connsiteY243" fmla="*/ 4490845 h 5689362"/>
                <a:gd name="connsiteX244" fmla="*/ 1974133 w 2326735"/>
                <a:gd name="connsiteY244" fmla="*/ 4326065 h 5689362"/>
                <a:gd name="connsiteX245" fmla="*/ 2147405 w 2326735"/>
                <a:gd name="connsiteY245" fmla="*/ 4069053 h 5689362"/>
                <a:gd name="connsiteX246" fmla="*/ 2164920 w 2326735"/>
                <a:gd name="connsiteY246" fmla="*/ 4013587 h 5689362"/>
                <a:gd name="connsiteX247" fmla="*/ 2171709 w 2326735"/>
                <a:gd name="connsiteY247" fmla="*/ 3989490 h 5689362"/>
                <a:gd name="connsiteX248" fmla="*/ 2161345 w 2326735"/>
                <a:gd name="connsiteY248" fmla="*/ 3968967 h 5689362"/>
                <a:gd name="connsiteX249" fmla="*/ 2154366 w 2326735"/>
                <a:gd name="connsiteY249" fmla="*/ 3968435 h 5689362"/>
                <a:gd name="connsiteX250" fmla="*/ 1634241 w 2326735"/>
                <a:gd name="connsiteY250" fmla="*/ 4147413 h 5689362"/>
                <a:gd name="connsiteX251" fmla="*/ 1528363 w 2326735"/>
                <a:gd name="connsiteY251" fmla="*/ 4269516 h 5689362"/>
                <a:gd name="connsiteX252" fmla="*/ 1707891 w 2326735"/>
                <a:gd name="connsiteY252" fmla="*/ 3796744 h 5689362"/>
                <a:gd name="connsiteX253" fmla="*/ 1708596 w 2326735"/>
                <a:gd name="connsiteY253" fmla="*/ 3794338 h 5689362"/>
                <a:gd name="connsiteX254" fmla="*/ 1710642 w 2326735"/>
                <a:gd name="connsiteY254" fmla="*/ 3788459 h 5689362"/>
                <a:gd name="connsiteX255" fmla="*/ 1757530 w 2326735"/>
                <a:gd name="connsiteY255" fmla="*/ 3724073 h 5689362"/>
                <a:gd name="connsiteX256" fmla="*/ 1762240 w 2326735"/>
                <a:gd name="connsiteY256" fmla="*/ 3721495 h 5689362"/>
                <a:gd name="connsiteX257" fmla="*/ 1766330 w 2326735"/>
                <a:gd name="connsiteY257" fmla="*/ 3721667 h 5689362"/>
                <a:gd name="connsiteX258" fmla="*/ 1776351 w 2326735"/>
                <a:gd name="connsiteY258" fmla="*/ 3722268 h 5689362"/>
                <a:gd name="connsiteX259" fmla="*/ 1848678 w 2326735"/>
                <a:gd name="connsiteY259" fmla="*/ 3721478 h 5689362"/>
                <a:gd name="connsiteX260" fmla="*/ 2032882 w 2326735"/>
                <a:gd name="connsiteY260" fmla="*/ 3618677 h 5689362"/>
                <a:gd name="connsiteX261" fmla="*/ 2314300 w 2326735"/>
                <a:gd name="connsiteY261" fmla="*/ 3095578 h 5689362"/>
                <a:gd name="connsiteX262" fmla="*/ 2323719 w 2326735"/>
                <a:gd name="connsiteY262" fmla="*/ 3024677 h 5689362"/>
                <a:gd name="connsiteX263" fmla="*/ 2326658 w 2326735"/>
                <a:gd name="connsiteY263" fmla="*/ 2990095 h 5689362"/>
                <a:gd name="connsiteX264" fmla="*/ 2320660 w 2326735"/>
                <a:gd name="connsiteY264" fmla="*/ 2975382 h 56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</a:cxnLst>
              <a:rect l="l" t="t" r="r" b="b"/>
              <a:pathLst>
                <a:path w="2326735" h="5689362">
                  <a:moveTo>
                    <a:pt x="2320660" y="2975382"/>
                  </a:moveTo>
                  <a:cubicBezTo>
                    <a:pt x="2316329" y="2971807"/>
                    <a:pt x="2310038" y="2970673"/>
                    <a:pt x="2305139" y="2972323"/>
                  </a:cubicBezTo>
                  <a:cubicBezTo>
                    <a:pt x="2299158" y="2974162"/>
                    <a:pt x="2293675" y="2975761"/>
                    <a:pt x="2288501" y="2977273"/>
                  </a:cubicBezTo>
                  <a:lnTo>
                    <a:pt x="2285974" y="2978012"/>
                  </a:lnTo>
                  <a:cubicBezTo>
                    <a:pt x="2273221" y="2981742"/>
                    <a:pt x="2262203" y="2984939"/>
                    <a:pt x="2251289" y="2989322"/>
                  </a:cubicBezTo>
                  <a:cubicBezTo>
                    <a:pt x="2078859" y="3057833"/>
                    <a:pt x="1943109" y="3175210"/>
                    <a:pt x="1836268" y="3348138"/>
                  </a:cubicBezTo>
                  <a:cubicBezTo>
                    <a:pt x="1809885" y="3390867"/>
                    <a:pt x="1789448" y="3435281"/>
                    <a:pt x="1773171" y="3479574"/>
                  </a:cubicBezTo>
                  <a:cubicBezTo>
                    <a:pt x="1799864" y="3330589"/>
                    <a:pt x="1806052" y="3272545"/>
                    <a:pt x="1810779" y="3105839"/>
                  </a:cubicBezTo>
                  <a:cubicBezTo>
                    <a:pt x="1811002" y="3098844"/>
                    <a:pt x="1811002" y="3091728"/>
                    <a:pt x="1811002" y="3084663"/>
                  </a:cubicBezTo>
                  <a:cubicBezTo>
                    <a:pt x="1811002" y="3065378"/>
                    <a:pt x="1811002" y="3047159"/>
                    <a:pt x="1815213" y="3030539"/>
                  </a:cubicBezTo>
                  <a:cubicBezTo>
                    <a:pt x="1820266" y="3010841"/>
                    <a:pt x="1830424" y="2991195"/>
                    <a:pt x="1840256" y="2972185"/>
                  </a:cubicBezTo>
                  <a:cubicBezTo>
                    <a:pt x="1843023" y="2966805"/>
                    <a:pt x="1845791" y="2961426"/>
                    <a:pt x="1848077" y="2956699"/>
                  </a:cubicBezTo>
                  <a:cubicBezTo>
                    <a:pt x="1848867" y="2955771"/>
                    <a:pt x="1851428" y="2954207"/>
                    <a:pt x="1852425" y="2954052"/>
                  </a:cubicBezTo>
                  <a:cubicBezTo>
                    <a:pt x="1901738" y="2946524"/>
                    <a:pt x="1945343" y="2925589"/>
                    <a:pt x="1985770" y="2890061"/>
                  </a:cubicBezTo>
                  <a:cubicBezTo>
                    <a:pt x="2026505" y="2854087"/>
                    <a:pt x="2060005" y="2810051"/>
                    <a:pt x="2085356" y="2759140"/>
                  </a:cubicBezTo>
                  <a:cubicBezTo>
                    <a:pt x="2176350" y="2576673"/>
                    <a:pt x="2221881" y="2374989"/>
                    <a:pt x="2220729" y="2159762"/>
                  </a:cubicBezTo>
                  <a:cubicBezTo>
                    <a:pt x="2220626" y="2138998"/>
                    <a:pt x="2218185" y="2118785"/>
                    <a:pt x="2215504" y="2096802"/>
                  </a:cubicBezTo>
                  <a:cubicBezTo>
                    <a:pt x="2214284" y="2086953"/>
                    <a:pt x="2213046" y="2076881"/>
                    <a:pt x="2212015" y="2066448"/>
                  </a:cubicBezTo>
                  <a:cubicBezTo>
                    <a:pt x="2211431" y="2060725"/>
                    <a:pt x="2207907" y="2055637"/>
                    <a:pt x="2202802" y="2053162"/>
                  </a:cubicBezTo>
                  <a:cubicBezTo>
                    <a:pt x="2197766" y="2050721"/>
                    <a:pt x="2191681" y="2050893"/>
                    <a:pt x="2186594" y="2053970"/>
                  </a:cubicBezTo>
                  <a:cubicBezTo>
                    <a:pt x="2183517" y="2055895"/>
                    <a:pt x="2180887" y="2057459"/>
                    <a:pt x="2178498" y="2058851"/>
                  </a:cubicBezTo>
                  <a:cubicBezTo>
                    <a:pt x="2173875" y="2061601"/>
                    <a:pt x="2170351" y="2063750"/>
                    <a:pt x="2167017" y="2066156"/>
                  </a:cubicBezTo>
                  <a:cubicBezTo>
                    <a:pt x="2089396" y="2121793"/>
                    <a:pt x="2020936" y="2191061"/>
                    <a:pt x="1963511" y="2271982"/>
                  </a:cubicBezTo>
                  <a:cubicBezTo>
                    <a:pt x="1869802" y="2404243"/>
                    <a:pt x="1815299" y="2553796"/>
                    <a:pt x="1800621" y="2718319"/>
                  </a:cubicBezTo>
                  <a:cubicBezTo>
                    <a:pt x="1799159" y="2699979"/>
                    <a:pt x="1797681" y="2681640"/>
                    <a:pt x="1796203" y="2663300"/>
                  </a:cubicBezTo>
                  <a:lnTo>
                    <a:pt x="1795688" y="2656649"/>
                  </a:lnTo>
                  <a:cubicBezTo>
                    <a:pt x="1789930" y="2584751"/>
                    <a:pt x="1783983" y="2510396"/>
                    <a:pt x="1779136" y="2437278"/>
                  </a:cubicBezTo>
                  <a:cubicBezTo>
                    <a:pt x="1777915" y="2418767"/>
                    <a:pt x="1774357" y="2400754"/>
                    <a:pt x="1770920" y="2383326"/>
                  </a:cubicBezTo>
                  <a:cubicBezTo>
                    <a:pt x="1764285" y="2349826"/>
                    <a:pt x="1758012" y="2318183"/>
                    <a:pt x="1768049" y="2285027"/>
                  </a:cubicBezTo>
                  <a:cubicBezTo>
                    <a:pt x="1770335" y="2277534"/>
                    <a:pt x="1772260" y="2269988"/>
                    <a:pt x="1774185" y="2262460"/>
                  </a:cubicBezTo>
                  <a:cubicBezTo>
                    <a:pt x="1778929" y="2243811"/>
                    <a:pt x="1801841" y="2215090"/>
                    <a:pt x="1837025" y="2183687"/>
                  </a:cubicBezTo>
                  <a:lnTo>
                    <a:pt x="1838348" y="2182501"/>
                  </a:lnTo>
                  <a:cubicBezTo>
                    <a:pt x="1851325" y="2171501"/>
                    <a:pt x="1917980" y="2110518"/>
                    <a:pt x="1955794" y="1989893"/>
                  </a:cubicBezTo>
                  <a:cubicBezTo>
                    <a:pt x="1994174" y="1867343"/>
                    <a:pt x="1991269" y="1739292"/>
                    <a:pt x="1989156" y="1645790"/>
                  </a:cubicBezTo>
                  <a:lnTo>
                    <a:pt x="1989104" y="1643297"/>
                  </a:lnTo>
                  <a:cubicBezTo>
                    <a:pt x="1986285" y="1514766"/>
                    <a:pt x="1972397" y="1417911"/>
                    <a:pt x="1944071" y="1329204"/>
                  </a:cubicBezTo>
                  <a:cubicBezTo>
                    <a:pt x="1940411" y="1317860"/>
                    <a:pt x="1936062" y="1306671"/>
                    <a:pt x="1931456" y="1294914"/>
                  </a:cubicBezTo>
                  <a:cubicBezTo>
                    <a:pt x="1929066" y="1288795"/>
                    <a:pt x="1926626" y="1282470"/>
                    <a:pt x="1924116" y="1275853"/>
                  </a:cubicBezTo>
                  <a:cubicBezTo>
                    <a:pt x="1922054" y="1270250"/>
                    <a:pt x="1917103" y="1266176"/>
                    <a:pt x="1911311" y="1265214"/>
                  </a:cubicBezTo>
                  <a:lnTo>
                    <a:pt x="1908475" y="1264956"/>
                  </a:lnTo>
                  <a:cubicBezTo>
                    <a:pt x="1903456" y="1264956"/>
                    <a:pt x="1898764" y="1267207"/>
                    <a:pt x="1895584" y="1271092"/>
                  </a:cubicBezTo>
                  <a:lnTo>
                    <a:pt x="1868066" y="1304626"/>
                  </a:lnTo>
                  <a:cubicBezTo>
                    <a:pt x="1736131" y="1465539"/>
                    <a:pt x="1671316" y="1654263"/>
                    <a:pt x="1675372" y="1865572"/>
                  </a:cubicBezTo>
                  <a:cubicBezTo>
                    <a:pt x="1676077" y="1902784"/>
                    <a:pt x="1678861" y="1940959"/>
                    <a:pt x="1683794" y="1980371"/>
                  </a:cubicBezTo>
                  <a:cubicBezTo>
                    <a:pt x="1650260" y="1864644"/>
                    <a:pt x="1610934" y="1751994"/>
                    <a:pt x="1566211" y="1643624"/>
                  </a:cubicBezTo>
                  <a:cubicBezTo>
                    <a:pt x="1565283" y="1641252"/>
                    <a:pt x="1564681" y="1638313"/>
                    <a:pt x="1564613" y="1635821"/>
                  </a:cubicBezTo>
                  <a:lnTo>
                    <a:pt x="1564303" y="1621005"/>
                  </a:lnTo>
                  <a:cubicBezTo>
                    <a:pt x="1563839" y="1599623"/>
                    <a:pt x="1563358" y="1577502"/>
                    <a:pt x="1564269" y="1555742"/>
                  </a:cubicBezTo>
                  <a:cubicBezTo>
                    <a:pt x="1564406" y="1552132"/>
                    <a:pt x="1566744" y="1545652"/>
                    <a:pt x="1571608" y="1539276"/>
                  </a:cubicBezTo>
                  <a:cubicBezTo>
                    <a:pt x="1578518" y="1530149"/>
                    <a:pt x="1586183" y="1521228"/>
                    <a:pt x="1594124" y="1511947"/>
                  </a:cubicBezTo>
                  <a:cubicBezTo>
                    <a:pt x="1607651" y="1496203"/>
                    <a:pt x="1621625" y="1479943"/>
                    <a:pt x="1632694" y="1461380"/>
                  </a:cubicBezTo>
                  <a:cubicBezTo>
                    <a:pt x="1668342" y="1401669"/>
                    <a:pt x="1685083" y="1331129"/>
                    <a:pt x="1685358" y="1239363"/>
                  </a:cubicBezTo>
                  <a:cubicBezTo>
                    <a:pt x="1685839" y="1131337"/>
                    <a:pt x="1669184" y="1017655"/>
                    <a:pt x="1632883" y="881578"/>
                  </a:cubicBezTo>
                  <a:cubicBezTo>
                    <a:pt x="1613048" y="807343"/>
                    <a:pt x="1583107" y="710902"/>
                    <a:pt x="1527349" y="623466"/>
                  </a:cubicBezTo>
                  <a:cubicBezTo>
                    <a:pt x="1523568" y="617588"/>
                    <a:pt x="1519339" y="612054"/>
                    <a:pt x="1514836" y="606192"/>
                  </a:cubicBezTo>
                  <a:cubicBezTo>
                    <a:pt x="1512808" y="603597"/>
                    <a:pt x="1510677" y="600830"/>
                    <a:pt x="1508511" y="597856"/>
                  </a:cubicBezTo>
                  <a:cubicBezTo>
                    <a:pt x="1505348" y="593611"/>
                    <a:pt x="1500983" y="591136"/>
                    <a:pt x="1493936" y="591136"/>
                  </a:cubicBezTo>
                  <a:cubicBezTo>
                    <a:pt x="1488315" y="591548"/>
                    <a:pt x="1483296" y="594745"/>
                    <a:pt x="1480495" y="599713"/>
                  </a:cubicBezTo>
                  <a:cubicBezTo>
                    <a:pt x="1410505" y="726027"/>
                    <a:pt x="1375648" y="860970"/>
                    <a:pt x="1373998" y="1012258"/>
                  </a:cubicBezTo>
                  <a:cubicBezTo>
                    <a:pt x="1372589" y="1138401"/>
                    <a:pt x="1392286" y="1246943"/>
                    <a:pt x="1416985" y="1332728"/>
                  </a:cubicBezTo>
                  <a:cubicBezTo>
                    <a:pt x="1354129" y="1217895"/>
                    <a:pt x="1284277" y="1106947"/>
                    <a:pt x="1208564" y="1001705"/>
                  </a:cubicBezTo>
                  <a:lnTo>
                    <a:pt x="1206828" y="999316"/>
                  </a:lnTo>
                  <a:cubicBezTo>
                    <a:pt x="1205109" y="997030"/>
                    <a:pt x="1204387" y="995912"/>
                    <a:pt x="1204508" y="996703"/>
                  </a:cubicBezTo>
                  <a:cubicBezTo>
                    <a:pt x="1199746" y="962654"/>
                    <a:pt x="1196446" y="935411"/>
                    <a:pt x="1194161" y="911691"/>
                  </a:cubicBezTo>
                  <a:cubicBezTo>
                    <a:pt x="1194212" y="911330"/>
                    <a:pt x="1194659" y="909337"/>
                    <a:pt x="1198199" y="903424"/>
                  </a:cubicBezTo>
                  <a:cubicBezTo>
                    <a:pt x="1203201" y="894899"/>
                    <a:pt x="1208684" y="886545"/>
                    <a:pt x="1214511" y="877711"/>
                  </a:cubicBezTo>
                  <a:cubicBezTo>
                    <a:pt x="1226199" y="859938"/>
                    <a:pt x="1238265" y="841547"/>
                    <a:pt x="1245999" y="820956"/>
                  </a:cubicBezTo>
                  <a:cubicBezTo>
                    <a:pt x="1269341" y="758804"/>
                    <a:pt x="1274583" y="688317"/>
                    <a:pt x="1261984" y="605539"/>
                  </a:cubicBezTo>
                  <a:cubicBezTo>
                    <a:pt x="1234328" y="422333"/>
                    <a:pt x="1153563" y="257363"/>
                    <a:pt x="1015130" y="101175"/>
                  </a:cubicBezTo>
                  <a:cubicBezTo>
                    <a:pt x="1000881" y="85139"/>
                    <a:pt x="985137" y="70959"/>
                    <a:pt x="968482" y="55971"/>
                  </a:cubicBezTo>
                  <a:lnTo>
                    <a:pt x="963876" y="51794"/>
                  </a:lnTo>
                  <a:cubicBezTo>
                    <a:pt x="957362" y="45899"/>
                    <a:pt x="950675" y="39866"/>
                    <a:pt x="943921" y="33489"/>
                  </a:cubicBezTo>
                  <a:cubicBezTo>
                    <a:pt x="939624" y="29399"/>
                    <a:pt x="933470" y="27869"/>
                    <a:pt x="927506" y="29622"/>
                  </a:cubicBezTo>
                  <a:cubicBezTo>
                    <a:pt x="921869" y="31410"/>
                    <a:pt x="917520" y="36085"/>
                    <a:pt x="916179" y="41894"/>
                  </a:cubicBezTo>
                  <a:lnTo>
                    <a:pt x="913154" y="55163"/>
                  </a:lnTo>
                  <a:cubicBezTo>
                    <a:pt x="911091" y="63963"/>
                    <a:pt x="909493" y="70907"/>
                    <a:pt x="908307" y="77886"/>
                  </a:cubicBezTo>
                  <a:cubicBezTo>
                    <a:pt x="889675" y="189092"/>
                    <a:pt x="891033" y="308205"/>
                    <a:pt x="912484" y="442064"/>
                  </a:cubicBezTo>
                  <a:cubicBezTo>
                    <a:pt x="933762" y="574824"/>
                    <a:pt x="976165" y="689331"/>
                    <a:pt x="1041222" y="788797"/>
                  </a:cubicBezTo>
                  <a:cubicBezTo>
                    <a:pt x="943663" y="673844"/>
                    <a:pt x="848768" y="577317"/>
                    <a:pt x="749593" y="491772"/>
                  </a:cubicBezTo>
                  <a:cubicBezTo>
                    <a:pt x="749146" y="491188"/>
                    <a:pt x="748493" y="489417"/>
                    <a:pt x="748442" y="488970"/>
                  </a:cubicBezTo>
                  <a:cubicBezTo>
                    <a:pt x="756194" y="422195"/>
                    <a:pt x="739727" y="359287"/>
                    <a:pt x="698064" y="296654"/>
                  </a:cubicBezTo>
                  <a:cubicBezTo>
                    <a:pt x="643354" y="214341"/>
                    <a:pt x="567332" y="151605"/>
                    <a:pt x="472111" y="110216"/>
                  </a:cubicBezTo>
                  <a:cubicBezTo>
                    <a:pt x="415133" y="85500"/>
                    <a:pt x="356092" y="63620"/>
                    <a:pt x="298289" y="42186"/>
                  </a:cubicBezTo>
                  <a:cubicBezTo>
                    <a:pt x="270599" y="31908"/>
                    <a:pt x="242909" y="21664"/>
                    <a:pt x="214394" y="10681"/>
                  </a:cubicBezTo>
                  <a:cubicBezTo>
                    <a:pt x="185742" y="-715"/>
                    <a:pt x="173487" y="-2743"/>
                    <a:pt x="166835" y="3410"/>
                  </a:cubicBezTo>
                  <a:cubicBezTo>
                    <a:pt x="158276" y="11386"/>
                    <a:pt x="160338" y="18192"/>
                    <a:pt x="164068" y="30567"/>
                  </a:cubicBezTo>
                  <a:lnTo>
                    <a:pt x="165271" y="34606"/>
                  </a:lnTo>
                  <a:cubicBezTo>
                    <a:pt x="200215" y="152310"/>
                    <a:pt x="246588" y="245400"/>
                    <a:pt x="307072" y="319188"/>
                  </a:cubicBezTo>
                  <a:cubicBezTo>
                    <a:pt x="418106" y="454784"/>
                    <a:pt x="547961" y="523673"/>
                    <a:pt x="703856" y="529758"/>
                  </a:cubicBezTo>
                  <a:cubicBezTo>
                    <a:pt x="709322" y="530084"/>
                    <a:pt x="713653" y="531597"/>
                    <a:pt x="715424" y="532972"/>
                  </a:cubicBezTo>
                  <a:cubicBezTo>
                    <a:pt x="737373" y="549403"/>
                    <a:pt x="753529" y="562552"/>
                    <a:pt x="767813" y="575581"/>
                  </a:cubicBezTo>
                  <a:cubicBezTo>
                    <a:pt x="812983" y="616866"/>
                    <a:pt x="857465" y="660850"/>
                    <a:pt x="900985" y="707172"/>
                  </a:cubicBezTo>
                  <a:cubicBezTo>
                    <a:pt x="836255" y="666952"/>
                    <a:pt x="757139" y="648801"/>
                    <a:pt x="668036" y="653305"/>
                  </a:cubicBezTo>
                  <a:cubicBezTo>
                    <a:pt x="619274" y="655763"/>
                    <a:pt x="570873" y="662913"/>
                    <a:pt x="524070" y="669822"/>
                  </a:cubicBezTo>
                  <a:lnTo>
                    <a:pt x="522282" y="670097"/>
                  </a:lnTo>
                  <a:cubicBezTo>
                    <a:pt x="508446" y="672125"/>
                    <a:pt x="494679" y="674137"/>
                    <a:pt x="480945" y="676079"/>
                  </a:cubicBezTo>
                  <a:cubicBezTo>
                    <a:pt x="450866" y="680152"/>
                    <a:pt x="420547" y="685480"/>
                    <a:pt x="393768" y="690156"/>
                  </a:cubicBezTo>
                  <a:cubicBezTo>
                    <a:pt x="382922" y="692098"/>
                    <a:pt x="357020" y="697993"/>
                    <a:pt x="351056" y="710558"/>
                  </a:cubicBezTo>
                  <a:cubicBezTo>
                    <a:pt x="348993" y="714855"/>
                    <a:pt x="349165" y="719564"/>
                    <a:pt x="351503" y="723844"/>
                  </a:cubicBezTo>
                  <a:cubicBezTo>
                    <a:pt x="353566" y="727574"/>
                    <a:pt x="355834" y="731080"/>
                    <a:pt x="358309" y="734277"/>
                  </a:cubicBezTo>
                  <a:cubicBezTo>
                    <a:pt x="435603" y="834569"/>
                    <a:pt x="523778" y="900622"/>
                    <a:pt x="627868" y="936184"/>
                  </a:cubicBezTo>
                  <a:cubicBezTo>
                    <a:pt x="754784" y="979773"/>
                    <a:pt x="871353" y="976181"/>
                    <a:pt x="976097" y="924909"/>
                  </a:cubicBezTo>
                  <a:cubicBezTo>
                    <a:pt x="992116" y="916091"/>
                    <a:pt x="1011435" y="911623"/>
                    <a:pt x="1033504" y="911623"/>
                  </a:cubicBezTo>
                  <a:cubicBezTo>
                    <a:pt x="1050159" y="911623"/>
                    <a:pt x="1062655" y="914252"/>
                    <a:pt x="1066798" y="915198"/>
                  </a:cubicBezTo>
                  <a:cubicBezTo>
                    <a:pt x="1073002" y="916229"/>
                    <a:pt x="1081424" y="919701"/>
                    <a:pt x="1083143" y="921935"/>
                  </a:cubicBezTo>
                  <a:cubicBezTo>
                    <a:pt x="1148286" y="1007583"/>
                    <a:pt x="1210111" y="1099058"/>
                    <a:pt x="1267845" y="1195155"/>
                  </a:cubicBezTo>
                  <a:cubicBezTo>
                    <a:pt x="1219065" y="1147717"/>
                    <a:pt x="1155453" y="1115730"/>
                    <a:pt x="1068791" y="1094898"/>
                  </a:cubicBezTo>
                  <a:cubicBezTo>
                    <a:pt x="992838" y="1076799"/>
                    <a:pt x="915182" y="1072915"/>
                    <a:pt x="840105" y="1069133"/>
                  </a:cubicBezTo>
                  <a:lnTo>
                    <a:pt x="814959" y="1067861"/>
                  </a:lnTo>
                  <a:cubicBezTo>
                    <a:pt x="791412" y="1066658"/>
                    <a:pt x="767864" y="1065163"/>
                    <a:pt x="743612" y="1063633"/>
                  </a:cubicBezTo>
                  <a:lnTo>
                    <a:pt x="702945" y="1061124"/>
                  </a:lnTo>
                  <a:cubicBezTo>
                    <a:pt x="697686" y="1061124"/>
                    <a:pt x="692684" y="1063667"/>
                    <a:pt x="689625" y="1067896"/>
                  </a:cubicBezTo>
                  <a:cubicBezTo>
                    <a:pt x="686238" y="1072450"/>
                    <a:pt x="685431" y="1078363"/>
                    <a:pt x="687424" y="1083674"/>
                  </a:cubicBezTo>
                  <a:cubicBezTo>
                    <a:pt x="689057" y="1088109"/>
                    <a:pt x="692031" y="1095929"/>
                    <a:pt x="693561" y="1098542"/>
                  </a:cubicBezTo>
                  <a:cubicBezTo>
                    <a:pt x="772746" y="1230992"/>
                    <a:pt x="865733" y="1322604"/>
                    <a:pt x="977798" y="1378637"/>
                  </a:cubicBezTo>
                  <a:cubicBezTo>
                    <a:pt x="1087354" y="1433363"/>
                    <a:pt x="1186340" y="1447836"/>
                    <a:pt x="1286184" y="1423962"/>
                  </a:cubicBezTo>
                  <a:cubicBezTo>
                    <a:pt x="1297735" y="1421177"/>
                    <a:pt x="1311125" y="1419699"/>
                    <a:pt x="1324961" y="1419699"/>
                  </a:cubicBezTo>
                  <a:cubicBezTo>
                    <a:pt x="1367432" y="1419699"/>
                    <a:pt x="1397047" y="1432659"/>
                    <a:pt x="1403269" y="1444656"/>
                  </a:cubicBezTo>
                  <a:cubicBezTo>
                    <a:pt x="1458202" y="1557976"/>
                    <a:pt x="1507222" y="1675731"/>
                    <a:pt x="1549504" y="1795841"/>
                  </a:cubicBezTo>
                  <a:cubicBezTo>
                    <a:pt x="1505160" y="1734703"/>
                    <a:pt x="1443145" y="1685047"/>
                    <a:pt x="1364631" y="1647904"/>
                  </a:cubicBezTo>
                  <a:cubicBezTo>
                    <a:pt x="1286631" y="1611087"/>
                    <a:pt x="1205419" y="1577433"/>
                    <a:pt x="1125511" y="1544312"/>
                  </a:cubicBezTo>
                  <a:cubicBezTo>
                    <a:pt x="1091170" y="1530115"/>
                    <a:pt x="1056691" y="1515866"/>
                    <a:pt x="1022366" y="1501290"/>
                  </a:cubicBezTo>
                  <a:cubicBezTo>
                    <a:pt x="1017262" y="1499056"/>
                    <a:pt x="1011229" y="1499520"/>
                    <a:pt x="1006468" y="1502665"/>
                  </a:cubicBezTo>
                  <a:cubicBezTo>
                    <a:pt x="1001792" y="1505776"/>
                    <a:pt x="999008" y="1510967"/>
                    <a:pt x="999008" y="1516553"/>
                  </a:cubicBezTo>
                  <a:cubicBezTo>
                    <a:pt x="999008" y="1527279"/>
                    <a:pt x="1112964" y="1843554"/>
                    <a:pt x="1278468" y="1968184"/>
                  </a:cubicBezTo>
                  <a:cubicBezTo>
                    <a:pt x="1345982" y="2019026"/>
                    <a:pt x="1429137" y="2071329"/>
                    <a:pt x="1534001" y="2073787"/>
                  </a:cubicBezTo>
                  <a:cubicBezTo>
                    <a:pt x="1565386" y="2074423"/>
                    <a:pt x="1597837" y="2078858"/>
                    <a:pt x="1622347" y="2106720"/>
                  </a:cubicBezTo>
                  <a:cubicBezTo>
                    <a:pt x="1626094" y="2111154"/>
                    <a:pt x="1631061" y="2114609"/>
                    <a:pt x="1636475" y="2116448"/>
                  </a:cubicBezTo>
                  <a:cubicBezTo>
                    <a:pt x="1644846" y="2119198"/>
                    <a:pt x="1647149" y="2124320"/>
                    <a:pt x="1651274" y="2141783"/>
                  </a:cubicBezTo>
                  <a:cubicBezTo>
                    <a:pt x="1685238" y="2284374"/>
                    <a:pt x="1709971" y="2431349"/>
                    <a:pt x="1725200" y="2580592"/>
                  </a:cubicBezTo>
                  <a:cubicBezTo>
                    <a:pt x="1720594" y="2565449"/>
                    <a:pt x="1715248" y="2550152"/>
                    <a:pt x="1709112" y="2534665"/>
                  </a:cubicBezTo>
                  <a:cubicBezTo>
                    <a:pt x="1672072" y="2440733"/>
                    <a:pt x="1609731" y="2358540"/>
                    <a:pt x="1512928" y="2275986"/>
                  </a:cubicBezTo>
                  <a:cubicBezTo>
                    <a:pt x="1463032" y="2233257"/>
                    <a:pt x="1410780" y="2191886"/>
                    <a:pt x="1360248" y="2151855"/>
                  </a:cubicBezTo>
                  <a:lnTo>
                    <a:pt x="1357841" y="2149964"/>
                  </a:lnTo>
                  <a:cubicBezTo>
                    <a:pt x="1334827" y="2131728"/>
                    <a:pt x="1311864" y="2113560"/>
                    <a:pt x="1288969" y="2095169"/>
                  </a:cubicBezTo>
                  <a:cubicBezTo>
                    <a:pt x="1284243" y="2091370"/>
                    <a:pt x="1279636" y="2087452"/>
                    <a:pt x="1274291" y="2082880"/>
                  </a:cubicBezTo>
                  <a:lnTo>
                    <a:pt x="1260008" y="2070642"/>
                  </a:lnTo>
                  <a:cubicBezTo>
                    <a:pt x="1255006" y="2066414"/>
                    <a:pt x="1247563" y="2065537"/>
                    <a:pt x="1241720" y="2068459"/>
                  </a:cubicBezTo>
                  <a:cubicBezTo>
                    <a:pt x="1235721" y="2071501"/>
                    <a:pt x="1232129" y="2077792"/>
                    <a:pt x="1232593" y="2084512"/>
                  </a:cubicBezTo>
                  <a:cubicBezTo>
                    <a:pt x="1233297" y="2094602"/>
                    <a:pt x="1233865" y="2104141"/>
                    <a:pt x="1234397" y="2113302"/>
                  </a:cubicBezTo>
                  <a:lnTo>
                    <a:pt x="1234673" y="2117582"/>
                  </a:lnTo>
                  <a:cubicBezTo>
                    <a:pt x="1235807" y="2136438"/>
                    <a:pt x="1236872" y="2154227"/>
                    <a:pt x="1238780" y="2171793"/>
                  </a:cubicBezTo>
                  <a:cubicBezTo>
                    <a:pt x="1256690" y="2342831"/>
                    <a:pt x="1307549" y="2485628"/>
                    <a:pt x="1394263" y="2608333"/>
                  </a:cubicBezTo>
                  <a:cubicBezTo>
                    <a:pt x="1447941" y="2684184"/>
                    <a:pt x="1524943" y="2776896"/>
                    <a:pt x="1645018" y="2820742"/>
                  </a:cubicBezTo>
                  <a:cubicBezTo>
                    <a:pt x="1674238" y="2831467"/>
                    <a:pt x="1695430" y="2847710"/>
                    <a:pt x="1718136" y="2876861"/>
                  </a:cubicBezTo>
                  <a:cubicBezTo>
                    <a:pt x="1739552" y="2904155"/>
                    <a:pt x="1743539" y="2929095"/>
                    <a:pt x="1743058" y="2960480"/>
                  </a:cubicBezTo>
                  <a:cubicBezTo>
                    <a:pt x="1741013" y="3091951"/>
                    <a:pt x="1731645" y="3222373"/>
                    <a:pt x="1715128" y="3350097"/>
                  </a:cubicBezTo>
                  <a:cubicBezTo>
                    <a:pt x="1711260" y="3314553"/>
                    <a:pt x="1703079" y="3277959"/>
                    <a:pt x="1690515" y="3239940"/>
                  </a:cubicBezTo>
                  <a:cubicBezTo>
                    <a:pt x="1664509" y="3161219"/>
                    <a:pt x="1623980" y="3084681"/>
                    <a:pt x="1566589" y="3005960"/>
                  </a:cubicBezTo>
                  <a:cubicBezTo>
                    <a:pt x="1517053" y="2937792"/>
                    <a:pt x="1465507" y="2869384"/>
                    <a:pt x="1415662" y="2803193"/>
                  </a:cubicBezTo>
                  <a:lnTo>
                    <a:pt x="1412345" y="2798776"/>
                  </a:lnTo>
                  <a:cubicBezTo>
                    <a:pt x="1392578" y="2772564"/>
                    <a:pt x="1372829" y="2746318"/>
                    <a:pt x="1353596" y="2720639"/>
                  </a:cubicBezTo>
                  <a:cubicBezTo>
                    <a:pt x="1349986" y="2715363"/>
                    <a:pt x="1344779" y="2713472"/>
                    <a:pt x="1341771" y="2712424"/>
                  </a:cubicBezTo>
                  <a:cubicBezTo>
                    <a:pt x="1337508" y="2710344"/>
                    <a:pt x="1332420" y="2710137"/>
                    <a:pt x="1327900" y="2712063"/>
                  </a:cubicBezTo>
                  <a:cubicBezTo>
                    <a:pt x="1323465" y="2713953"/>
                    <a:pt x="1320062" y="2717683"/>
                    <a:pt x="1318567" y="2722255"/>
                  </a:cubicBezTo>
                  <a:lnTo>
                    <a:pt x="1317982" y="2724043"/>
                  </a:lnTo>
                  <a:cubicBezTo>
                    <a:pt x="1317157" y="2726449"/>
                    <a:pt x="1316504" y="2728580"/>
                    <a:pt x="1316161" y="2730712"/>
                  </a:cubicBezTo>
                  <a:cubicBezTo>
                    <a:pt x="1281785" y="2935695"/>
                    <a:pt x="1302874" y="3119349"/>
                    <a:pt x="1380616" y="3292225"/>
                  </a:cubicBezTo>
                  <a:cubicBezTo>
                    <a:pt x="1418583" y="3376756"/>
                    <a:pt x="1469512" y="3472458"/>
                    <a:pt x="1559302" y="3541313"/>
                  </a:cubicBezTo>
                  <a:cubicBezTo>
                    <a:pt x="1600295" y="3572750"/>
                    <a:pt x="1632660" y="3616855"/>
                    <a:pt x="1650432" y="3665479"/>
                  </a:cubicBezTo>
                  <a:cubicBezTo>
                    <a:pt x="1654196" y="3675947"/>
                    <a:pt x="1654059" y="3680484"/>
                    <a:pt x="1653629" y="3682238"/>
                  </a:cubicBezTo>
                  <a:cubicBezTo>
                    <a:pt x="1615627" y="3839645"/>
                    <a:pt x="1565988" y="3991466"/>
                    <a:pt x="1505641" y="4135158"/>
                  </a:cubicBezTo>
                  <a:cubicBezTo>
                    <a:pt x="1521178" y="4059428"/>
                    <a:pt x="1520113" y="3979881"/>
                    <a:pt x="1502375" y="3897465"/>
                  </a:cubicBezTo>
                  <a:cubicBezTo>
                    <a:pt x="1477195" y="3780656"/>
                    <a:pt x="1433915" y="3667456"/>
                    <a:pt x="1395311" y="3570516"/>
                  </a:cubicBezTo>
                  <a:lnTo>
                    <a:pt x="1383744" y="3541485"/>
                  </a:lnTo>
                  <a:cubicBezTo>
                    <a:pt x="1365645" y="3496058"/>
                    <a:pt x="1347426" y="3450269"/>
                    <a:pt x="1328605" y="3402813"/>
                  </a:cubicBezTo>
                  <a:cubicBezTo>
                    <a:pt x="1326215" y="3396745"/>
                    <a:pt x="1320458" y="3392603"/>
                    <a:pt x="1312774" y="3392225"/>
                  </a:cubicBezTo>
                  <a:cubicBezTo>
                    <a:pt x="1306724" y="3392225"/>
                    <a:pt x="1301155" y="3395680"/>
                    <a:pt x="1298268" y="3401283"/>
                  </a:cubicBezTo>
                  <a:lnTo>
                    <a:pt x="1292200" y="3412696"/>
                  </a:lnTo>
                  <a:cubicBezTo>
                    <a:pt x="1289536" y="3417697"/>
                    <a:pt x="1287044" y="3422355"/>
                    <a:pt x="1284913" y="3427168"/>
                  </a:cubicBezTo>
                  <a:cubicBezTo>
                    <a:pt x="1207258" y="3602382"/>
                    <a:pt x="1181029" y="3781997"/>
                    <a:pt x="1207000" y="3961026"/>
                  </a:cubicBezTo>
                  <a:cubicBezTo>
                    <a:pt x="1225563" y="4089042"/>
                    <a:pt x="1257017" y="4180706"/>
                    <a:pt x="1308993" y="4258258"/>
                  </a:cubicBezTo>
                  <a:cubicBezTo>
                    <a:pt x="1335892" y="4298341"/>
                    <a:pt x="1361451" y="4342995"/>
                    <a:pt x="1366092" y="4397910"/>
                  </a:cubicBezTo>
                  <a:cubicBezTo>
                    <a:pt x="1367192" y="4410904"/>
                    <a:pt x="1366676" y="4419860"/>
                    <a:pt x="1360884" y="4430052"/>
                  </a:cubicBezTo>
                  <a:cubicBezTo>
                    <a:pt x="1295329" y="4544851"/>
                    <a:pt x="1221833" y="4653186"/>
                    <a:pt x="1141341" y="4753839"/>
                  </a:cubicBezTo>
                  <a:cubicBezTo>
                    <a:pt x="1141651" y="4753289"/>
                    <a:pt x="1141943" y="4752739"/>
                    <a:pt x="1142253" y="4752189"/>
                  </a:cubicBezTo>
                  <a:cubicBezTo>
                    <a:pt x="1200159" y="4646362"/>
                    <a:pt x="1201912" y="4531942"/>
                    <a:pt x="1196000" y="4433953"/>
                  </a:cubicBezTo>
                  <a:cubicBezTo>
                    <a:pt x="1190895" y="4349956"/>
                    <a:pt x="1181270" y="4266078"/>
                    <a:pt x="1172005" y="4184986"/>
                  </a:cubicBezTo>
                  <a:lnTo>
                    <a:pt x="1171472" y="4180293"/>
                  </a:lnTo>
                  <a:cubicBezTo>
                    <a:pt x="1167742" y="4147808"/>
                    <a:pt x="1164030" y="4115340"/>
                    <a:pt x="1160644" y="4082803"/>
                  </a:cubicBezTo>
                  <a:cubicBezTo>
                    <a:pt x="1158684" y="4064360"/>
                    <a:pt x="1156502" y="4045918"/>
                    <a:pt x="1154250" y="4027200"/>
                  </a:cubicBezTo>
                  <a:lnTo>
                    <a:pt x="1151276" y="4001865"/>
                  </a:lnTo>
                  <a:cubicBezTo>
                    <a:pt x="1150623" y="3996262"/>
                    <a:pt x="1147203" y="3991415"/>
                    <a:pt x="1142287" y="3988974"/>
                  </a:cubicBezTo>
                  <a:cubicBezTo>
                    <a:pt x="1133143" y="3984196"/>
                    <a:pt x="1118344" y="3991570"/>
                    <a:pt x="1102360" y="4010476"/>
                  </a:cubicBezTo>
                  <a:cubicBezTo>
                    <a:pt x="992511" y="4140400"/>
                    <a:pt x="924343" y="4287220"/>
                    <a:pt x="899731" y="4446879"/>
                  </a:cubicBezTo>
                  <a:cubicBezTo>
                    <a:pt x="874206" y="4612416"/>
                    <a:pt x="888042" y="4754079"/>
                    <a:pt x="942081" y="4879964"/>
                  </a:cubicBezTo>
                  <a:cubicBezTo>
                    <a:pt x="943526" y="4883316"/>
                    <a:pt x="943491" y="4890157"/>
                    <a:pt x="943474" y="4892443"/>
                  </a:cubicBezTo>
                  <a:lnTo>
                    <a:pt x="940569" y="4964873"/>
                  </a:lnTo>
                  <a:cubicBezTo>
                    <a:pt x="940139" y="4970081"/>
                    <a:pt x="937389" y="4975959"/>
                    <a:pt x="935120" y="4978142"/>
                  </a:cubicBezTo>
                  <a:cubicBezTo>
                    <a:pt x="825427" y="5083779"/>
                    <a:pt x="704664" y="5175615"/>
                    <a:pt x="575067" y="5252049"/>
                  </a:cubicBezTo>
                  <a:cubicBezTo>
                    <a:pt x="636411" y="5196601"/>
                    <a:pt x="680515" y="5124257"/>
                    <a:pt x="709099" y="5032576"/>
                  </a:cubicBezTo>
                  <a:cubicBezTo>
                    <a:pt x="740776" y="4930961"/>
                    <a:pt x="757036" y="4825203"/>
                    <a:pt x="772797" y="4722660"/>
                  </a:cubicBezTo>
                  <a:lnTo>
                    <a:pt x="774172" y="4713533"/>
                  </a:lnTo>
                  <a:cubicBezTo>
                    <a:pt x="779758" y="4677507"/>
                    <a:pt x="785585" y="4641550"/>
                    <a:pt x="791532" y="4604802"/>
                  </a:cubicBezTo>
                  <a:lnTo>
                    <a:pt x="798252" y="4563259"/>
                  </a:lnTo>
                  <a:cubicBezTo>
                    <a:pt x="799215" y="4557209"/>
                    <a:pt x="796826" y="4551158"/>
                    <a:pt x="792134" y="4547531"/>
                  </a:cubicBezTo>
                  <a:cubicBezTo>
                    <a:pt x="787476" y="4543819"/>
                    <a:pt x="780738" y="4542925"/>
                    <a:pt x="775375" y="4545228"/>
                  </a:cubicBezTo>
                  <a:lnTo>
                    <a:pt x="769514" y="4547652"/>
                  </a:lnTo>
                  <a:cubicBezTo>
                    <a:pt x="763258" y="4550213"/>
                    <a:pt x="757809" y="4552499"/>
                    <a:pt x="752670" y="4555129"/>
                  </a:cubicBezTo>
                  <a:cubicBezTo>
                    <a:pt x="507673" y="4677490"/>
                    <a:pt x="346398" y="4962879"/>
                    <a:pt x="369189" y="5233693"/>
                  </a:cubicBezTo>
                  <a:cubicBezTo>
                    <a:pt x="372765" y="5276112"/>
                    <a:pt x="368880" y="5315954"/>
                    <a:pt x="357295" y="5355418"/>
                  </a:cubicBezTo>
                  <a:cubicBezTo>
                    <a:pt x="356212" y="5359010"/>
                    <a:pt x="352740" y="5362912"/>
                    <a:pt x="351331" y="5363565"/>
                  </a:cubicBezTo>
                  <a:cubicBezTo>
                    <a:pt x="234969" y="5412636"/>
                    <a:pt x="124329" y="5448439"/>
                    <a:pt x="13003" y="5473018"/>
                  </a:cubicBezTo>
                  <a:cubicBezTo>
                    <a:pt x="7279" y="5474341"/>
                    <a:pt x="2742" y="5478432"/>
                    <a:pt x="885" y="5483950"/>
                  </a:cubicBezTo>
                  <a:cubicBezTo>
                    <a:pt x="-988" y="5489501"/>
                    <a:pt x="146" y="5495534"/>
                    <a:pt x="3962" y="5500072"/>
                  </a:cubicBezTo>
                  <a:cubicBezTo>
                    <a:pt x="16062" y="5514407"/>
                    <a:pt x="26599" y="5529824"/>
                    <a:pt x="35261" y="5545964"/>
                  </a:cubicBezTo>
                  <a:cubicBezTo>
                    <a:pt x="38819" y="5552564"/>
                    <a:pt x="47293" y="5555950"/>
                    <a:pt x="53635" y="5554300"/>
                  </a:cubicBezTo>
                  <a:cubicBezTo>
                    <a:pt x="144336" y="5533605"/>
                    <a:pt x="232665" y="5506809"/>
                    <a:pt x="316250" y="5474599"/>
                  </a:cubicBezTo>
                  <a:cubicBezTo>
                    <a:pt x="323005" y="5471884"/>
                    <a:pt x="328162" y="5470594"/>
                    <a:pt x="332991" y="5471385"/>
                  </a:cubicBezTo>
                  <a:cubicBezTo>
                    <a:pt x="351589" y="5473860"/>
                    <a:pt x="371235" y="5477676"/>
                    <a:pt x="393046" y="5483090"/>
                  </a:cubicBezTo>
                  <a:cubicBezTo>
                    <a:pt x="397549" y="5484190"/>
                    <a:pt x="401279" y="5486270"/>
                    <a:pt x="401348" y="5486081"/>
                  </a:cubicBezTo>
                  <a:cubicBezTo>
                    <a:pt x="448993" y="5581062"/>
                    <a:pt x="530876" y="5641563"/>
                    <a:pt x="651760" y="5671006"/>
                  </a:cubicBezTo>
                  <a:cubicBezTo>
                    <a:pt x="678057" y="5677314"/>
                    <a:pt x="705180" y="5681972"/>
                    <a:pt x="732371" y="5684825"/>
                  </a:cubicBezTo>
                  <a:cubicBezTo>
                    <a:pt x="760834" y="5687833"/>
                    <a:pt x="792581" y="5689363"/>
                    <a:pt x="826698" y="5689363"/>
                  </a:cubicBezTo>
                  <a:cubicBezTo>
                    <a:pt x="873965" y="5689363"/>
                    <a:pt x="907671" y="5686441"/>
                    <a:pt x="908084" y="5686407"/>
                  </a:cubicBezTo>
                  <a:cubicBezTo>
                    <a:pt x="1012862" y="5674684"/>
                    <a:pt x="1102342" y="5651103"/>
                    <a:pt x="1181596" y="5614303"/>
                  </a:cubicBezTo>
                  <a:cubicBezTo>
                    <a:pt x="1214115" y="5599229"/>
                    <a:pt x="1251173" y="5578930"/>
                    <a:pt x="1279654" y="5542681"/>
                  </a:cubicBezTo>
                  <a:cubicBezTo>
                    <a:pt x="1285102" y="5535737"/>
                    <a:pt x="1284191" y="5525716"/>
                    <a:pt x="1277574" y="5519890"/>
                  </a:cubicBezTo>
                  <a:cubicBezTo>
                    <a:pt x="1197065" y="5448851"/>
                    <a:pt x="1115096" y="5397236"/>
                    <a:pt x="1026939" y="5362104"/>
                  </a:cubicBezTo>
                  <a:cubicBezTo>
                    <a:pt x="896327" y="5310196"/>
                    <a:pt x="777352" y="5296137"/>
                    <a:pt x="660732" y="5318567"/>
                  </a:cubicBezTo>
                  <a:cubicBezTo>
                    <a:pt x="643303" y="5321953"/>
                    <a:pt x="626287" y="5326216"/>
                    <a:pt x="609752" y="5331114"/>
                  </a:cubicBezTo>
                  <a:cubicBezTo>
                    <a:pt x="718844" y="5265903"/>
                    <a:pt x="823295" y="5189261"/>
                    <a:pt x="921937" y="5101947"/>
                  </a:cubicBezTo>
                  <a:cubicBezTo>
                    <a:pt x="923828" y="5100228"/>
                    <a:pt x="926939" y="5098716"/>
                    <a:pt x="929363" y="5098286"/>
                  </a:cubicBezTo>
                  <a:cubicBezTo>
                    <a:pt x="945502" y="5095605"/>
                    <a:pt x="966936" y="5092304"/>
                    <a:pt x="988867" y="5090723"/>
                  </a:cubicBezTo>
                  <a:cubicBezTo>
                    <a:pt x="990895" y="5090723"/>
                    <a:pt x="993473" y="5091703"/>
                    <a:pt x="993766" y="5091806"/>
                  </a:cubicBezTo>
                  <a:cubicBezTo>
                    <a:pt x="1053202" y="5158323"/>
                    <a:pt x="1129774" y="5190654"/>
                    <a:pt x="1227866" y="5190654"/>
                  </a:cubicBezTo>
                  <a:cubicBezTo>
                    <a:pt x="1232868" y="5190654"/>
                    <a:pt x="1237886" y="5190551"/>
                    <a:pt x="1242888" y="5190379"/>
                  </a:cubicBezTo>
                  <a:cubicBezTo>
                    <a:pt x="1349539" y="5186941"/>
                    <a:pt x="1456758" y="5157636"/>
                    <a:pt x="1561622" y="5103236"/>
                  </a:cubicBezTo>
                  <a:cubicBezTo>
                    <a:pt x="1637833" y="5063480"/>
                    <a:pt x="1717276" y="5017193"/>
                    <a:pt x="1781697" y="4948166"/>
                  </a:cubicBezTo>
                  <a:cubicBezTo>
                    <a:pt x="1795980" y="4932817"/>
                    <a:pt x="1808733" y="4915457"/>
                    <a:pt x="1819991" y="4900143"/>
                  </a:cubicBezTo>
                  <a:lnTo>
                    <a:pt x="1821091" y="4898647"/>
                  </a:lnTo>
                  <a:cubicBezTo>
                    <a:pt x="1826076" y="4891893"/>
                    <a:pt x="1831112" y="4885086"/>
                    <a:pt x="1836286" y="4878366"/>
                  </a:cubicBezTo>
                  <a:cubicBezTo>
                    <a:pt x="1839104" y="4874739"/>
                    <a:pt x="1840290" y="4870064"/>
                    <a:pt x="1839551" y="4865354"/>
                  </a:cubicBezTo>
                  <a:cubicBezTo>
                    <a:pt x="1838761" y="4860817"/>
                    <a:pt x="1836131" y="4856778"/>
                    <a:pt x="1831645" y="4853856"/>
                  </a:cubicBezTo>
                  <a:cubicBezTo>
                    <a:pt x="1830510" y="4853237"/>
                    <a:pt x="1803233" y="4838610"/>
                    <a:pt x="1778328" y="4828968"/>
                  </a:cubicBezTo>
                  <a:cubicBezTo>
                    <a:pt x="1611570" y="4764530"/>
                    <a:pt x="1443214" y="4757929"/>
                    <a:pt x="1282610" y="4809683"/>
                  </a:cubicBezTo>
                  <a:cubicBezTo>
                    <a:pt x="1230031" y="4826578"/>
                    <a:pt x="1180547" y="4851948"/>
                    <a:pt x="1132370" y="4887011"/>
                  </a:cubicBezTo>
                  <a:cubicBezTo>
                    <a:pt x="1221472" y="4783436"/>
                    <a:pt x="1303974" y="4669893"/>
                    <a:pt x="1378879" y="4547721"/>
                  </a:cubicBezTo>
                  <a:cubicBezTo>
                    <a:pt x="1379687" y="4546432"/>
                    <a:pt x="1381819" y="4542942"/>
                    <a:pt x="1382506" y="4542307"/>
                  </a:cubicBezTo>
                  <a:cubicBezTo>
                    <a:pt x="1389055" y="4538130"/>
                    <a:pt x="1395758" y="4534177"/>
                    <a:pt x="1402444" y="4530275"/>
                  </a:cubicBezTo>
                  <a:cubicBezTo>
                    <a:pt x="1414424" y="4523245"/>
                    <a:pt x="1426834" y="4515974"/>
                    <a:pt x="1438487" y="4507312"/>
                  </a:cubicBezTo>
                  <a:cubicBezTo>
                    <a:pt x="1448319" y="4499972"/>
                    <a:pt x="1451086" y="4499784"/>
                    <a:pt x="1461020" y="4506178"/>
                  </a:cubicBezTo>
                  <a:cubicBezTo>
                    <a:pt x="1475081" y="4515304"/>
                    <a:pt x="1491426" y="4520048"/>
                    <a:pt x="1505675" y="4523778"/>
                  </a:cubicBezTo>
                  <a:cubicBezTo>
                    <a:pt x="1589037" y="4545125"/>
                    <a:pt x="1673069" y="4534486"/>
                    <a:pt x="1766021" y="4490845"/>
                  </a:cubicBezTo>
                  <a:cubicBezTo>
                    <a:pt x="1850930" y="4451039"/>
                    <a:pt x="1916210" y="4388113"/>
                    <a:pt x="1974133" y="4326065"/>
                  </a:cubicBezTo>
                  <a:cubicBezTo>
                    <a:pt x="2058388" y="4235553"/>
                    <a:pt x="2113442" y="4153893"/>
                    <a:pt x="2147405" y="4069053"/>
                  </a:cubicBezTo>
                  <a:cubicBezTo>
                    <a:pt x="2154538" y="4051246"/>
                    <a:pt x="2159626" y="4032838"/>
                    <a:pt x="2164920" y="4013587"/>
                  </a:cubicBezTo>
                  <a:cubicBezTo>
                    <a:pt x="2167103" y="4005509"/>
                    <a:pt x="2169337" y="3997430"/>
                    <a:pt x="2171709" y="3989490"/>
                  </a:cubicBezTo>
                  <a:cubicBezTo>
                    <a:pt x="2174304" y="3980965"/>
                    <a:pt x="2169767" y="3971941"/>
                    <a:pt x="2161345" y="3968967"/>
                  </a:cubicBezTo>
                  <a:lnTo>
                    <a:pt x="2154366" y="3968435"/>
                  </a:lnTo>
                  <a:cubicBezTo>
                    <a:pt x="2120008" y="3968435"/>
                    <a:pt x="1813512" y="3973471"/>
                    <a:pt x="1634241" y="4147413"/>
                  </a:cubicBezTo>
                  <a:cubicBezTo>
                    <a:pt x="1595242" y="4185261"/>
                    <a:pt x="1560281" y="4225480"/>
                    <a:pt x="1528363" y="4269516"/>
                  </a:cubicBezTo>
                  <a:cubicBezTo>
                    <a:pt x="1599281" y="4119328"/>
                    <a:pt x="1659422" y="3961044"/>
                    <a:pt x="1707891" y="3796744"/>
                  </a:cubicBezTo>
                  <a:lnTo>
                    <a:pt x="1708596" y="3794338"/>
                  </a:lnTo>
                  <a:cubicBezTo>
                    <a:pt x="1709181" y="3792327"/>
                    <a:pt x="1710057" y="3789284"/>
                    <a:pt x="1710642" y="3788459"/>
                  </a:cubicBezTo>
                  <a:lnTo>
                    <a:pt x="1757530" y="3724073"/>
                  </a:lnTo>
                  <a:cubicBezTo>
                    <a:pt x="1759284" y="3721495"/>
                    <a:pt x="1759490" y="3721495"/>
                    <a:pt x="1762240" y="3721495"/>
                  </a:cubicBezTo>
                  <a:cubicBezTo>
                    <a:pt x="1763460" y="3721495"/>
                    <a:pt x="1764801" y="3721581"/>
                    <a:pt x="1766330" y="3721667"/>
                  </a:cubicBezTo>
                  <a:lnTo>
                    <a:pt x="1776351" y="3722268"/>
                  </a:lnTo>
                  <a:cubicBezTo>
                    <a:pt x="1811243" y="3724434"/>
                    <a:pt x="1831782" y="3724125"/>
                    <a:pt x="1848678" y="3721478"/>
                  </a:cubicBezTo>
                  <a:cubicBezTo>
                    <a:pt x="1915436" y="3710941"/>
                    <a:pt x="1975697" y="3677322"/>
                    <a:pt x="2032882" y="3618677"/>
                  </a:cubicBezTo>
                  <a:cubicBezTo>
                    <a:pt x="2166621" y="3481516"/>
                    <a:pt x="2258680" y="3310393"/>
                    <a:pt x="2314300" y="3095578"/>
                  </a:cubicBezTo>
                  <a:cubicBezTo>
                    <a:pt x="2320265" y="3072563"/>
                    <a:pt x="2321932" y="3049325"/>
                    <a:pt x="2323719" y="3024677"/>
                  </a:cubicBezTo>
                  <a:cubicBezTo>
                    <a:pt x="2324510" y="3013505"/>
                    <a:pt x="2325386" y="3001989"/>
                    <a:pt x="2326658" y="2990095"/>
                  </a:cubicBezTo>
                  <a:cubicBezTo>
                    <a:pt x="2327191" y="2984389"/>
                    <a:pt x="2324957" y="2978940"/>
                    <a:pt x="2320660" y="29753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AC7A714-6665-8258-BCA1-CA1DB3F142C5}"/>
                </a:ext>
              </a:extLst>
            </p:cNvPr>
            <p:cNvSpPr/>
            <p:nvPr/>
          </p:nvSpPr>
          <p:spPr>
            <a:xfrm>
              <a:off x="-4653512" y="542621"/>
              <a:ext cx="2326729" cy="5689259"/>
            </a:xfrm>
            <a:custGeom>
              <a:avLst/>
              <a:gdLst>
                <a:gd name="connsiteX0" fmla="*/ 2313708 w 2326728"/>
                <a:gd name="connsiteY0" fmla="*/ 5472982 h 5689258"/>
                <a:gd name="connsiteX1" fmla="*/ 1975465 w 2326728"/>
                <a:gd name="connsiteY1" fmla="*/ 5363546 h 5689258"/>
                <a:gd name="connsiteX2" fmla="*/ 1969536 w 2326728"/>
                <a:gd name="connsiteY2" fmla="*/ 5355485 h 5689258"/>
                <a:gd name="connsiteX3" fmla="*/ 1957624 w 2326728"/>
                <a:gd name="connsiteY3" fmla="*/ 5233674 h 5689258"/>
                <a:gd name="connsiteX4" fmla="*/ 1574195 w 2326728"/>
                <a:gd name="connsiteY4" fmla="*/ 4555127 h 5689258"/>
                <a:gd name="connsiteX5" fmla="*/ 1557299 w 2326728"/>
                <a:gd name="connsiteY5" fmla="*/ 4547633 h 5689258"/>
                <a:gd name="connsiteX6" fmla="*/ 1551490 w 2326728"/>
                <a:gd name="connsiteY6" fmla="*/ 4545227 h 5689258"/>
                <a:gd name="connsiteX7" fmla="*/ 1534800 w 2326728"/>
                <a:gd name="connsiteY7" fmla="*/ 4547427 h 5689258"/>
                <a:gd name="connsiteX8" fmla="*/ 1528578 w 2326728"/>
                <a:gd name="connsiteY8" fmla="*/ 4563257 h 5689258"/>
                <a:gd name="connsiteX9" fmla="*/ 1535282 w 2326728"/>
                <a:gd name="connsiteY9" fmla="*/ 4604784 h 5689258"/>
                <a:gd name="connsiteX10" fmla="*/ 1552641 w 2326728"/>
                <a:gd name="connsiteY10" fmla="*/ 4713480 h 5689258"/>
                <a:gd name="connsiteX11" fmla="*/ 1554051 w 2326728"/>
                <a:gd name="connsiteY11" fmla="*/ 4722900 h 5689258"/>
                <a:gd name="connsiteX12" fmla="*/ 1617715 w 2326728"/>
                <a:gd name="connsiteY12" fmla="*/ 5032575 h 5689258"/>
                <a:gd name="connsiteX13" fmla="*/ 1751747 w 2326728"/>
                <a:gd name="connsiteY13" fmla="*/ 5252031 h 5689258"/>
                <a:gd name="connsiteX14" fmla="*/ 1391711 w 2326728"/>
                <a:gd name="connsiteY14" fmla="*/ 4978158 h 5689258"/>
                <a:gd name="connsiteX15" fmla="*/ 1386279 w 2326728"/>
                <a:gd name="connsiteY15" fmla="*/ 4965215 h 5689258"/>
                <a:gd name="connsiteX16" fmla="*/ 1383340 w 2326728"/>
                <a:gd name="connsiteY16" fmla="*/ 4892734 h 5689258"/>
                <a:gd name="connsiteX17" fmla="*/ 1384749 w 2326728"/>
                <a:gd name="connsiteY17" fmla="*/ 4879929 h 5689258"/>
                <a:gd name="connsiteX18" fmla="*/ 1427083 w 2326728"/>
                <a:gd name="connsiteY18" fmla="*/ 4446878 h 5689258"/>
                <a:gd name="connsiteX19" fmla="*/ 1224454 w 2326728"/>
                <a:gd name="connsiteY19" fmla="*/ 4010475 h 5689258"/>
                <a:gd name="connsiteX20" fmla="*/ 1190732 w 2326728"/>
                <a:gd name="connsiteY20" fmla="*/ 3987563 h 5689258"/>
                <a:gd name="connsiteX21" fmla="*/ 1184664 w 2326728"/>
                <a:gd name="connsiteY21" fmla="*/ 3988887 h 5689258"/>
                <a:gd name="connsiteX22" fmla="*/ 1175520 w 2326728"/>
                <a:gd name="connsiteY22" fmla="*/ 4001881 h 5689258"/>
                <a:gd name="connsiteX23" fmla="*/ 1172581 w 2326728"/>
                <a:gd name="connsiteY23" fmla="*/ 4027165 h 5689258"/>
                <a:gd name="connsiteX24" fmla="*/ 1166170 w 2326728"/>
                <a:gd name="connsiteY24" fmla="*/ 4082819 h 5689258"/>
                <a:gd name="connsiteX25" fmla="*/ 1155341 w 2326728"/>
                <a:gd name="connsiteY25" fmla="*/ 4180292 h 5689258"/>
                <a:gd name="connsiteX26" fmla="*/ 1154809 w 2326728"/>
                <a:gd name="connsiteY26" fmla="*/ 4184984 h 5689258"/>
                <a:gd name="connsiteX27" fmla="*/ 1130814 w 2326728"/>
                <a:gd name="connsiteY27" fmla="*/ 4433953 h 5689258"/>
                <a:gd name="connsiteX28" fmla="*/ 1184561 w 2326728"/>
                <a:gd name="connsiteY28" fmla="*/ 4752188 h 5689258"/>
                <a:gd name="connsiteX29" fmla="*/ 1185455 w 2326728"/>
                <a:gd name="connsiteY29" fmla="*/ 4753820 h 5689258"/>
                <a:gd name="connsiteX30" fmla="*/ 965930 w 2326728"/>
                <a:gd name="connsiteY30" fmla="*/ 4430068 h 5689258"/>
                <a:gd name="connsiteX31" fmla="*/ 960722 w 2326728"/>
                <a:gd name="connsiteY31" fmla="*/ 4397909 h 5689258"/>
                <a:gd name="connsiteX32" fmla="*/ 1017821 w 2326728"/>
                <a:gd name="connsiteY32" fmla="*/ 4258257 h 5689258"/>
                <a:gd name="connsiteX33" fmla="*/ 1119814 w 2326728"/>
                <a:gd name="connsiteY33" fmla="*/ 3961025 h 5689258"/>
                <a:gd name="connsiteX34" fmla="*/ 1041901 w 2326728"/>
                <a:gd name="connsiteY34" fmla="*/ 3427184 h 5689258"/>
                <a:gd name="connsiteX35" fmla="*/ 1034613 w 2326728"/>
                <a:gd name="connsiteY35" fmla="*/ 3412695 h 5689258"/>
                <a:gd name="connsiteX36" fmla="*/ 1028546 w 2326728"/>
                <a:gd name="connsiteY36" fmla="*/ 3401247 h 5689258"/>
                <a:gd name="connsiteX37" fmla="*/ 1012888 w 2326728"/>
                <a:gd name="connsiteY37" fmla="*/ 3392275 h 5689258"/>
                <a:gd name="connsiteX38" fmla="*/ 998226 w 2326728"/>
                <a:gd name="connsiteY38" fmla="*/ 3402777 h 5689258"/>
                <a:gd name="connsiteX39" fmla="*/ 943070 w 2326728"/>
                <a:gd name="connsiteY39" fmla="*/ 3541484 h 5689258"/>
                <a:gd name="connsiteX40" fmla="*/ 931503 w 2326728"/>
                <a:gd name="connsiteY40" fmla="*/ 3570515 h 5689258"/>
                <a:gd name="connsiteX41" fmla="*/ 824439 w 2326728"/>
                <a:gd name="connsiteY41" fmla="*/ 3897464 h 5689258"/>
                <a:gd name="connsiteX42" fmla="*/ 821173 w 2326728"/>
                <a:gd name="connsiteY42" fmla="*/ 4135157 h 5689258"/>
                <a:gd name="connsiteX43" fmla="*/ 673185 w 2326728"/>
                <a:gd name="connsiteY43" fmla="*/ 3682237 h 5689258"/>
                <a:gd name="connsiteX44" fmla="*/ 676381 w 2326728"/>
                <a:gd name="connsiteY44" fmla="*/ 3665478 h 5689258"/>
                <a:gd name="connsiteX45" fmla="*/ 767529 w 2326728"/>
                <a:gd name="connsiteY45" fmla="*/ 3541295 h 5689258"/>
                <a:gd name="connsiteX46" fmla="*/ 946198 w 2326728"/>
                <a:gd name="connsiteY46" fmla="*/ 3292207 h 5689258"/>
                <a:gd name="connsiteX47" fmla="*/ 1010653 w 2326728"/>
                <a:gd name="connsiteY47" fmla="*/ 2730710 h 5689258"/>
                <a:gd name="connsiteX48" fmla="*/ 1008866 w 2326728"/>
                <a:gd name="connsiteY48" fmla="*/ 2724110 h 5689258"/>
                <a:gd name="connsiteX49" fmla="*/ 1008247 w 2326728"/>
                <a:gd name="connsiteY49" fmla="*/ 2722254 h 5689258"/>
                <a:gd name="connsiteX50" fmla="*/ 998845 w 2326728"/>
                <a:gd name="connsiteY50" fmla="*/ 2712010 h 5689258"/>
                <a:gd name="connsiteX51" fmla="*/ 985490 w 2326728"/>
                <a:gd name="connsiteY51" fmla="*/ 2712199 h 5689258"/>
                <a:gd name="connsiteX52" fmla="*/ 973458 w 2326728"/>
                <a:gd name="connsiteY52" fmla="*/ 2720329 h 5689258"/>
                <a:gd name="connsiteX53" fmla="*/ 914486 w 2326728"/>
                <a:gd name="connsiteY53" fmla="*/ 2798758 h 5689258"/>
                <a:gd name="connsiteX54" fmla="*/ 911169 w 2326728"/>
                <a:gd name="connsiteY54" fmla="*/ 2803175 h 5689258"/>
                <a:gd name="connsiteX55" fmla="*/ 760242 w 2326728"/>
                <a:gd name="connsiteY55" fmla="*/ 3005924 h 5689258"/>
                <a:gd name="connsiteX56" fmla="*/ 636316 w 2326728"/>
                <a:gd name="connsiteY56" fmla="*/ 3239921 h 5689258"/>
                <a:gd name="connsiteX57" fmla="*/ 611703 w 2326728"/>
                <a:gd name="connsiteY57" fmla="*/ 3350079 h 5689258"/>
                <a:gd name="connsiteX58" fmla="*/ 583773 w 2326728"/>
                <a:gd name="connsiteY58" fmla="*/ 2960462 h 5689258"/>
                <a:gd name="connsiteX59" fmla="*/ 608712 w 2326728"/>
                <a:gd name="connsiteY59" fmla="*/ 2876825 h 5689258"/>
                <a:gd name="connsiteX60" fmla="*/ 681813 w 2326728"/>
                <a:gd name="connsiteY60" fmla="*/ 2820724 h 5689258"/>
                <a:gd name="connsiteX61" fmla="*/ 932568 w 2326728"/>
                <a:gd name="connsiteY61" fmla="*/ 2608315 h 5689258"/>
                <a:gd name="connsiteX62" fmla="*/ 1088051 w 2326728"/>
                <a:gd name="connsiteY62" fmla="*/ 2171809 h 5689258"/>
                <a:gd name="connsiteX63" fmla="*/ 1092158 w 2326728"/>
                <a:gd name="connsiteY63" fmla="*/ 2117564 h 5689258"/>
                <a:gd name="connsiteX64" fmla="*/ 1092434 w 2326728"/>
                <a:gd name="connsiteY64" fmla="*/ 2113284 h 5689258"/>
                <a:gd name="connsiteX65" fmla="*/ 1094255 w 2326728"/>
                <a:gd name="connsiteY65" fmla="*/ 2084477 h 5689258"/>
                <a:gd name="connsiteX66" fmla="*/ 1085111 w 2326728"/>
                <a:gd name="connsiteY66" fmla="*/ 2068441 h 5689258"/>
                <a:gd name="connsiteX67" fmla="*/ 1066806 w 2326728"/>
                <a:gd name="connsiteY67" fmla="*/ 2070658 h 5689258"/>
                <a:gd name="connsiteX68" fmla="*/ 1052557 w 2326728"/>
                <a:gd name="connsiteY68" fmla="*/ 2082861 h 5689258"/>
                <a:gd name="connsiteX69" fmla="*/ 1037844 w 2326728"/>
                <a:gd name="connsiteY69" fmla="*/ 2095168 h 5689258"/>
                <a:gd name="connsiteX70" fmla="*/ 968990 w 2326728"/>
                <a:gd name="connsiteY70" fmla="*/ 2149963 h 5689258"/>
                <a:gd name="connsiteX71" fmla="*/ 966583 w 2326728"/>
                <a:gd name="connsiteY71" fmla="*/ 2151854 h 5689258"/>
                <a:gd name="connsiteX72" fmla="*/ 813920 w 2326728"/>
                <a:gd name="connsiteY72" fmla="*/ 2275968 h 5689258"/>
                <a:gd name="connsiteX73" fmla="*/ 617719 w 2326728"/>
                <a:gd name="connsiteY73" fmla="*/ 2534664 h 5689258"/>
                <a:gd name="connsiteX74" fmla="*/ 601631 w 2326728"/>
                <a:gd name="connsiteY74" fmla="*/ 2580625 h 5689258"/>
                <a:gd name="connsiteX75" fmla="*/ 675556 w 2326728"/>
                <a:gd name="connsiteY75" fmla="*/ 2141765 h 5689258"/>
                <a:gd name="connsiteX76" fmla="*/ 690458 w 2326728"/>
                <a:gd name="connsiteY76" fmla="*/ 2116412 h 5689258"/>
                <a:gd name="connsiteX77" fmla="*/ 704381 w 2326728"/>
                <a:gd name="connsiteY77" fmla="*/ 2106839 h 5689258"/>
                <a:gd name="connsiteX78" fmla="*/ 792864 w 2326728"/>
                <a:gd name="connsiteY78" fmla="*/ 2073769 h 5689258"/>
                <a:gd name="connsiteX79" fmla="*/ 1048364 w 2326728"/>
                <a:gd name="connsiteY79" fmla="*/ 1968166 h 5689258"/>
                <a:gd name="connsiteX80" fmla="*/ 1327823 w 2326728"/>
                <a:gd name="connsiteY80" fmla="*/ 1516535 h 5689258"/>
                <a:gd name="connsiteX81" fmla="*/ 1320312 w 2326728"/>
                <a:gd name="connsiteY81" fmla="*/ 1502596 h 5689258"/>
                <a:gd name="connsiteX82" fmla="*/ 1304619 w 2326728"/>
                <a:gd name="connsiteY82" fmla="*/ 1501203 h 5689258"/>
                <a:gd name="connsiteX83" fmla="*/ 1199961 w 2326728"/>
                <a:gd name="connsiteY83" fmla="*/ 1544844 h 5689258"/>
                <a:gd name="connsiteX84" fmla="*/ 962200 w 2326728"/>
                <a:gd name="connsiteY84" fmla="*/ 1647868 h 5689258"/>
                <a:gd name="connsiteX85" fmla="*/ 777326 w 2326728"/>
                <a:gd name="connsiteY85" fmla="*/ 1795805 h 5689258"/>
                <a:gd name="connsiteX86" fmla="*/ 923459 w 2326728"/>
                <a:gd name="connsiteY86" fmla="*/ 1444827 h 5689258"/>
                <a:gd name="connsiteX87" fmla="*/ 1001887 w 2326728"/>
                <a:gd name="connsiteY87" fmla="*/ 1419664 h 5689258"/>
                <a:gd name="connsiteX88" fmla="*/ 1040663 w 2326728"/>
                <a:gd name="connsiteY88" fmla="*/ 1423926 h 5689258"/>
                <a:gd name="connsiteX89" fmla="*/ 1349033 w 2326728"/>
                <a:gd name="connsiteY89" fmla="*/ 1378601 h 5689258"/>
                <a:gd name="connsiteX90" fmla="*/ 1633305 w 2326728"/>
                <a:gd name="connsiteY90" fmla="*/ 1098455 h 5689258"/>
                <a:gd name="connsiteX91" fmla="*/ 1639389 w 2326728"/>
                <a:gd name="connsiteY91" fmla="*/ 1083690 h 5689258"/>
                <a:gd name="connsiteX92" fmla="*/ 1637258 w 2326728"/>
                <a:gd name="connsiteY92" fmla="*/ 1067929 h 5689258"/>
                <a:gd name="connsiteX93" fmla="*/ 1622906 w 2326728"/>
                <a:gd name="connsiteY93" fmla="*/ 1061122 h 5689258"/>
                <a:gd name="connsiteX94" fmla="*/ 1622768 w 2326728"/>
                <a:gd name="connsiteY94" fmla="*/ 1061122 h 5689258"/>
                <a:gd name="connsiteX95" fmla="*/ 1583202 w 2326728"/>
                <a:gd name="connsiteY95" fmla="*/ 1063615 h 5689258"/>
                <a:gd name="connsiteX96" fmla="*/ 1511854 w 2326728"/>
                <a:gd name="connsiteY96" fmla="*/ 1067843 h 5689258"/>
                <a:gd name="connsiteX97" fmla="*/ 1486708 w 2326728"/>
                <a:gd name="connsiteY97" fmla="*/ 1069115 h 5689258"/>
                <a:gd name="connsiteX98" fmla="*/ 1258005 w 2326728"/>
                <a:gd name="connsiteY98" fmla="*/ 1094880 h 5689258"/>
                <a:gd name="connsiteX99" fmla="*/ 1058969 w 2326728"/>
                <a:gd name="connsiteY99" fmla="*/ 1195137 h 5689258"/>
                <a:gd name="connsiteX100" fmla="*/ 1243653 w 2326728"/>
                <a:gd name="connsiteY100" fmla="*/ 921951 h 5689258"/>
                <a:gd name="connsiteX101" fmla="*/ 1260704 w 2326728"/>
                <a:gd name="connsiteY101" fmla="*/ 915059 h 5689258"/>
                <a:gd name="connsiteX102" fmla="*/ 1293292 w 2326728"/>
                <a:gd name="connsiteY102" fmla="*/ 911621 h 5689258"/>
                <a:gd name="connsiteX103" fmla="*/ 1351061 w 2326728"/>
                <a:gd name="connsiteY103" fmla="*/ 925114 h 5689258"/>
                <a:gd name="connsiteX104" fmla="*/ 1698911 w 2326728"/>
                <a:gd name="connsiteY104" fmla="*/ 936200 h 5689258"/>
                <a:gd name="connsiteX105" fmla="*/ 1968436 w 2326728"/>
                <a:gd name="connsiteY105" fmla="*/ 734328 h 5689258"/>
                <a:gd name="connsiteX106" fmla="*/ 1975276 w 2326728"/>
                <a:gd name="connsiteY106" fmla="*/ 723860 h 5689258"/>
                <a:gd name="connsiteX107" fmla="*/ 1975723 w 2326728"/>
                <a:gd name="connsiteY107" fmla="*/ 710574 h 5689258"/>
                <a:gd name="connsiteX108" fmla="*/ 1932960 w 2326728"/>
                <a:gd name="connsiteY108" fmla="*/ 690172 h 5689258"/>
                <a:gd name="connsiteX109" fmla="*/ 1845868 w 2326728"/>
                <a:gd name="connsiteY109" fmla="*/ 676095 h 5689258"/>
                <a:gd name="connsiteX110" fmla="*/ 1804497 w 2326728"/>
                <a:gd name="connsiteY110" fmla="*/ 670113 h 5689258"/>
                <a:gd name="connsiteX111" fmla="*/ 1802726 w 2326728"/>
                <a:gd name="connsiteY111" fmla="*/ 669838 h 5689258"/>
                <a:gd name="connsiteX112" fmla="*/ 1658743 w 2326728"/>
                <a:gd name="connsiteY112" fmla="*/ 653321 h 5689258"/>
                <a:gd name="connsiteX113" fmla="*/ 1425777 w 2326728"/>
                <a:gd name="connsiteY113" fmla="*/ 707205 h 5689258"/>
                <a:gd name="connsiteX114" fmla="*/ 1558967 w 2326728"/>
                <a:gd name="connsiteY114" fmla="*/ 575597 h 5689258"/>
                <a:gd name="connsiteX115" fmla="*/ 1611424 w 2326728"/>
                <a:gd name="connsiteY115" fmla="*/ 532953 h 5689258"/>
                <a:gd name="connsiteX116" fmla="*/ 1622768 w 2326728"/>
                <a:gd name="connsiteY116" fmla="*/ 529808 h 5689258"/>
                <a:gd name="connsiteX117" fmla="*/ 2019707 w 2326728"/>
                <a:gd name="connsiteY117" fmla="*/ 319238 h 5689258"/>
                <a:gd name="connsiteX118" fmla="*/ 2161508 w 2326728"/>
                <a:gd name="connsiteY118" fmla="*/ 34640 h 5689258"/>
                <a:gd name="connsiteX119" fmla="*/ 2162711 w 2326728"/>
                <a:gd name="connsiteY119" fmla="*/ 30601 h 5689258"/>
                <a:gd name="connsiteX120" fmla="*/ 2159927 w 2326728"/>
                <a:gd name="connsiteY120" fmla="*/ 3443 h 5689258"/>
                <a:gd name="connsiteX121" fmla="*/ 2111371 w 2326728"/>
                <a:gd name="connsiteY121" fmla="*/ 11109 h 5689258"/>
                <a:gd name="connsiteX122" fmla="*/ 2027786 w 2326728"/>
                <a:gd name="connsiteY122" fmla="*/ 42477 h 5689258"/>
                <a:gd name="connsiteX123" fmla="*/ 1854686 w 2326728"/>
                <a:gd name="connsiteY123" fmla="*/ 110232 h 5689258"/>
                <a:gd name="connsiteX124" fmla="*/ 1628715 w 2326728"/>
                <a:gd name="connsiteY124" fmla="*/ 296670 h 5689258"/>
                <a:gd name="connsiteX125" fmla="*/ 1578337 w 2326728"/>
                <a:gd name="connsiteY125" fmla="*/ 488711 h 5689258"/>
                <a:gd name="connsiteX126" fmla="*/ 1577530 w 2326728"/>
                <a:gd name="connsiteY126" fmla="*/ 491427 h 5689258"/>
                <a:gd name="connsiteX127" fmla="*/ 1285558 w 2326728"/>
                <a:gd name="connsiteY127" fmla="*/ 788848 h 5689258"/>
                <a:gd name="connsiteX128" fmla="*/ 1414295 w 2326728"/>
                <a:gd name="connsiteY128" fmla="*/ 442098 h 5689258"/>
                <a:gd name="connsiteX129" fmla="*/ 1418472 w 2326728"/>
                <a:gd name="connsiteY129" fmla="*/ 77919 h 5689258"/>
                <a:gd name="connsiteX130" fmla="*/ 1413642 w 2326728"/>
                <a:gd name="connsiteY130" fmla="*/ 55282 h 5689258"/>
                <a:gd name="connsiteX131" fmla="*/ 1410600 w 2326728"/>
                <a:gd name="connsiteY131" fmla="*/ 41859 h 5689258"/>
                <a:gd name="connsiteX132" fmla="*/ 1399204 w 2326728"/>
                <a:gd name="connsiteY132" fmla="*/ 29655 h 5689258"/>
                <a:gd name="connsiteX133" fmla="*/ 1382893 w 2326728"/>
                <a:gd name="connsiteY133" fmla="*/ 33505 h 5689258"/>
                <a:gd name="connsiteX134" fmla="*/ 1362903 w 2326728"/>
                <a:gd name="connsiteY134" fmla="*/ 51845 h 5689258"/>
                <a:gd name="connsiteX135" fmla="*/ 1358314 w 2326728"/>
                <a:gd name="connsiteY135" fmla="*/ 55987 h 5689258"/>
                <a:gd name="connsiteX136" fmla="*/ 1311649 w 2326728"/>
                <a:gd name="connsiteY136" fmla="*/ 101226 h 5689258"/>
                <a:gd name="connsiteX137" fmla="*/ 1064795 w 2326728"/>
                <a:gd name="connsiteY137" fmla="*/ 605572 h 5689258"/>
                <a:gd name="connsiteX138" fmla="*/ 1080780 w 2326728"/>
                <a:gd name="connsiteY138" fmla="*/ 821006 h 5689258"/>
                <a:gd name="connsiteX139" fmla="*/ 1112595 w 2326728"/>
                <a:gd name="connsiteY139" fmla="*/ 878242 h 5689258"/>
                <a:gd name="connsiteX140" fmla="*/ 1128631 w 2326728"/>
                <a:gd name="connsiteY140" fmla="*/ 903543 h 5689258"/>
                <a:gd name="connsiteX141" fmla="*/ 1132636 w 2326728"/>
                <a:gd name="connsiteY141" fmla="*/ 911020 h 5689258"/>
                <a:gd name="connsiteX142" fmla="*/ 1122633 w 2326728"/>
                <a:gd name="connsiteY142" fmla="*/ 995568 h 5689258"/>
                <a:gd name="connsiteX143" fmla="*/ 1119848 w 2326728"/>
                <a:gd name="connsiteY143" fmla="*/ 999555 h 5689258"/>
                <a:gd name="connsiteX144" fmla="*/ 1118250 w 2326728"/>
                <a:gd name="connsiteY144" fmla="*/ 1001772 h 5689258"/>
                <a:gd name="connsiteX145" fmla="*/ 909829 w 2326728"/>
                <a:gd name="connsiteY145" fmla="*/ 1332795 h 5689258"/>
                <a:gd name="connsiteX146" fmla="*/ 952833 w 2326728"/>
                <a:gd name="connsiteY146" fmla="*/ 1012326 h 5689258"/>
                <a:gd name="connsiteX147" fmla="*/ 846285 w 2326728"/>
                <a:gd name="connsiteY147" fmla="*/ 599729 h 5689258"/>
                <a:gd name="connsiteX148" fmla="*/ 831469 w 2326728"/>
                <a:gd name="connsiteY148" fmla="*/ 591135 h 5689258"/>
                <a:gd name="connsiteX149" fmla="*/ 818234 w 2326728"/>
                <a:gd name="connsiteY149" fmla="*/ 597975 h 5689258"/>
                <a:gd name="connsiteX150" fmla="*/ 811977 w 2326728"/>
                <a:gd name="connsiteY150" fmla="*/ 606260 h 5689258"/>
                <a:gd name="connsiteX151" fmla="*/ 799447 w 2326728"/>
                <a:gd name="connsiteY151" fmla="*/ 623551 h 5689258"/>
                <a:gd name="connsiteX152" fmla="*/ 693930 w 2326728"/>
                <a:gd name="connsiteY152" fmla="*/ 881628 h 5689258"/>
                <a:gd name="connsiteX153" fmla="*/ 641456 w 2326728"/>
                <a:gd name="connsiteY153" fmla="*/ 1239413 h 5689258"/>
                <a:gd name="connsiteX154" fmla="*/ 694102 w 2326728"/>
                <a:gd name="connsiteY154" fmla="*/ 1461413 h 5689258"/>
                <a:gd name="connsiteX155" fmla="*/ 733171 w 2326728"/>
                <a:gd name="connsiteY155" fmla="*/ 1512616 h 5689258"/>
                <a:gd name="connsiteX156" fmla="*/ 755188 w 2326728"/>
                <a:gd name="connsiteY156" fmla="*/ 1539361 h 5689258"/>
                <a:gd name="connsiteX157" fmla="*/ 762510 w 2326728"/>
                <a:gd name="connsiteY157" fmla="*/ 1555810 h 5689258"/>
                <a:gd name="connsiteX158" fmla="*/ 762476 w 2326728"/>
                <a:gd name="connsiteY158" fmla="*/ 1621072 h 5689258"/>
                <a:gd name="connsiteX159" fmla="*/ 762149 w 2326728"/>
                <a:gd name="connsiteY159" fmla="*/ 1635854 h 5689258"/>
                <a:gd name="connsiteX160" fmla="*/ 760637 w 2326728"/>
                <a:gd name="connsiteY160" fmla="*/ 1643554 h 5689258"/>
                <a:gd name="connsiteX161" fmla="*/ 642985 w 2326728"/>
                <a:gd name="connsiteY161" fmla="*/ 1980438 h 5689258"/>
                <a:gd name="connsiteX162" fmla="*/ 651407 w 2326728"/>
                <a:gd name="connsiteY162" fmla="*/ 1865640 h 5689258"/>
                <a:gd name="connsiteX163" fmla="*/ 458713 w 2326728"/>
                <a:gd name="connsiteY163" fmla="*/ 1304693 h 5689258"/>
                <a:gd name="connsiteX164" fmla="*/ 431212 w 2326728"/>
                <a:gd name="connsiteY164" fmla="*/ 1271194 h 5689258"/>
                <a:gd name="connsiteX165" fmla="*/ 418304 w 2326728"/>
                <a:gd name="connsiteY165" fmla="*/ 1265023 h 5689258"/>
                <a:gd name="connsiteX166" fmla="*/ 415554 w 2326728"/>
                <a:gd name="connsiteY166" fmla="*/ 1265264 h 5689258"/>
                <a:gd name="connsiteX167" fmla="*/ 402680 w 2326728"/>
                <a:gd name="connsiteY167" fmla="*/ 1275869 h 5689258"/>
                <a:gd name="connsiteX168" fmla="*/ 395324 w 2326728"/>
                <a:gd name="connsiteY168" fmla="*/ 1294965 h 5689258"/>
                <a:gd name="connsiteX169" fmla="*/ 382691 w 2326728"/>
                <a:gd name="connsiteY169" fmla="*/ 1329289 h 5689258"/>
                <a:gd name="connsiteX170" fmla="*/ 337675 w 2326728"/>
                <a:gd name="connsiteY170" fmla="*/ 1643331 h 5689258"/>
                <a:gd name="connsiteX171" fmla="*/ 337624 w 2326728"/>
                <a:gd name="connsiteY171" fmla="*/ 1645840 h 5689258"/>
                <a:gd name="connsiteX172" fmla="*/ 371003 w 2326728"/>
                <a:gd name="connsiteY172" fmla="*/ 1989943 h 5689258"/>
                <a:gd name="connsiteX173" fmla="*/ 488379 w 2326728"/>
                <a:gd name="connsiteY173" fmla="*/ 2182500 h 5689258"/>
                <a:gd name="connsiteX174" fmla="*/ 489754 w 2326728"/>
                <a:gd name="connsiteY174" fmla="*/ 2183737 h 5689258"/>
                <a:gd name="connsiteX175" fmla="*/ 552594 w 2326728"/>
                <a:gd name="connsiteY175" fmla="*/ 2262510 h 5689258"/>
                <a:gd name="connsiteX176" fmla="*/ 558713 w 2326728"/>
                <a:gd name="connsiteY176" fmla="*/ 2285044 h 5689258"/>
                <a:gd name="connsiteX177" fmla="*/ 555705 w 2326728"/>
                <a:gd name="connsiteY177" fmla="*/ 2384012 h 5689258"/>
                <a:gd name="connsiteX178" fmla="*/ 547609 w 2326728"/>
                <a:gd name="connsiteY178" fmla="*/ 2437329 h 5689258"/>
                <a:gd name="connsiteX179" fmla="*/ 531057 w 2326728"/>
                <a:gd name="connsiteY179" fmla="*/ 2656699 h 5689258"/>
                <a:gd name="connsiteX180" fmla="*/ 530542 w 2326728"/>
                <a:gd name="connsiteY180" fmla="*/ 2663351 h 5689258"/>
                <a:gd name="connsiteX181" fmla="*/ 526124 w 2326728"/>
                <a:gd name="connsiteY181" fmla="*/ 2718369 h 5689258"/>
                <a:gd name="connsiteX182" fmla="*/ 363217 w 2326728"/>
                <a:gd name="connsiteY182" fmla="*/ 2272032 h 5689258"/>
                <a:gd name="connsiteX183" fmla="*/ 159745 w 2326728"/>
                <a:gd name="connsiteY183" fmla="*/ 2066206 h 5689258"/>
                <a:gd name="connsiteX184" fmla="*/ 148161 w 2326728"/>
                <a:gd name="connsiteY184" fmla="*/ 2058850 h 5689258"/>
                <a:gd name="connsiteX185" fmla="*/ 140014 w 2326728"/>
                <a:gd name="connsiteY185" fmla="*/ 2053934 h 5689258"/>
                <a:gd name="connsiteX186" fmla="*/ 123943 w 2326728"/>
                <a:gd name="connsiteY186" fmla="*/ 2053212 h 5689258"/>
                <a:gd name="connsiteX187" fmla="*/ 114713 w 2326728"/>
                <a:gd name="connsiteY187" fmla="*/ 2066516 h 5689258"/>
                <a:gd name="connsiteX188" fmla="*/ 111155 w 2326728"/>
                <a:gd name="connsiteY188" fmla="*/ 2097437 h 5689258"/>
                <a:gd name="connsiteX189" fmla="*/ 105999 w 2326728"/>
                <a:gd name="connsiteY189" fmla="*/ 2159812 h 5689258"/>
                <a:gd name="connsiteX190" fmla="*/ 241371 w 2326728"/>
                <a:gd name="connsiteY190" fmla="*/ 2759191 h 5689258"/>
                <a:gd name="connsiteX191" fmla="*/ 340975 w 2326728"/>
                <a:gd name="connsiteY191" fmla="*/ 2890129 h 5689258"/>
                <a:gd name="connsiteX192" fmla="*/ 474199 w 2326728"/>
                <a:gd name="connsiteY192" fmla="*/ 2954085 h 5689258"/>
                <a:gd name="connsiteX193" fmla="*/ 478256 w 2326728"/>
                <a:gd name="connsiteY193" fmla="*/ 2956148 h 5689258"/>
                <a:gd name="connsiteX194" fmla="*/ 486454 w 2326728"/>
                <a:gd name="connsiteY194" fmla="*/ 2972236 h 5689258"/>
                <a:gd name="connsiteX195" fmla="*/ 511497 w 2326728"/>
                <a:gd name="connsiteY195" fmla="*/ 3030572 h 5689258"/>
                <a:gd name="connsiteX196" fmla="*/ 515708 w 2326728"/>
                <a:gd name="connsiteY196" fmla="*/ 3084714 h 5689258"/>
                <a:gd name="connsiteX197" fmla="*/ 515932 w 2326728"/>
                <a:gd name="connsiteY197" fmla="*/ 3105872 h 5689258"/>
                <a:gd name="connsiteX198" fmla="*/ 553539 w 2326728"/>
                <a:gd name="connsiteY198" fmla="*/ 3479625 h 5689258"/>
                <a:gd name="connsiteX199" fmla="*/ 490442 w 2326728"/>
                <a:gd name="connsiteY199" fmla="*/ 3348188 h 5689258"/>
                <a:gd name="connsiteX200" fmla="*/ 75490 w 2326728"/>
                <a:gd name="connsiteY200" fmla="*/ 2989389 h 5689258"/>
                <a:gd name="connsiteX201" fmla="*/ 40770 w 2326728"/>
                <a:gd name="connsiteY201" fmla="*/ 2978080 h 5689258"/>
                <a:gd name="connsiteX202" fmla="*/ 38227 w 2326728"/>
                <a:gd name="connsiteY202" fmla="*/ 2977323 h 5689258"/>
                <a:gd name="connsiteX203" fmla="*/ 21709 w 2326728"/>
                <a:gd name="connsiteY203" fmla="*/ 2972408 h 5689258"/>
                <a:gd name="connsiteX204" fmla="*/ 6068 w 2326728"/>
                <a:gd name="connsiteY204" fmla="*/ 2975433 h 5689258"/>
                <a:gd name="connsiteX205" fmla="*/ 86 w 2326728"/>
                <a:gd name="connsiteY205" fmla="*/ 2990111 h 5689258"/>
                <a:gd name="connsiteX206" fmla="*/ 3043 w 2326728"/>
                <a:gd name="connsiteY206" fmla="*/ 3024659 h 5689258"/>
                <a:gd name="connsiteX207" fmla="*/ 12445 w 2326728"/>
                <a:gd name="connsiteY207" fmla="*/ 3095508 h 5689258"/>
                <a:gd name="connsiteX208" fmla="*/ 293863 w 2326728"/>
                <a:gd name="connsiteY208" fmla="*/ 3618624 h 5689258"/>
                <a:gd name="connsiteX209" fmla="*/ 478084 w 2326728"/>
                <a:gd name="connsiteY209" fmla="*/ 3721425 h 5689258"/>
                <a:gd name="connsiteX210" fmla="*/ 550376 w 2326728"/>
                <a:gd name="connsiteY210" fmla="*/ 3722216 h 5689258"/>
                <a:gd name="connsiteX211" fmla="*/ 560414 w 2326728"/>
                <a:gd name="connsiteY211" fmla="*/ 3721614 h 5689258"/>
                <a:gd name="connsiteX212" fmla="*/ 564505 w 2326728"/>
                <a:gd name="connsiteY212" fmla="*/ 3721442 h 5689258"/>
                <a:gd name="connsiteX213" fmla="*/ 569386 w 2326728"/>
                <a:gd name="connsiteY213" fmla="*/ 3724261 h 5689258"/>
                <a:gd name="connsiteX214" fmla="*/ 616086 w 2326728"/>
                <a:gd name="connsiteY214" fmla="*/ 3788389 h 5689258"/>
                <a:gd name="connsiteX215" fmla="*/ 618166 w 2326728"/>
                <a:gd name="connsiteY215" fmla="*/ 3794371 h 5689258"/>
                <a:gd name="connsiteX216" fmla="*/ 618853 w 2326728"/>
                <a:gd name="connsiteY216" fmla="*/ 3796674 h 5689258"/>
                <a:gd name="connsiteX217" fmla="*/ 798382 w 2326728"/>
                <a:gd name="connsiteY217" fmla="*/ 4269464 h 5689258"/>
                <a:gd name="connsiteX218" fmla="*/ 692504 w 2326728"/>
                <a:gd name="connsiteY218" fmla="*/ 4147360 h 5689258"/>
                <a:gd name="connsiteX219" fmla="*/ 172379 w 2326728"/>
                <a:gd name="connsiteY219" fmla="*/ 3968382 h 5689258"/>
                <a:gd name="connsiteX220" fmla="*/ 168099 w 2326728"/>
                <a:gd name="connsiteY220" fmla="*/ 3968416 h 5689258"/>
                <a:gd name="connsiteX221" fmla="*/ 165400 w 2326728"/>
                <a:gd name="connsiteY221" fmla="*/ 3968915 h 5689258"/>
                <a:gd name="connsiteX222" fmla="*/ 155019 w 2326728"/>
                <a:gd name="connsiteY222" fmla="*/ 3989385 h 5689258"/>
                <a:gd name="connsiteX223" fmla="*/ 162203 w 2326728"/>
                <a:gd name="connsiteY223" fmla="*/ 4014944 h 5689258"/>
                <a:gd name="connsiteX224" fmla="*/ 179323 w 2326728"/>
                <a:gd name="connsiteY224" fmla="*/ 4068983 h 5689258"/>
                <a:gd name="connsiteX225" fmla="*/ 352612 w 2326728"/>
                <a:gd name="connsiteY225" fmla="*/ 4326012 h 5689258"/>
                <a:gd name="connsiteX226" fmla="*/ 560689 w 2326728"/>
                <a:gd name="connsiteY226" fmla="*/ 4490776 h 5689258"/>
                <a:gd name="connsiteX227" fmla="*/ 821087 w 2326728"/>
                <a:gd name="connsiteY227" fmla="*/ 4523708 h 5689258"/>
                <a:gd name="connsiteX228" fmla="*/ 865655 w 2326728"/>
                <a:gd name="connsiteY228" fmla="*/ 4506142 h 5689258"/>
                <a:gd name="connsiteX229" fmla="*/ 888223 w 2326728"/>
                <a:gd name="connsiteY229" fmla="*/ 4507259 h 5689258"/>
                <a:gd name="connsiteX230" fmla="*/ 924301 w 2326728"/>
                <a:gd name="connsiteY230" fmla="*/ 4530239 h 5689258"/>
                <a:gd name="connsiteX231" fmla="*/ 943912 w 2326728"/>
                <a:gd name="connsiteY231" fmla="*/ 4542030 h 5689258"/>
                <a:gd name="connsiteX232" fmla="*/ 947831 w 2326728"/>
                <a:gd name="connsiteY232" fmla="*/ 4547651 h 5689258"/>
                <a:gd name="connsiteX233" fmla="*/ 1194358 w 2326728"/>
                <a:gd name="connsiteY233" fmla="*/ 4886941 h 5689258"/>
                <a:gd name="connsiteX234" fmla="*/ 1044118 w 2326728"/>
                <a:gd name="connsiteY234" fmla="*/ 4809613 h 5689258"/>
                <a:gd name="connsiteX235" fmla="*/ 548400 w 2326728"/>
                <a:gd name="connsiteY235" fmla="*/ 4828915 h 5689258"/>
                <a:gd name="connsiteX236" fmla="*/ 494412 w 2326728"/>
                <a:gd name="connsiteY236" fmla="*/ 4854198 h 5689258"/>
                <a:gd name="connsiteX237" fmla="*/ 487142 w 2326728"/>
                <a:gd name="connsiteY237" fmla="*/ 4865422 h 5689258"/>
                <a:gd name="connsiteX238" fmla="*/ 490390 w 2326728"/>
                <a:gd name="connsiteY238" fmla="*/ 4878244 h 5689258"/>
                <a:gd name="connsiteX239" fmla="*/ 505619 w 2326728"/>
                <a:gd name="connsiteY239" fmla="*/ 4898577 h 5689258"/>
                <a:gd name="connsiteX240" fmla="*/ 506719 w 2326728"/>
                <a:gd name="connsiteY240" fmla="*/ 4900056 h 5689258"/>
                <a:gd name="connsiteX241" fmla="*/ 545031 w 2326728"/>
                <a:gd name="connsiteY241" fmla="*/ 4948096 h 5689258"/>
                <a:gd name="connsiteX242" fmla="*/ 765106 w 2326728"/>
                <a:gd name="connsiteY242" fmla="*/ 5103166 h 5689258"/>
                <a:gd name="connsiteX243" fmla="*/ 1083805 w 2326728"/>
                <a:gd name="connsiteY243" fmla="*/ 5190309 h 5689258"/>
                <a:gd name="connsiteX244" fmla="*/ 1098845 w 2326728"/>
                <a:gd name="connsiteY244" fmla="*/ 5190584 h 5689258"/>
                <a:gd name="connsiteX245" fmla="*/ 1332532 w 2326728"/>
                <a:gd name="connsiteY245" fmla="*/ 5092131 h 5689258"/>
                <a:gd name="connsiteX246" fmla="*/ 1337225 w 2326728"/>
                <a:gd name="connsiteY246" fmla="*/ 5090619 h 5689258"/>
                <a:gd name="connsiteX247" fmla="*/ 1397228 w 2326728"/>
                <a:gd name="connsiteY247" fmla="*/ 5098181 h 5689258"/>
                <a:gd name="connsiteX248" fmla="*/ 1404808 w 2326728"/>
                <a:gd name="connsiteY248" fmla="*/ 5101894 h 5689258"/>
                <a:gd name="connsiteX249" fmla="*/ 1716941 w 2326728"/>
                <a:gd name="connsiteY249" fmla="*/ 5331027 h 5689258"/>
                <a:gd name="connsiteX250" fmla="*/ 1665944 w 2326728"/>
                <a:gd name="connsiteY250" fmla="*/ 5318445 h 5689258"/>
                <a:gd name="connsiteX251" fmla="*/ 1299738 w 2326728"/>
                <a:gd name="connsiteY251" fmla="*/ 5362000 h 5689258"/>
                <a:gd name="connsiteX252" fmla="*/ 1049137 w 2326728"/>
                <a:gd name="connsiteY252" fmla="*/ 5519785 h 5689258"/>
                <a:gd name="connsiteX253" fmla="*/ 1047040 w 2326728"/>
                <a:gd name="connsiteY253" fmla="*/ 5542577 h 5689258"/>
                <a:gd name="connsiteX254" fmla="*/ 1145080 w 2326728"/>
                <a:gd name="connsiteY254" fmla="*/ 5614181 h 5689258"/>
                <a:gd name="connsiteX255" fmla="*/ 1418730 w 2326728"/>
                <a:gd name="connsiteY255" fmla="*/ 5686320 h 5689258"/>
                <a:gd name="connsiteX256" fmla="*/ 1500012 w 2326728"/>
                <a:gd name="connsiteY256" fmla="*/ 5689259 h 5689258"/>
                <a:gd name="connsiteX257" fmla="*/ 1594322 w 2326728"/>
                <a:gd name="connsiteY257" fmla="*/ 5684721 h 5689258"/>
                <a:gd name="connsiteX258" fmla="*/ 1674951 w 2326728"/>
                <a:gd name="connsiteY258" fmla="*/ 5670885 h 5689258"/>
                <a:gd name="connsiteX259" fmla="*/ 1924641 w 2326728"/>
                <a:gd name="connsiteY259" fmla="*/ 5487025 h 5689258"/>
                <a:gd name="connsiteX260" fmla="*/ 1933664 w 2326728"/>
                <a:gd name="connsiteY260" fmla="*/ 5483003 h 5689258"/>
                <a:gd name="connsiteX261" fmla="*/ 1993771 w 2326728"/>
                <a:gd name="connsiteY261" fmla="*/ 5471281 h 5689258"/>
                <a:gd name="connsiteX262" fmla="*/ 2010563 w 2326728"/>
                <a:gd name="connsiteY262" fmla="*/ 5474546 h 5689258"/>
                <a:gd name="connsiteX263" fmla="*/ 2272921 w 2326728"/>
                <a:gd name="connsiteY263" fmla="*/ 5554161 h 5689258"/>
                <a:gd name="connsiteX264" fmla="*/ 2276839 w 2326728"/>
                <a:gd name="connsiteY264" fmla="*/ 5554625 h 5689258"/>
                <a:gd name="connsiteX265" fmla="*/ 2291484 w 2326728"/>
                <a:gd name="connsiteY265" fmla="*/ 5545808 h 5689258"/>
                <a:gd name="connsiteX266" fmla="*/ 2322783 w 2326728"/>
                <a:gd name="connsiteY266" fmla="*/ 5499933 h 5689258"/>
                <a:gd name="connsiteX267" fmla="*/ 2325842 w 2326728"/>
                <a:gd name="connsiteY267" fmla="*/ 5483828 h 5689258"/>
                <a:gd name="connsiteX268" fmla="*/ 2313708 w 2326728"/>
                <a:gd name="connsiteY268" fmla="*/ 5472982 h 568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2326728" h="5689258">
                  <a:moveTo>
                    <a:pt x="2313708" y="5472982"/>
                  </a:moveTo>
                  <a:cubicBezTo>
                    <a:pt x="2202484" y="5448421"/>
                    <a:pt x="2091862" y="5412618"/>
                    <a:pt x="1975465" y="5363546"/>
                  </a:cubicBezTo>
                  <a:cubicBezTo>
                    <a:pt x="1974073" y="5362893"/>
                    <a:pt x="1970619" y="5358992"/>
                    <a:pt x="1969536" y="5355485"/>
                  </a:cubicBezTo>
                  <a:cubicBezTo>
                    <a:pt x="1957934" y="5315936"/>
                    <a:pt x="1954049" y="5276094"/>
                    <a:pt x="1957624" y="5233674"/>
                  </a:cubicBezTo>
                  <a:cubicBezTo>
                    <a:pt x="1980416" y="4962843"/>
                    <a:pt x="1819141" y="4677472"/>
                    <a:pt x="1574195" y="4555127"/>
                  </a:cubicBezTo>
                  <a:cubicBezTo>
                    <a:pt x="1568987" y="4552481"/>
                    <a:pt x="1563556" y="4550195"/>
                    <a:pt x="1557299" y="4547633"/>
                  </a:cubicBezTo>
                  <a:lnTo>
                    <a:pt x="1551490" y="4545227"/>
                  </a:lnTo>
                  <a:cubicBezTo>
                    <a:pt x="1545973" y="4542873"/>
                    <a:pt x="1539252" y="4543852"/>
                    <a:pt x="1534800" y="4547427"/>
                  </a:cubicBezTo>
                  <a:cubicBezTo>
                    <a:pt x="1529988" y="4551140"/>
                    <a:pt x="1527599" y="4557190"/>
                    <a:pt x="1528578" y="4563257"/>
                  </a:cubicBezTo>
                  <a:lnTo>
                    <a:pt x="1535282" y="4604784"/>
                  </a:lnTo>
                  <a:cubicBezTo>
                    <a:pt x="1541229" y="4641532"/>
                    <a:pt x="1547055" y="4677489"/>
                    <a:pt x="1552641" y="4713480"/>
                  </a:cubicBezTo>
                  <a:lnTo>
                    <a:pt x="1554051" y="4722900"/>
                  </a:lnTo>
                  <a:cubicBezTo>
                    <a:pt x="1569778" y="4825185"/>
                    <a:pt x="1586038" y="4930960"/>
                    <a:pt x="1617715" y="5032575"/>
                  </a:cubicBezTo>
                  <a:cubicBezTo>
                    <a:pt x="1646299" y="5124256"/>
                    <a:pt x="1690403" y="5196600"/>
                    <a:pt x="1751747" y="5252031"/>
                  </a:cubicBezTo>
                  <a:cubicBezTo>
                    <a:pt x="1622150" y="5175613"/>
                    <a:pt x="1501387" y="5083778"/>
                    <a:pt x="1391711" y="4978158"/>
                  </a:cubicBezTo>
                  <a:cubicBezTo>
                    <a:pt x="1389407" y="4975941"/>
                    <a:pt x="1386674" y="4970062"/>
                    <a:pt x="1386279" y="4965215"/>
                  </a:cubicBezTo>
                  <a:lnTo>
                    <a:pt x="1383340" y="4892734"/>
                  </a:lnTo>
                  <a:cubicBezTo>
                    <a:pt x="1383323" y="4890155"/>
                    <a:pt x="1383288" y="4883314"/>
                    <a:pt x="1384749" y="4879929"/>
                  </a:cubicBezTo>
                  <a:cubicBezTo>
                    <a:pt x="1438771" y="4754078"/>
                    <a:pt x="1452607" y="4612415"/>
                    <a:pt x="1427083" y="4446878"/>
                  </a:cubicBezTo>
                  <a:cubicBezTo>
                    <a:pt x="1402470" y="4287219"/>
                    <a:pt x="1334303" y="4140399"/>
                    <a:pt x="1224454" y="4010475"/>
                  </a:cubicBezTo>
                  <a:cubicBezTo>
                    <a:pt x="1211598" y="3995264"/>
                    <a:pt x="1200254" y="3987563"/>
                    <a:pt x="1190732" y="3987563"/>
                  </a:cubicBezTo>
                  <a:cubicBezTo>
                    <a:pt x="1188411" y="3987563"/>
                    <a:pt x="1186314" y="3988028"/>
                    <a:pt x="1184664" y="3988887"/>
                  </a:cubicBezTo>
                  <a:cubicBezTo>
                    <a:pt x="1179611" y="3991396"/>
                    <a:pt x="1176191" y="3996261"/>
                    <a:pt x="1175520" y="4001881"/>
                  </a:cubicBezTo>
                  <a:lnTo>
                    <a:pt x="1172581" y="4027165"/>
                  </a:lnTo>
                  <a:cubicBezTo>
                    <a:pt x="1170312" y="4045934"/>
                    <a:pt x="1168129" y="4064359"/>
                    <a:pt x="1166170" y="4082819"/>
                  </a:cubicBezTo>
                  <a:cubicBezTo>
                    <a:pt x="1162784" y="4115339"/>
                    <a:pt x="1159071" y="4147807"/>
                    <a:pt x="1155341" y="4180292"/>
                  </a:cubicBezTo>
                  <a:lnTo>
                    <a:pt x="1154809" y="4184984"/>
                  </a:lnTo>
                  <a:cubicBezTo>
                    <a:pt x="1145527" y="4266094"/>
                    <a:pt x="1135902" y="4349972"/>
                    <a:pt x="1130814" y="4433953"/>
                  </a:cubicBezTo>
                  <a:cubicBezTo>
                    <a:pt x="1124902" y="4531924"/>
                    <a:pt x="1126655" y="4646344"/>
                    <a:pt x="1184561" y="4752188"/>
                  </a:cubicBezTo>
                  <a:cubicBezTo>
                    <a:pt x="1184870" y="4752720"/>
                    <a:pt x="1185145" y="4753287"/>
                    <a:pt x="1185455" y="4753820"/>
                  </a:cubicBezTo>
                  <a:cubicBezTo>
                    <a:pt x="1104963" y="4653168"/>
                    <a:pt x="1031485" y="4544849"/>
                    <a:pt x="965930" y="4430068"/>
                  </a:cubicBezTo>
                  <a:cubicBezTo>
                    <a:pt x="960138" y="4419858"/>
                    <a:pt x="959639" y="4410903"/>
                    <a:pt x="960722" y="4397909"/>
                  </a:cubicBezTo>
                  <a:cubicBezTo>
                    <a:pt x="965380" y="4342959"/>
                    <a:pt x="990921" y="4298305"/>
                    <a:pt x="1017821" y="4258257"/>
                  </a:cubicBezTo>
                  <a:cubicBezTo>
                    <a:pt x="1069780" y="4180705"/>
                    <a:pt x="1101234" y="4089041"/>
                    <a:pt x="1119814" y="3961025"/>
                  </a:cubicBezTo>
                  <a:cubicBezTo>
                    <a:pt x="1145785" y="3781996"/>
                    <a:pt x="1119556" y="3602398"/>
                    <a:pt x="1041901" y="3427184"/>
                  </a:cubicBezTo>
                  <a:cubicBezTo>
                    <a:pt x="1039770" y="3422354"/>
                    <a:pt x="1037277" y="3417696"/>
                    <a:pt x="1034613" y="3412695"/>
                  </a:cubicBezTo>
                  <a:lnTo>
                    <a:pt x="1028546" y="3401247"/>
                  </a:lnTo>
                  <a:cubicBezTo>
                    <a:pt x="1025641" y="3395661"/>
                    <a:pt x="1019436" y="3391983"/>
                    <a:pt x="1012888" y="3392275"/>
                  </a:cubicBezTo>
                  <a:cubicBezTo>
                    <a:pt x="1006356" y="3392619"/>
                    <a:pt x="1000598" y="3396761"/>
                    <a:pt x="998226" y="3402777"/>
                  </a:cubicBezTo>
                  <a:cubicBezTo>
                    <a:pt x="979388" y="3450285"/>
                    <a:pt x="961169" y="3496056"/>
                    <a:pt x="943070" y="3541484"/>
                  </a:cubicBezTo>
                  <a:lnTo>
                    <a:pt x="931503" y="3570515"/>
                  </a:lnTo>
                  <a:cubicBezTo>
                    <a:pt x="892898" y="3667472"/>
                    <a:pt x="849602" y="3780672"/>
                    <a:pt x="824439" y="3897464"/>
                  </a:cubicBezTo>
                  <a:cubicBezTo>
                    <a:pt x="806701" y="3979881"/>
                    <a:pt x="805618" y="4059426"/>
                    <a:pt x="821173" y="4135157"/>
                  </a:cubicBezTo>
                  <a:cubicBezTo>
                    <a:pt x="760809" y="3991482"/>
                    <a:pt x="711187" y="3839661"/>
                    <a:pt x="673185" y="3682237"/>
                  </a:cubicBezTo>
                  <a:cubicBezTo>
                    <a:pt x="672755" y="3680483"/>
                    <a:pt x="672617" y="3675946"/>
                    <a:pt x="676381" y="3665478"/>
                  </a:cubicBezTo>
                  <a:cubicBezTo>
                    <a:pt x="694154" y="3616836"/>
                    <a:pt x="726519" y="3572732"/>
                    <a:pt x="767529" y="3541295"/>
                  </a:cubicBezTo>
                  <a:cubicBezTo>
                    <a:pt x="857302" y="3472440"/>
                    <a:pt x="908230" y="3376738"/>
                    <a:pt x="946198" y="3292207"/>
                  </a:cubicBezTo>
                  <a:cubicBezTo>
                    <a:pt x="1023939" y="3119331"/>
                    <a:pt x="1045029" y="2935677"/>
                    <a:pt x="1010653" y="2730710"/>
                  </a:cubicBezTo>
                  <a:cubicBezTo>
                    <a:pt x="1010292" y="2728562"/>
                    <a:pt x="1009639" y="2726431"/>
                    <a:pt x="1008866" y="2724110"/>
                  </a:cubicBezTo>
                  <a:lnTo>
                    <a:pt x="1008247" y="2722254"/>
                  </a:lnTo>
                  <a:cubicBezTo>
                    <a:pt x="1006751" y="2717665"/>
                    <a:pt x="1003348" y="2713952"/>
                    <a:pt x="998845" y="2712010"/>
                  </a:cubicBezTo>
                  <a:cubicBezTo>
                    <a:pt x="994445" y="2710171"/>
                    <a:pt x="988910" y="2710515"/>
                    <a:pt x="985490" y="2712199"/>
                  </a:cubicBezTo>
                  <a:cubicBezTo>
                    <a:pt x="982052" y="2713454"/>
                    <a:pt x="976844" y="2715362"/>
                    <a:pt x="973458" y="2720329"/>
                  </a:cubicBezTo>
                  <a:cubicBezTo>
                    <a:pt x="954002" y="2746317"/>
                    <a:pt x="934253" y="2772546"/>
                    <a:pt x="914486" y="2798758"/>
                  </a:cubicBezTo>
                  <a:lnTo>
                    <a:pt x="911169" y="2803175"/>
                  </a:lnTo>
                  <a:cubicBezTo>
                    <a:pt x="861324" y="2869366"/>
                    <a:pt x="809777" y="2937774"/>
                    <a:pt x="760242" y="3005924"/>
                  </a:cubicBezTo>
                  <a:cubicBezTo>
                    <a:pt x="702851" y="3084662"/>
                    <a:pt x="662322" y="3161200"/>
                    <a:pt x="636316" y="3239921"/>
                  </a:cubicBezTo>
                  <a:cubicBezTo>
                    <a:pt x="623769" y="3277941"/>
                    <a:pt x="615570" y="3314534"/>
                    <a:pt x="611703" y="3350079"/>
                  </a:cubicBezTo>
                  <a:cubicBezTo>
                    <a:pt x="595186" y="3222355"/>
                    <a:pt x="585818" y="3091950"/>
                    <a:pt x="583773" y="2960462"/>
                  </a:cubicBezTo>
                  <a:cubicBezTo>
                    <a:pt x="583291" y="2929077"/>
                    <a:pt x="587279" y="2904137"/>
                    <a:pt x="608712" y="2876825"/>
                  </a:cubicBezTo>
                  <a:cubicBezTo>
                    <a:pt x="631401" y="2847709"/>
                    <a:pt x="652593" y="2831449"/>
                    <a:pt x="681813" y="2820724"/>
                  </a:cubicBezTo>
                  <a:cubicBezTo>
                    <a:pt x="801871" y="2776860"/>
                    <a:pt x="878890" y="2684165"/>
                    <a:pt x="932568" y="2608315"/>
                  </a:cubicBezTo>
                  <a:cubicBezTo>
                    <a:pt x="1019281" y="2485610"/>
                    <a:pt x="1070141" y="2342830"/>
                    <a:pt x="1088051" y="2171809"/>
                  </a:cubicBezTo>
                  <a:cubicBezTo>
                    <a:pt x="1089958" y="2154209"/>
                    <a:pt x="1091041" y="2136402"/>
                    <a:pt x="1092158" y="2117564"/>
                  </a:cubicBezTo>
                  <a:lnTo>
                    <a:pt x="1092434" y="2113284"/>
                  </a:lnTo>
                  <a:cubicBezTo>
                    <a:pt x="1092966" y="2104123"/>
                    <a:pt x="1093534" y="2094583"/>
                    <a:pt x="1094255" y="2084477"/>
                  </a:cubicBezTo>
                  <a:cubicBezTo>
                    <a:pt x="1094702" y="2077774"/>
                    <a:pt x="1091110" y="2071483"/>
                    <a:pt x="1085111" y="2068441"/>
                  </a:cubicBezTo>
                  <a:cubicBezTo>
                    <a:pt x="1079302" y="2065519"/>
                    <a:pt x="1071859" y="2066378"/>
                    <a:pt x="1066806" y="2070658"/>
                  </a:cubicBezTo>
                  <a:lnTo>
                    <a:pt x="1052557" y="2082861"/>
                  </a:lnTo>
                  <a:cubicBezTo>
                    <a:pt x="1047195" y="2087433"/>
                    <a:pt x="1042606" y="2091352"/>
                    <a:pt x="1037844" y="2095168"/>
                  </a:cubicBezTo>
                  <a:cubicBezTo>
                    <a:pt x="1014967" y="2113542"/>
                    <a:pt x="992004" y="2131727"/>
                    <a:pt x="968990" y="2149963"/>
                  </a:cubicBezTo>
                  <a:lnTo>
                    <a:pt x="966583" y="2151854"/>
                  </a:lnTo>
                  <a:cubicBezTo>
                    <a:pt x="916068" y="2191868"/>
                    <a:pt x="863816" y="2233239"/>
                    <a:pt x="813920" y="2275968"/>
                  </a:cubicBezTo>
                  <a:cubicBezTo>
                    <a:pt x="717100" y="2358539"/>
                    <a:pt x="654759" y="2440732"/>
                    <a:pt x="617719" y="2534664"/>
                  </a:cubicBezTo>
                  <a:cubicBezTo>
                    <a:pt x="611600" y="2550151"/>
                    <a:pt x="606237" y="2565465"/>
                    <a:pt x="601631" y="2580625"/>
                  </a:cubicBezTo>
                  <a:cubicBezTo>
                    <a:pt x="616860" y="2431365"/>
                    <a:pt x="641593" y="2284373"/>
                    <a:pt x="675556" y="2141765"/>
                  </a:cubicBezTo>
                  <a:cubicBezTo>
                    <a:pt x="679682" y="2124319"/>
                    <a:pt x="681985" y="2119197"/>
                    <a:pt x="690458" y="2116412"/>
                  </a:cubicBezTo>
                  <a:cubicBezTo>
                    <a:pt x="695787" y="2114608"/>
                    <a:pt x="700754" y="2111136"/>
                    <a:pt x="704381" y="2106839"/>
                  </a:cubicBezTo>
                  <a:cubicBezTo>
                    <a:pt x="729011" y="2078839"/>
                    <a:pt x="761445" y="2074405"/>
                    <a:pt x="792864" y="2073769"/>
                  </a:cubicBezTo>
                  <a:cubicBezTo>
                    <a:pt x="897711" y="2071311"/>
                    <a:pt x="980866" y="2019008"/>
                    <a:pt x="1048364" y="1968166"/>
                  </a:cubicBezTo>
                  <a:cubicBezTo>
                    <a:pt x="1213867" y="1843519"/>
                    <a:pt x="1327823" y="1527260"/>
                    <a:pt x="1327823" y="1516535"/>
                  </a:cubicBezTo>
                  <a:cubicBezTo>
                    <a:pt x="1327823" y="1510949"/>
                    <a:pt x="1325038" y="1505741"/>
                    <a:pt x="1320312" y="1502596"/>
                  </a:cubicBezTo>
                  <a:cubicBezTo>
                    <a:pt x="1315654" y="1499519"/>
                    <a:pt x="1309363" y="1499089"/>
                    <a:pt x="1304619" y="1501203"/>
                  </a:cubicBezTo>
                  <a:cubicBezTo>
                    <a:pt x="1270140" y="1515830"/>
                    <a:pt x="1235661" y="1530079"/>
                    <a:pt x="1199961" y="1544844"/>
                  </a:cubicBezTo>
                  <a:cubicBezTo>
                    <a:pt x="1121412" y="1577415"/>
                    <a:pt x="1040199" y="1611069"/>
                    <a:pt x="962200" y="1647868"/>
                  </a:cubicBezTo>
                  <a:cubicBezTo>
                    <a:pt x="883703" y="1685011"/>
                    <a:pt x="821671" y="1734685"/>
                    <a:pt x="777326" y="1795805"/>
                  </a:cubicBezTo>
                  <a:cubicBezTo>
                    <a:pt x="819592" y="1675713"/>
                    <a:pt x="868595" y="1557975"/>
                    <a:pt x="923459" y="1444827"/>
                  </a:cubicBezTo>
                  <a:cubicBezTo>
                    <a:pt x="929767" y="1432623"/>
                    <a:pt x="959399" y="1419664"/>
                    <a:pt x="1001887" y="1419664"/>
                  </a:cubicBezTo>
                  <a:cubicBezTo>
                    <a:pt x="1015706" y="1419664"/>
                    <a:pt x="1029096" y="1421142"/>
                    <a:pt x="1040663" y="1423926"/>
                  </a:cubicBezTo>
                  <a:cubicBezTo>
                    <a:pt x="1140491" y="1447852"/>
                    <a:pt x="1239477" y="1433345"/>
                    <a:pt x="1349033" y="1378601"/>
                  </a:cubicBezTo>
                  <a:cubicBezTo>
                    <a:pt x="1461115" y="1322569"/>
                    <a:pt x="1554102" y="1230957"/>
                    <a:pt x="1633305" y="1098455"/>
                  </a:cubicBezTo>
                  <a:cubicBezTo>
                    <a:pt x="1634817" y="1095894"/>
                    <a:pt x="1637791" y="1088073"/>
                    <a:pt x="1639389" y="1083690"/>
                  </a:cubicBezTo>
                  <a:cubicBezTo>
                    <a:pt x="1641400" y="1078328"/>
                    <a:pt x="1640592" y="1072415"/>
                    <a:pt x="1637258" y="1067929"/>
                  </a:cubicBezTo>
                  <a:cubicBezTo>
                    <a:pt x="1634164" y="1063666"/>
                    <a:pt x="1629214" y="1061122"/>
                    <a:pt x="1622906" y="1061122"/>
                  </a:cubicBezTo>
                  <a:cubicBezTo>
                    <a:pt x="1622854" y="1061122"/>
                    <a:pt x="1622820" y="1061122"/>
                    <a:pt x="1622768" y="1061122"/>
                  </a:cubicBezTo>
                  <a:lnTo>
                    <a:pt x="1583202" y="1063615"/>
                  </a:lnTo>
                  <a:cubicBezTo>
                    <a:pt x="1558949" y="1065144"/>
                    <a:pt x="1535402" y="1066640"/>
                    <a:pt x="1511854" y="1067843"/>
                  </a:cubicBezTo>
                  <a:lnTo>
                    <a:pt x="1486708" y="1069115"/>
                  </a:lnTo>
                  <a:cubicBezTo>
                    <a:pt x="1411631" y="1072896"/>
                    <a:pt x="1333976" y="1076781"/>
                    <a:pt x="1258005" y="1094880"/>
                  </a:cubicBezTo>
                  <a:cubicBezTo>
                    <a:pt x="1171361" y="1115711"/>
                    <a:pt x="1107748" y="1147698"/>
                    <a:pt x="1058969" y="1195137"/>
                  </a:cubicBezTo>
                  <a:cubicBezTo>
                    <a:pt x="1116703" y="1099039"/>
                    <a:pt x="1178528" y="1007599"/>
                    <a:pt x="1243653" y="921951"/>
                  </a:cubicBezTo>
                  <a:cubicBezTo>
                    <a:pt x="1245406" y="919683"/>
                    <a:pt x="1253811" y="916211"/>
                    <a:pt x="1260704" y="915059"/>
                  </a:cubicBezTo>
                  <a:cubicBezTo>
                    <a:pt x="1264141" y="914251"/>
                    <a:pt x="1276654" y="911621"/>
                    <a:pt x="1293292" y="911621"/>
                  </a:cubicBezTo>
                  <a:cubicBezTo>
                    <a:pt x="1315362" y="911621"/>
                    <a:pt x="1334681" y="916108"/>
                    <a:pt x="1351061" y="925114"/>
                  </a:cubicBezTo>
                  <a:cubicBezTo>
                    <a:pt x="1455134" y="976008"/>
                    <a:pt x="1572012" y="979789"/>
                    <a:pt x="1698911" y="936200"/>
                  </a:cubicBezTo>
                  <a:cubicBezTo>
                    <a:pt x="1803001" y="900638"/>
                    <a:pt x="1891159" y="834585"/>
                    <a:pt x="1968436" y="734328"/>
                  </a:cubicBezTo>
                  <a:cubicBezTo>
                    <a:pt x="1970945" y="731096"/>
                    <a:pt x="1973214" y="727573"/>
                    <a:pt x="1975276" y="723860"/>
                  </a:cubicBezTo>
                  <a:cubicBezTo>
                    <a:pt x="1977631" y="719580"/>
                    <a:pt x="1977786" y="714871"/>
                    <a:pt x="1975723" y="710574"/>
                  </a:cubicBezTo>
                  <a:cubicBezTo>
                    <a:pt x="1969742" y="698027"/>
                    <a:pt x="1943857" y="692131"/>
                    <a:pt x="1932960" y="690172"/>
                  </a:cubicBezTo>
                  <a:cubicBezTo>
                    <a:pt x="1906215" y="685497"/>
                    <a:pt x="1875913" y="680168"/>
                    <a:pt x="1845868" y="676095"/>
                  </a:cubicBezTo>
                  <a:cubicBezTo>
                    <a:pt x="1832101" y="674170"/>
                    <a:pt x="1818316" y="672159"/>
                    <a:pt x="1804497" y="670113"/>
                  </a:cubicBezTo>
                  <a:lnTo>
                    <a:pt x="1802726" y="669838"/>
                  </a:lnTo>
                  <a:cubicBezTo>
                    <a:pt x="1755906" y="662929"/>
                    <a:pt x="1707505" y="655779"/>
                    <a:pt x="1658743" y="653321"/>
                  </a:cubicBezTo>
                  <a:cubicBezTo>
                    <a:pt x="1569640" y="648766"/>
                    <a:pt x="1490524" y="666951"/>
                    <a:pt x="1425777" y="707205"/>
                  </a:cubicBezTo>
                  <a:cubicBezTo>
                    <a:pt x="1469314" y="660866"/>
                    <a:pt x="1513797" y="616899"/>
                    <a:pt x="1558967" y="575597"/>
                  </a:cubicBezTo>
                  <a:cubicBezTo>
                    <a:pt x="1573250" y="562568"/>
                    <a:pt x="1589407" y="549437"/>
                    <a:pt x="1611424" y="532953"/>
                  </a:cubicBezTo>
                  <a:cubicBezTo>
                    <a:pt x="1613126" y="531647"/>
                    <a:pt x="1617457" y="530117"/>
                    <a:pt x="1622768" y="529808"/>
                  </a:cubicBezTo>
                  <a:cubicBezTo>
                    <a:pt x="1778818" y="523706"/>
                    <a:pt x="1908673" y="454817"/>
                    <a:pt x="2019707" y="319238"/>
                  </a:cubicBezTo>
                  <a:cubicBezTo>
                    <a:pt x="2080192" y="245433"/>
                    <a:pt x="2126565" y="152343"/>
                    <a:pt x="2161508" y="34640"/>
                  </a:cubicBezTo>
                  <a:lnTo>
                    <a:pt x="2162711" y="30601"/>
                  </a:lnTo>
                  <a:cubicBezTo>
                    <a:pt x="2166441" y="18225"/>
                    <a:pt x="2168504" y="11419"/>
                    <a:pt x="2159927" y="3443"/>
                  </a:cubicBezTo>
                  <a:cubicBezTo>
                    <a:pt x="2153309" y="-2710"/>
                    <a:pt x="2141656" y="-888"/>
                    <a:pt x="2111371" y="11109"/>
                  </a:cubicBezTo>
                  <a:cubicBezTo>
                    <a:pt x="2083870" y="21680"/>
                    <a:pt x="2056197" y="31941"/>
                    <a:pt x="2027786" y="42477"/>
                  </a:cubicBezTo>
                  <a:cubicBezTo>
                    <a:pt x="1970704" y="63636"/>
                    <a:pt x="1911664" y="85516"/>
                    <a:pt x="1854686" y="110232"/>
                  </a:cubicBezTo>
                  <a:cubicBezTo>
                    <a:pt x="1759464" y="151621"/>
                    <a:pt x="1683425" y="214357"/>
                    <a:pt x="1628715" y="296670"/>
                  </a:cubicBezTo>
                  <a:cubicBezTo>
                    <a:pt x="1587052" y="359303"/>
                    <a:pt x="1570586" y="422228"/>
                    <a:pt x="1578337" y="488711"/>
                  </a:cubicBezTo>
                  <a:cubicBezTo>
                    <a:pt x="1578286" y="489451"/>
                    <a:pt x="1577633" y="491221"/>
                    <a:pt x="1577530" y="491427"/>
                  </a:cubicBezTo>
                  <a:cubicBezTo>
                    <a:pt x="1478132" y="577247"/>
                    <a:pt x="1383117" y="673860"/>
                    <a:pt x="1285558" y="788848"/>
                  </a:cubicBezTo>
                  <a:cubicBezTo>
                    <a:pt x="1350614" y="689381"/>
                    <a:pt x="1393017" y="574858"/>
                    <a:pt x="1414295" y="442098"/>
                  </a:cubicBezTo>
                  <a:cubicBezTo>
                    <a:pt x="1435746" y="308255"/>
                    <a:pt x="1437104" y="189125"/>
                    <a:pt x="1418472" y="77919"/>
                  </a:cubicBezTo>
                  <a:cubicBezTo>
                    <a:pt x="1417286" y="70958"/>
                    <a:pt x="1415688" y="63997"/>
                    <a:pt x="1413642" y="55282"/>
                  </a:cubicBezTo>
                  <a:lnTo>
                    <a:pt x="1410600" y="41859"/>
                  </a:lnTo>
                  <a:cubicBezTo>
                    <a:pt x="1409225" y="36101"/>
                    <a:pt x="1404894" y="31443"/>
                    <a:pt x="1399204" y="29655"/>
                  </a:cubicBezTo>
                  <a:cubicBezTo>
                    <a:pt x="1393515" y="27971"/>
                    <a:pt x="1387138" y="29466"/>
                    <a:pt x="1382893" y="33505"/>
                  </a:cubicBezTo>
                  <a:cubicBezTo>
                    <a:pt x="1376087" y="39916"/>
                    <a:pt x="1369418" y="45967"/>
                    <a:pt x="1362903" y="51845"/>
                  </a:cubicBezTo>
                  <a:lnTo>
                    <a:pt x="1358314" y="55987"/>
                  </a:lnTo>
                  <a:cubicBezTo>
                    <a:pt x="1341642" y="71009"/>
                    <a:pt x="1325898" y="85189"/>
                    <a:pt x="1311649" y="101226"/>
                  </a:cubicBezTo>
                  <a:cubicBezTo>
                    <a:pt x="1173200" y="257413"/>
                    <a:pt x="1092451" y="422383"/>
                    <a:pt x="1064795" y="605572"/>
                  </a:cubicBezTo>
                  <a:cubicBezTo>
                    <a:pt x="1052197" y="688367"/>
                    <a:pt x="1057422" y="758855"/>
                    <a:pt x="1080780" y="821006"/>
                  </a:cubicBezTo>
                  <a:cubicBezTo>
                    <a:pt x="1088515" y="841598"/>
                    <a:pt x="1100581" y="859989"/>
                    <a:pt x="1112595" y="878242"/>
                  </a:cubicBezTo>
                  <a:cubicBezTo>
                    <a:pt x="1118095" y="886579"/>
                    <a:pt x="1123595" y="894949"/>
                    <a:pt x="1128631" y="903543"/>
                  </a:cubicBezTo>
                  <a:cubicBezTo>
                    <a:pt x="1132344" y="909714"/>
                    <a:pt x="1132653" y="911312"/>
                    <a:pt x="1132636" y="911020"/>
                  </a:cubicBezTo>
                  <a:cubicBezTo>
                    <a:pt x="1130350" y="935513"/>
                    <a:pt x="1127067" y="962807"/>
                    <a:pt x="1122633" y="995568"/>
                  </a:cubicBezTo>
                  <a:cubicBezTo>
                    <a:pt x="1122444" y="995980"/>
                    <a:pt x="1121825" y="996943"/>
                    <a:pt x="1119848" y="999555"/>
                  </a:cubicBezTo>
                  <a:lnTo>
                    <a:pt x="1118250" y="1001772"/>
                  </a:lnTo>
                  <a:cubicBezTo>
                    <a:pt x="1042537" y="1107014"/>
                    <a:pt x="972685" y="1217963"/>
                    <a:pt x="909829" y="1332795"/>
                  </a:cubicBezTo>
                  <a:cubicBezTo>
                    <a:pt x="934545" y="1247028"/>
                    <a:pt x="954225" y="1138468"/>
                    <a:pt x="952833" y="1012326"/>
                  </a:cubicBezTo>
                  <a:cubicBezTo>
                    <a:pt x="951148" y="861020"/>
                    <a:pt x="916308" y="726077"/>
                    <a:pt x="846285" y="599729"/>
                  </a:cubicBezTo>
                  <a:cubicBezTo>
                    <a:pt x="843517" y="594813"/>
                    <a:pt x="838498" y="591616"/>
                    <a:pt x="831469" y="591135"/>
                  </a:cubicBezTo>
                  <a:cubicBezTo>
                    <a:pt x="826364" y="591135"/>
                    <a:pt x="821448" y="593661"/>
                    <a:pt x="818234" y="597975"/>
                  </a:cubicBezTo>
                  <a:cubicBezTo>
                    <a:pt x="816137" y="600897"/>
                    <a:pt x="814006" y="603647"/>
                    <a:pt x="811977" y="606260"/>
                  </a:cubicBezTo>
                  <a:cubicBezTo>
                    <a:pt x="807457" y="612104"/>
                    <a:pt x="803229" y="617639"/>
                    <a:pt x="799447" y="623551"/>
                  </a:cubicBezTo>
                  <a:cubicBezTo>
                    <a:pt x="743690" y="710986"/>
                    <a:pt x="713782" y="807394"/>
                    <a:pt x="693930" y="881628"/>
                  </a:cubicBezTo>
                  <a:cubicBezTo>
                    <a:pt x="657647" y="1017774"/>
                    <a:pt x="640974" y="1131456"/>
                    <a:pt x="641456" y="1239413"/>
                  </a:cubicBezTo>
                  <a:cubicBezTo>
                    <a:pt x="641731" y="1331180"/>
                    <a:pt x="658454" y="1401719"/>
                    <a:pt x="694102" y="1461413"/>
                  </a:cubicBezTo>
                  <a:cubicBezTo>
                    <a:pt x="705188" y="1479993"/>
                    <a:pt x="719145" y="1496253"/>
                    <a:pt x="733171" y="1512616"/>
                  </a:cubicBezTo>
                  <a:cubicBezTo>
                    <a:pt x="740613" y="1521296"/>
                    <a:pt x="748262" y="1530217"/>
                    <a:pt x="755188" y="1539361"/>
                  </a:cubicBezTo>
                  <a:cubicBezTo>
                    <a:pt x="760035" y="1545720"/>
                    <a:pt x="762373" y="1552200"/>
                    <a:pt x="762510" y="1555810"/>
                  </a:cubicBezTo>
                  <a:cubicBezTo>
                    <a:pt x="763421" y="1577569"/>
                    <a:pt x="762940" y="1599690"/>
                    <a:pt x="762476" y="1621072"/>
                  </a:cubicBezTo>
                  <a:lnTo>
                    <a:pt x="762149" y="1635854"/>
                  </a:lnTo>
                  <a:cubicBezTo>
                    <a:pt x="762098" y="1638398"/>
                    <a:pt x="761513" y="1641320"/>
                    <a:pt x="760637" y="1643554"/>
                  </a:cubicBezTo>
                  <a:cubicBezTo>
                    <a:pt x="715879" y="1751993"/>
                    <a:pt x="676536" y="1864694"/>
                    <a:pt x="642985" y="1980438"/>
                  </a:cubicBezTo>
                  <a:cubicBezTo>
                    <a:pt x="647918" y="1941026"/>
                    <a:pt x="650703" y="1902869"/>
                    <a:pt x="651407" y="1865640"/>
                  </a:cubicBezTo>
                  <a:cubicBezTo>
                    <a:pt x="655464" y="1654331"/>
                    <a:pt x="590648" y="1465624"/>
                    <a:pt x="458713" y="1304693"/>
                  </a:cubicBezTo>
                  <a:lnTo>
                    <a:pt x="431212" y="1271194"/>
                  </a:lnTo>
                  <a:cubicBezTo>
                    <a:pt x="428032" y="1267258"/>
                    <a:pt x="423323" y="1265023"/>
                    <a:pt x="418304" y="1265023"/>
                  </a:cubicBezTo>
                  <a:lnTo>
                    <a:pt x="415554" y="1265264"/>
                  </a:lnTo>
                  <a:cubicBezTo>
                    <a:pt x="409676" y="1266244"/>
                    <a:pt x="404726" y="1270317"/>
                    <a:pt x="402680" y="1275869"/>
                  </a:cubicBezTo>
                  <a:cubicBezTo>
                    <a:pt x="400171" y="1282555"/>
                    <a:pt x="397713" y="1288863"/>
                    <a:pt x="395324" y="1294965"/>
                  </a:cubicBezTo>
                  <a:cubicBezTo>
                    <a:pt x="390717" y="1306756"/>
                    <a:pt x="386369" y="1317928"/>
                    <a:pt x="382691" y="1329289"/>
                  </a:cubicBezTo>
                  <a:cubicBezTo>
                    <a:pt x="354382" y="1417962"/>
                    <a:pt x="340494" y="1514833"/>
                    <a:pt x="337675" y="1643331"/>
                  </a:cubicBezTo>
                  <a:lnTo>
                    <a:pt x="337624" y="1645840"/>
                  </a:lnTo>
                  <a:cubicBezTo>
                    <a:pt x="335510" y="1739325"/>
                    <a:pt x="332605" y="1867393"/>
                    <a:pt x="371003" y="1989943"/>
                  </a:cubicBezTo>
                  <a:cubicBezTo>
                    <a:pt x="408799" y="2110586"/>
                    <a:pt x="475454" y="2171551"/>
                    <a:pt x="488379" y="2182500"/>
                  </a:cubicBezTo>
                  <a:lnTo>
                    <a:pt x="489754" y="2183737"/>
                  </a:lnTo>
                  <a:cubicBezTo>
                    <a:pt x="524938" y="2215140"/>
                    <a:pt x="547850" y="2243861"/>
                    <a:pt x="552594" y="2262510"/>
                  </a:cubicBezTo>
                  <a:cubicBezTo>
                    <a:pt x="554502" y="2270038"/>
                    <a:pt x="556444" y="2277584"/>
                    <a:pt x="558713" y="2285044"/>
                  </a:cubicBezTo>
                  <a:cubicBezTo>
                    <a:pt x="568750" y="2318234"/>
                    <a:pt x="562477" y="2349859"/>
                    <a:pt x="555705" y="2384012"/>
                  </a:cubicBezTo>
                  <a:cubicBezTo>
                    <a:pt x="552336" y="2401251"/>
                    <a:pt x="548830" y="2419058"/>
                    <a:pt x="547609" y="2437329"/>
                  </a:cubicBezTo>
                  <a:cubicBezTo>
                    <a:pt x="542762" y="2510447"/>
                    <a:pt x="536815" y="2584802"/>
                    <a:pt x="531057" y="2656699"/>
                  </a:cubicBezTo>
                  <a:lnTo>
                    <a:pt x="530542" y="2663351"/>
                  </a:lnTo>
                  <a:cubicBezTo>
                    <a:pt x="529063" y="2681690"/>
                    <a:pt x="527585" y="2700030"/>
                    <a:pt x="526124" y="2718369"/>
                  </a:cubicBezTo>
                  <a:cubicBezTo>
                    <a:pt x="511446" y="2553846"/>
                    <a:pt x="456960" y="2404294"/>
                    <a:pt x="363217" y="2272032"/>
                  </a:cubicBezTo>
                  <a:cubicBezTo>
                    <a:pt x="305809" y="2191111"/>
                    <a:pt x="237366" y="2121878"/>
                    <a:pt x="159745" y="2066206"/>
                  </a:cubicBezTo>
                  <a:cubicBezTo>
                    <a:pt x="156394" y="2063800"/>
                    <a:pt x="152870" y="2061651"/>
                    <a:pt x="148161" y="2058850"/>
                  </a:cubicBezTo>
                  <a:cubicBezTo>
                    <a:pt x="145875" y="2057526"/>
                    <a:pt x="143228" y="2055945"/>
                    <a:pt x="140014" y="2053934"/>
                  </a:cubicBezTo>
                  <a:cubicBezTo>
                    <a:pt x="135167" y="2051029"/>
                    <a:pt x="128945" y="2050771"/>
                    <a:pt x="123943" y="2053212"/>
                  </a:cubicBezTo>
                  <a:cubicBezTo>
                    <a:pt x="118821" y="2055704"/>
                    <a:pt x="115297" y="2060775"/>
                    <a:pt x="114713" y="2066516"/>
                  </a:cubicBezTo>
                  <a:cubicBezTo>
                    <a:pt x="113665" y="2076914"/>
                    <a:pt x="112444" y="2086986"/>
                    <a:pt x="111155" y="2097437"/>
                  </a:cubicBezTo>
                  <a:cubicBezTo>
                    <a:pt x="108560" y="2118836"/>
                    <a:pt x="106102" y="2139049"/>
                    <a:pt x="105999" y="2159812"/>
                  </a:cubicBezTo>
                  <a:cubicBezTo>
                    <a:pt x="104847" y="2375040"/>
                    <a:pt x="150378" y="2576723"/>
                    <a:pt x="241371" y="2759191"/>
                  </a:cubicBezTo>
                  <a:cubicBezTo>
                    <a:pt x="266723" y="2810102"/>
                    <a:pt x="300223" y="2854137"/>
                    <a:pt x="340975" y="2890129"/>
                  </a:cubicBezTo>
                  <a:cubicBezTo>
                    <a:pt x="381384" y="2925622"/>
                    <a:pt x="424990" y="2946557"/>
                    <a:pt x="474199" y="2954085"/>
                  </a:cubicBezTo>
                  <a:cubicBezTo>
                    <a:pt x="475282" y="2954274"/>
                    <a:pt x="477860" y="2955838"/>
                    <a:pt x="478256" y="2956148"/>
                  </a:cubicBezTo>
                  <a:cubicBezTo>
                    <a:pt x="480920" y="2961493"/>
                    <a:pt x="483687" y="2966856"/>
                    <a:pt x="486454" y="2972236"/>
                  </a:cubicBezTo>
                  <a:cubicBezTo>
                    <a:pt x="496286" y="2991229"/>
                    <a:pt x="506444" y="3010874"/>
                    <a:pt x="511497" y="3030572"/>
                  </a:cubicBezTo>
                  <a:cubicBezTo>
                    <a:pt x="515708" y="3047227"/>
                    <a:pt x="515708" y="3065429"/>
                    <a:pt x="515708" y="3084714"/>
                  </a:cubicBezTo>
                  <a:cubicBezTo>
                    <a:pt x="515708" y="3091778"/>
                    <a:pt x="515708" y="3098894"/>
                    <a:pt x="515932" y="3105872"/>
                  </a:cubicBezTo>
                  <a:cubicBezTo>
                    <a:pt x="520658" y="3272595"/>
                    <a:pt x="526863" y="3330657"/>
                    <a:pt x="553539" y="3479625"/>
                  </a:cubicBezTo>
                  <a:cubicBezTo>
                    <a:pt x="537262" y="3435331"/>
                    <a:pt x="516826" y="3390918"/>
                    <a:pt x="490442" y="3348188"/>
                  </a:cubicBezTo>
                  <a:cubicBezTo>
                    <a:pt x="383602" y="3175260"/>
                    <a:pt x="247868" y="3057883"/>
                    <a:pt x="75490" y="2989389"/>
                  </a:cubicBezTo>
                  <a:cubicBezTo>
                    <a:pt x="64524" y="2984972"/>
                    <a:pt x="53524" y="2981792"/>
                    <a:pt x="40770" y="2978080"/>
                  </a:cubicBezTo>
                  <a:lnTo>
                    <a:pt x="38227" y="2977323"/>
                  </a:lnTo>
                  <a:cubicBezTo>
                    <a:pt x="33053" y="2975811"/>
                    <a:pt x="27570" y="2974195"/>
                    <a:pt x="21709" y="2972408"/>
                  </a:cubicBezTo>
                  <a:cubicBezTo>
                    <a:pt x="16415" y="2970672"/>
                    <a:pt x="10382" y="2971858"/>
                    <a:pt x="6068" y="2975433"/>
                  </a:cubicBezTo>
                  <a:cubicBezTo>
                    <a:pt x="1771" y="2978991"/>
                    <a:pt x="-481" y="2984439"/>
                    <a:pt x="86" y="2990111"/>
                  </a:cubicBezTo>
                  <a:cubicBezTo>
                    <a:pt x="1358" y="3001937"/>
                    <a:pt x="2235" y="3013435"/>
                    <a:pt x="3043" y="3024659"/>
                  </a:cubicBezTo>
                  <a:cubicBezTo>
                    <a:pt x="4813" y="3049272"/>
                    <a:pt x="6480" y="3072510"/>
                    <a:pt x="12445" y="3095508"/>
                  </a:cubicBezTo>
                  <a:cubicBezTo>
                    <a:pt x="68065" y="3310340"/>
                    <a:pt x="160124" y="3481447"/>
                    <a:pt x="293863" y="3618624"/>
                  </a:cubicBezTo>
                  <a:cubicBezTo>
                    <a:pt x="351048" y="3677269"/>
                    <a:pt x="411309" y="3710889"/>
                    <a:pt x="478084" y="3721425"/>
                  </a:cubicBezTo>
                  <a:cubicBezTo>
                    <a:pt x="494928" y="3724055"/>
                    <a:pt x="515519" y="3724381"/>
                    <a:pt x="550376" y="3722216"/>
                  </a:cubicBezTo>
                  <a:lnTo>
                    <a:pt x="560414" y="3721614"/>
                  </a:lnTo>
                  <a:cubicBezTo>
                    <a:pt x="561944" y="3721528"/>
                    <a:pt x="563285" y="3721442"/>
                    <a:pt x="564505" y="3721442"/>
                  </a:cubicBezTo>
                  <a:cubicBezTo>
                    <a:pt x="567255" y="3721442"/>
                    <a:pt x="567479" y="3721442"/>
                    <a:pt x="569386" y="3724261"/>
                  </a:cubicBezTo>
                  <a:lnTo>
                    <a:pt x="616086" y="3788389"/>
                  </a:lnTo>
                  <a:cubicBezTo>
                    <a:pt x="616688" y="3789231"/>
                    <a:pt x="617564" y="3792274"/>
                    <a:pt x="618166" y="3794371"/>
                  </a:cubicBezTo>
                  <a:lnTo>
                    <a:pt x="618853" y="3796674"/>
                  </a:lnTo>
                  <a:cubicBezTo>
                    <a:pt x="667323" y="3960991"/>
                    <a:pt x="727464" y="4119257"/>
                    <a:pt x="798382" y="4269464"/>
                  </a:cubicBezTo>
                  <a:cubicBezTo>
                    <a:pt x="766464" y="4225411"/>
                    <a:pt x="731486" y="4185191"/>
                    <a:pt x="692504" y="4147360"/>
                  </a:cubicBezTo>
                  <a:cubicBezTo>
                    <a:pt x="513233" y="3973418"/>
                    <a:pt x="206737" y="3968382"/>
                    <a:pt x="172379" y="3968382"/>
                  </a:cubicBezTo>
                  <a:lnTo>
                    <a:pt x="168099" y="3968416"/>
                  </a:lnTo>
                  <a:lnTo>
                    <a:pt x="165400" y="3968915"/>
                  </a:lnTo>
                  <a:cubicBezTo>
                    <a:pt x="156978" y="3971905"/>
                    <a:pt x="152423" y="3980912"/>
                    <a:pt x="155019" y="3989385"/>
                  </a:cubicBezTo>
                  <a:cubicBezTo>
                    <a:pt x="157408" y="3997378"/>
                    <a:pt x="159642" y="4005456"/>
                    <a:pt x="162203" y="4014944"/>
                  </a:cubicBezTo>
                  <a:cubicBezTo>
                    <a:pt x="167102" y="4032768"/>
                    <a:pt x="172190" y="4051176"/>
                    <a:pt x="179323" y="4068983"/>
                  </a:cubicBezTo>
                  <a:cubicBezTo>
                    <a:pt x="213286" y="4153857"/>
                    <a:pt x="268339" y="4235500"/>
                    <a:pt x="352612" y="4326012"/>
                  </a:cubicBezTo>
                  <a:cubicBezTo>
                    <a:pt x="410518" y="4388060"/>
                    <a:pt x="475798" y="4450986"/>
                    <a:pt x="560689" y="4490776"/>
                  </a:cubicBezTo>
                  <a:cubicBezTo>
                    <a:pt x="653659" y="4534433"/>
                    <a:pt x="737605" y="4545090"/>
                    <a:pt x="821087" y="4523708"/>
                  </a:cubicBezTo>
                  <a:cubicBezTo>
                    <a:pt x="835284" y="4519978"/>
                    <a:pt x="851613" y="4515251"/>
                    <a:pt x="865655" y="4506142"/>
                  </a:cubicBezTo>
                  <a:cubicBezTo>
                    <a:pt x="875659" y="4499731"/>
                    <a:pt x="878392" y="4499937"/>
                    <a:pt x="888223" y="4507259"/>
                  </a:cubicBezTo>
                  <a:cubicBezTo>
                    <a:pt x="899877" y="4515922"/>
                    <a:pt x="912269" y="4523192"/>
                    <a:pt x="924301" y="4530239"/>
                  </a:cubicBezTo>
                  <a:cubicBezTo>
                    <a:pt x="930953" y="4534141"/>
                    <a:pt x="937656" y="4538077"/>
                    <a:pt x="943912" y="4542030"/>
                  </a:cubicBezTo>
                  <a:cubicBezTo>
                    <a:pt x="944909" y="4542873"/>
                    <a:pt x="947040" y="4546361"/>
                    <a:pt x="947831" y="4547651"/>
                  </a:cubicBezTo>
                  <a:cubicBezTo>
                    <a:pt x="1022736" y="4669823"/>
                    <a:pt x="1105256" y="4783366"/>
                    <a:pt x="1194358" y="4886941"/>
                  </a:cubicBezTo>
                  <a:cubicBezTo>
                    <a:pt x="1146163" y="4851878"/>
                    <a:pt x="1096679" y="4826508"/>
                    <a:pt x="1044118" y="4809613"/>
                  </a:cubicBezTo>
                  <a:cubicBezTo>
                    <a:pt x="883497" y="4757860"/>
                    <a:pt x="715140" y="4764443"/>
                    <a:pt x="548400" y="4828915"/>
                  </a:cubicBezTo>
                  <a:cubicBezTo>
                    <a:pt x="523512" y="4838557"/>
                    <a:pt x="496234" y="4853167"/>
                    <a:pt x="494412" y="4854198"/>
                  </a:cubicBezTo>
                  <a:cubicBezTo>
                    <a:pt x="490597" y="4856707"/>
                    <a:pt x="487967" y="4860764"/>
                    <a:pt x="487142" y="4865422"/>
                  </a:cubicBezTo>
                  <a:cubicBezTo>
                    <a:pt x="486420" y="4869994"/>
                    <a:pt x="487606" y="4874669"/>
                    <a:pt x="490390" y="4878244"/>
                  </a:cubicBezTo>
                  <a:cubicBezTo>
                    <a:pt x="495598" y="4885016"/>
                    <a:pt x="500634" y="4891823"/>
                    <a:pt x="505619" y="4898577"/>
                  </a:cubicBezTo>
                  <a:lnTo>
                    <a:pt x="506719" y="4900056"/>
                  </a:lnTo>
                  <a:cubicBezTo>
                    <a:pt x="517977" y="4915387"/>
                    <a:pt x="530731" y="4932730"/>
                    <a:pt x="545031" y="4948096"/>
                  </a:cubicBezTo>
                  <a:cubicBezTo>
                    <a:pt x="609434" y="5017140"/>
                    <a:pt x="688860" y="5063427"/>
                    <a:pt x="765106" y="5103166"/>
                  </a:cubicBezTo>
                  <a:cubicBezTo>
                    <a:pt x="869952" y="5157566"/>
                    <a:pt x="977171" y="5186871"/>
                    <a:pt x="1083805" y="5190309"/>
                  </a:cubicBezTo>
                  <a:cubicBezTo>
                    <a:pt x="1088824" y="5190481"/>
                    <a:pt x="1093843" y="5190584"/>
                    <a:pt x="1098845" y="5190584"/>
                  </a:cubicBezTo>
                  <a:cubicBezTo>
                    <a:pt x="1196936" y="5190584"/>
                    <a:pt x="1273509" y="5158253"/>
                    <a:pt x="1332532" y="5092131"/>
                  </a:cubicBezTo>
                  <a:cubicBezTo>
                    <a:pt x="1333254" y="5091616"/>
                    <a:pt x="1335815" y="5090636"/>
                    <a:pt x="1337225" y="5090619"/>
                  </a:cubicBezTo>
                  <a:cubicBezTo>
                    <a:pt x="1359775" y="5092234"/>
                    <a:pt x="1381209" y="5095517"/>
                    <a:pt x="1397228" y="5098181"/>
                  </a:cubicBezTo>
                  <a:cubicBezTo>
                    <a:pt x="1399754" y="5098628"/>
                    <a:pt x="1402865" y="5100141"/>
                    <a:pt x="1404808" y="5101894"/>
                  </a:cubicBezTo>
                  <a:cubicBezTo>
                    <a:pt x="1503415" y="5189192"/>
                    <a:pt x="1607849" y="5265816"/>
                    <a:pt x="1716941" y="5331027"/>
                  </a:cubicBezTo>
                  <a:cubicBezTo>
                    <a:pt x="1700406" y="5326128"/>
                    <a:pt x="1683373" y="5321866"/>
                    <a:pt x="1665944" y="5318445"/>
                  </a:cubicBezTo>
                  <a:cubicBezTo>
                    <a:pt x="1549359" y="5296032"/>
                    <a:pt x="1430383" y="5310092"/>
                    <a:pt x="1299738" y="5362000"/>
                  </a:cubicBezTo>
                  <a:cubicBezTo>
                    <a:pt x="1211598" y="5397132"/>
                    <a:pt x="1129628" y="5448747"/>
                    <a:pt x="1049137" y="5519785"/>
                  </a:cubicBezTo>
                  <a:cubicBezTo>
                    <a:pt x="1042502" y="5525612"/>
                    <a:pt x="1041574" y="5535632"/>
                    <a:pt x="1047040" y="5542577"/>
                  </a:cubicBezTo>
                  <a:cubicBezTo>
                    <a:pt x="1075521" y="5578826"/>
                    <a:pt x="1112578" y="5599125"/>
                    <a:pt x="1145080" y="5614181"/>
                  </a:cubicBezTo>
                  <a:cubicBezTo>
                    <a:pt x="1224351" y="5651015"/>
                    <a:pt x="1313832" y="5674597"/>
                    <a:pt x="1418730" y="5686320"/>
                  </a:cubicBezTo>
                  <a:cubicBezTo>
                    <a:pt x="1419039" y="5686336"/>
                    <a:pt x="1452745" y="5689259"/>
                    <a:pt x="1500012" y="5689259"/>
                  </a:cubicBezTo>
                  <a:cubicBezTo>
                    <a:pt x="1534130" y="5689259"/>
                    <a:pt x="1565876" y="5687729"/>
                    <a:pt x="1594322" y="5684721"/>
                  </a:cubicBezTo>
                  <a:cubicBezTo>
                    <a:pt x="1621514" y="5681868"/>
                    <a:pt x="1648636" y="5677210"/>
                    <a:pt x="1674951" y="5670885"/>
                  </a:cubicBezTo>
                  <a:cubicBezTo>
                    <a:pt x="1795817" y="5641459"/>
                    <a:pt x="1877717" y="5580957"/>
                    <a:pt x="1924641" y="5487025"/>
                  </a:cubicBezTo>
                  <a:cubicBezTo>
                    <a:pt x="1925483" y="5486217"/>
                    <a:pt x="1929092" y="5484120"/>
                    <a:pt x="1933664" y="5483003"/>
                  </a:cubicBezTo>
                  <a:cubicBezTo>
                    <a:pt x="1955476" y="5477589"/>
                    <a:pt x="1975104" y="5473773"/>
                    <a:pt x="1993771" y="5471281"/>
                  </a:cubicBezTo>
                  <a:cubicBezTo>
                    <a:pt x="1998171" y="5470576"/>
                    <a:pt x="2003654" y="5471762"/>
                    <a:pt x="2010563" y="5474546"/>
                  </a:cubicBezTo>
                  <a:cubicBezTo>
                    <a:pt x="2094028" y="5506705"/>
                    <a:pt x="2182357" y="5533501"/>
                    <a:pt x="2272921" y="5554161"/>
                  </a:cubicBezTo>
                  <a:cubicBezTo>
                    <a:pt x="2274193" y="5554470"/>
                    <a:pt x="2275516" y="5554625"/>
                    <a:pt x="2276839" y="5554625"/>
                  </a:cubicBezTo>
                  <a:cubicBezTo>
                    <a:pt x="2282924" y="5554625"/>
                    <a:pt x="2288527" y="5551273"/>
                    <a:pt x="2291484" y="5545808"/>
                  </a:cubicBezTo>
                  <a:cubicBezTo>
                    <a:pt x="2300129" y="5529720"/>
                    <a:pt x="2310665" y="5514285"/>
                    <a:pt x="2322783" y="5499933"/>
                  </a:cubicBezTo>
                  <a:cubicBezTo>
                    <a:pt x="2326581" y="5495412"/>
                    <a:pt x="2327716" y="5489397"/>
                    <a:pt x="2325842" y="5483828"/>
                  </a:cubicBezTo>
                  <a:cubicBezTo>
                    <a:pt x="2324055" y="5478431"/>
                    <a:pt x="2319517" y="5474340"/>
                    <a:pt x="2313708" y="54729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26" name="Graphic 10">
            <a:extLst>
              <a:ext uri="{FF2B5EF4-FFF2-40B4-BE49-F238E27FC236}">
                <a16:creationId xmlns:a16="http://schemas.microsoft.com/office/drawing/2014/main" id="{A58F275C-CBD6-6924-1F24-7D02205724F6}"/>
              </a:ext>
            </a:extLst>
          </p:cNvPr>
          <p:cNvGrpSpPr/>
          <p:nvPr userDrawn="1"/>
        </p:nvGrpSpPr>
        <p:grpSpPr>
          <a:xfrm>
            <a:off x="8543644" y="4350871"/>
            <a:ext cx="3253482" cy="1553208"/>
            <a:chOff x="-4653512" y="542621"/>
            <a:chExt cx="12250752" cy="5689460"/>
          </a:xfrm>
          <a:solidFill>
            <a:srgbClr val="E5DFD3"/>
          </a:solidFill>
        </p:grpSpPr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F34C11AA-4CE3-FDC9-F82F-35608DFFF31C}"/>
                </a:ext>
              </a:extLst>
            </p:cNvPr>
            <p:cNvSpPr/>
            <p:nvPr/>
          </p:nvSpPr>
          <p:spPr>
            <a:xfrm>
              <a:off x="5270511" y="542720"/>
              <a:ext cx="2326729" cy="5689361"/>
            </a:xfrm>
            <a:custGeom>
              <a:avLst/>
              <a:gdLst>
                <a:gd name="connsiteX0" fmla="*/ 2320660 w 2326735"/>
                <a:gd name="connsiteY0" fmla="*/ 2975382 h 5689362"/>
                <a:gd name="connsiteX1" fmla="*/ 2305139 w 2326735"/>
                <a:gd name="connsiteY1" fmla="*/ 2972323 h 5689362"/>
                <a:gd name="connsiteX2" fmla="*/ 2288501 w 2326735"/>
                <a:gd name="connsiteY2" fmla="*/ 2977273 h 5689362"/>
                <a:gd name="connsiteX3" fmla="*/ 2285974 w 2326735"/>
                <a:gd name="connsiteY3" fmla="*/ 2978012 h 5689362"/>
                <a:gd name="connsiteX4" fmla="*/ 2251289 w 2326735"/>
                <a:gd name="connsiteY4" fmla="*/ 2989322 h 5689362"/>
                <a:gd name="connsiteX5" fmla="*/ 1836268 w 2326735"/>
                <a:gd name="connsiteY5" fmla="*/ 3348138 h 5689362"/>
                <a:gd name="connsiteX6" fmla="*/ 1773171 w 2326735"/>
                <a:gd name="connsiteY6" fmla="*/ 3479574 h 5689362"/>
                <a:gd name="connsiteX7" fmla="*/ 1810779 w 2326735"/>
                <a:gd name="connsiteY7" fmla="*/ 3105839 h 5689362"/>
                <a:gd name="connsiteX8" fmla="*/ 1811002 w 2326735"/>
                <a:gd name="connsiteY8" fmla="*/ 3084663 h 5689362"/>
                <a:gd name="connsiteX9" fmla="*/ 1815213 w 2326735"/>
                <a:gd name="connsiteY9" fmla="*/ 3030539 h 5689362"/>
                <a:gd name="connsiteX10" fmla="*/ 1840256 w 2326735"/>
                <a:gd name="connsiteY10" fmla="*/ 2972185 h 5689362"/>
                <a:gd name="connsiteX11" fmla="*/ 1848077 w 2326735"/>
                <a:gd name="connsiteY11" fmla="*/ 2956699 h 5689362"/>
                <a:gd name="connsiteX12" fmla="*/ 1852425 w 2326735"/>
                <a:gd name="connsiteY12" fmla="*/ 2954052 h 5689362"/>
                <a:gd name="connsiteX13" fmla="*/ 1985770 w 2326735"/>
                <a:gd name="connsiteY13" fmla="*/ 2890061 h 5689362"/>
                <a:gd name="connsiteX14" fmla="*/ 2085356 w 2326735"/>
                <a:gd name="connsiteY14" fmla="*/ 2759140 h 5689362"/>
                <a:gd name="connsiteX15" fmla="*/ 2220729 w 2326735"/>
                <a:gd name="connsiteY15" fmla="*/ 2159762 h 5689362"/>
                <a:gd name="connsiteX16" fmla="*/ 2215504 w 2326735"/>
                <a:gd name="connsiteY16" fmla="*/ 2096802 h 5689362"/>
                <a:gd name="connsiteX17" fmla="*/ 2212015 w 2326735"/>
                <a:gd name="connsiteY17" fmla="*/ 2066448 h 5689362"/>
                <a:gd name="connsiteX18" fmla="*/ 2202802 w 2326735"/>
                <a:gd name="connsiteY18" fmla="*/ 2053162 h 5689362"/>
                <a:gd name="connsiteX19" fmla="*/ 2186594 w 2326735"/>
                <a:gd name="connsiteY19" fmla="*/ 2053970 h 5689362"/>
                <a:gd name="connsiteX20" fmla="*/ 2178498 w 2326735"/>
                <a:gd name="connsiteY20" fmla="*/ 2058851 h 5689362"/>
                <a:gd name="connsiteX21" fmla="*/ 2167017 w 2326735"/>
                <a:gd name="connsiteY21" fmla="*/ 2066156 h 5689362"/>
                <a:gd name="connsiteX22" fmla="*/ 1963511 w 2326735"/>
                <a:gd name="connsiteY22" fmla="*/ 2271982 h 5689362"/>
                <a:gd name="connsiteX23" fmla="*/ 1800621 w 2326735"/>
                <a:gd name="connsiteY23" fmla="*/ 2718319 h 5689362"/>
                <a:gd name="connsiteX24" fmla="*/ 1796203 w 2326735"/>
                <a:gd name="connsiteY24" fmla="*/ 2663300 h 5689362"/>
                <a:gd name="connsiteX25" fmla="*/ 1795688 w 2326735"/>
                <a:gd name="connsiteY25" fmla="*/ 2656649 h 5689362"/>
                <a:gd name="connsiteX26" fmla="*/ 1779136 w 2326735"/>
                <a:gd name="connsiteY26" fmla="*/ 2437278 h 5689362"/>
                <a:gd name="connsiteX27" fmla="*/ 1770920 w 2326735"/>
                <a:gd name="connsiteY27" fmla="*/ 2383326 h 5689362"/>
                <a:gd name="connsiteX28" fmla="*/ 1768049 w 2326735"/>
                <a:gd name="connsiteY28" fmla="*/ 2285027 h 5689362"/>
                <a:gd name="connsiteX29" fmla="*/ 1774185 w 2326735"/>
                <a:gd name="connsiteY29" fmla="*/ 2262460 h 5689362"/>
                <a:gd name="connsiteX30" fmla="*/ 1837025 w 2326735"/>
                <a:gd name="connsiteY30" fmla="*/ 2183687 h 5689362"/>
                <a:gd name="connsiteX31" fmla="*/ 1838348 w 2326735"/>
                <a:gd name="connsiteY31" fmla="*/ 2182501 h 5689362"/>
                <a:gd name="connsiteX32" fmla="*/ 1955794 w 2326735"/>
                <a:gd name="connsiteY32" fmla="*/ 1989893 h 5689362"/>
                <a:gd name="connsiteX33" fmla="*/ 1989156 w 2326735"/>
                <a:gd name="connsiteY33" fmla="*/ 1645790 h 5689362"/>
                <a:gd name="connsiteX34" fmla="*/ 1989104 w 2326735"/>
                <a:gd name="connsiteY34" fmla="*/ 1643297 h 5689362"/>
                <a:gd name="connsiteX35" fmla="*/ 1944071 w 2326735"/>
                <a:gd name="connsiteY35" fmla="*/ 1329204 h 5689362"/>
                <a:gd name="connsiteX36" fmla="*/ 1931456 w 2326735"/>
                <a:gd name="connsiteY36" fmla="*/ 1294914 h 5689362"/>
                <a:gd name="connsiteX37" fmla="*/ 1924116 w 2326735"/>
                <a:gd name="connsiteY37" fmla="*/ 1275853 h 5689362"/>
                <a:gd name="connsiteX38" fmla="*/ 1911311 w 2326735"/>
                <a:gd name="connsiteY38" fmla="*/ 1265214 h 5689362"/>
                <a:gd name="connsiteX39" fmla="*/ 1908475 w 2326735"/>
                <a:gd name="connsiteY39" fmla="*/ 1264956 h 5689362"/>
                <a:gd name="connsiteX40" fmla="*/ 1895584 w 2326735"/>
                <a:gd name="connsiteY40" fmla="*/ 1271092 h 5689362"/>
                <a:gd name="connsiteX41" fmla="*/ 1868066 w 2326735"/>
                <a:gd name="connsiteY41" fmla="*/ 1304626 h 5689362"/>
                <a:gd name="connsiteX42" fmla="*/ 1675372 w 2326735"/>
                <a:gd name="connsiteY42" fmla="*/ 1865572 h 5689362"/>
                <a:gd name="connsiteX43" fmla="*/ 1683794 w 2326735"/>
                <a:gd name="connsiteY43" fmla="*/ 1980371 h 5689362"/>
                <a:gd name="connsiteX44" fmla="*/ 1566211 w 2326735"/>
                <a:gd name="connsiteY44" fmla="*/ 1643624 h 5689362"/>
                <a:gd name="connsiteX45" fmla="*/ 1564613 w 2326735"/>
                <a:gd name="connsiteY45" fmla="*/ 1635821 h 5689362"/>
                <a:gd name="connsiteX46" fmla="*/ 1564303 w 2326735"/>
                <a:gd name="connsiteY46" fmla="*/ 1621005 h 5689362"/>
                <a:gd name="connsiteX47" fmla="*/ 1564269 w 2326735"/>
                <a:gd name="connsiteY47" fmla="*/ 1555742 h 5689362"/>
                <a:gd name="connsiteX48" fmla="*/ 1571608 w 2326735"/>
                <a:gd name="connsiteY48" fmla="*/ 1539276 h 5689362"/>
                <a:gd name="connsiteX49" fmla="*/ 1594124 w 2326735"/>
                <a:gd name="connsiteY49" fmla="*/ 1511947 h 5689362"/>
                <a:gd name="connsiteX50" fmla="*/ 1632694 w 2326735"/>
                <a:gd name="connsiteY50" fmla="*/ 1461380 h 5689362"/>
                <a:gd name="connsiteX51" fmla="*/ 1685358 w 2326735"/>
                <a:gd name="connsiteY51" fmla="*/ 1239363 h 5689362"/>
                <a:gd name="connsiteX52" fmla="*/ 1632883 w 2326735"/>
                <a:gd name="connsiteY52" fmla="*/ 881578 h 5689362"/>
                <a:gd name="connsiteX53" fmla="*/ 1527349 w 2326735"/>
                <a:gd name="connsiteY53" fmla="*/ 623466 h 5689362"/>
                <a:gd name="connsiteX54" fmla="*/ 1514836 w 2326735"/>
                <a:gd name="connsiteY54" fmla="*/ 606192 h 5689362"/>
                <a:gd name="connsiteX55" fmla="*/ 1508511 w 2326735"/>
                <a:gd name="connsiteY55" fmla="*/ 597856 h 5689362"/>
                <a:gd name="connsiteX56" fmla="*/ 1493936 w 2326735"/>
                <a:gd name="connsiteY56" fmla="*/ 591136 h 5689362"/>
                <a:gd name="connsiteX57" fmla="*/ 1480495 w 2326735"/>
                <a:gd name="connsiteY57" fmla="*/ 599713 h 5689362"/>
                <a:gd name="connsiteX58" fmla="*/ 1373998 w 2326735"/>
                <a:gd name="connsiteY58" fmla="*/ 1012258 h 5689362"/>
                <a:gd name="connsiteX59" fmla="*/ 1416985 w 2326735"/>
                <a:gd name="connsiteY59" fmla="*/ 1332728 h 5689362"/>
                <a:gd name="connsiteX60" fmla="*/ 1208564 w 2326735"/>
                <a:gd name="connsiteY60" fmla="*/ 1001705 h 5689362"/>
                <a:gd name="connsiteX61" fmla="*/ 1206828 w 2326735"/>
                <a:gd name="connsiteY61" fmla="*/ 999316 h 5689362"/>
                <a:gd name="connsiteX62" fmla="*/ 1204508 w 2326735"/>
                <a:gd name="connsiteY62" fmla="*/ 996703 h 5689362"/>
                <a:gd name="connsiteX63" fmla="*/ 1194161 w 2326735"/>
                <a:gd name="connsiteY63" fmla="*/ 911691 h 5689362"/>
                <a:gd name="connsiteX64" fmla="*/ 1198199 w 2326735"/>
                <a:gd name="connsiteY64" fmla="*/ 903424 h 5689362"/>
                <a:gd name="connsiteX65" fmla="*/ 1214511 w 2326735"/>
                <a:gd name="connsiteY65" fmla="*/ 877711 h 5689362"/>
                <a:gd name="connsiteX66" fmla="*/ 1245999 w 2326735"/>
                <a:gd name="connsiteY66" fmla="*/ 820956 h 5689362"/>
                <a:gd name="connsiteX67" fmla="*/ 1261984 w 2326735"/>
                <a:gd name="connsiteY67" fmla="*/ 605539 h 5689362"/>
                <a:gd name="connsiteX68" fmla="*/ 1015130 w 2326735"/>
                <a:gd name="connsiteY68" fmla="*/ 101175 h 5689362"/>
                <a:gd name="connsiteX69" fmla="*/ 968482 w 2326735"/>
                <a:gd name="connsiteY69" fmla="*/ 55971 h 5689362"/>
                <a:gd name="connsiteX70" fmla="*/ 963876 w 2326735"/>
                <a:gd name="connsiteY70" fmla="*/ 51794 h 5689362"/>
                <a:gd name="connsiteX71" fmla="*/ 943921 w 2326735"/>
                <a:gd name="connsiteY71" fmla="*/ 33489 h 5689362"/>
                <a:gd name="connsiteX72" fmla="*/ 927506 w 2326735"/>
                <a:gd name="connsiteY72" fmla="*/ 29622 h 5689362"/>
                <a:gd name="connsiteX73" fmla="*/ 916179 w 2326735"/>
                <a:gd name="connsiteY73" fmla="*/ 41894 h 5689362"/>
                <a:gd name="connsiteX74" fmla="*/ 913154 w 2326735"/>
                <a:gd name="connsiteY74" fmla="*/ 55163 h 5689362"/>
                <a:gd name="connsiteX75" fmla="*/ 908307 w 2326735"/>
                <a:gd name="connsiteY75" fmla="*/ 77886 h 5689362"/>
                <a:gd name="connsiteX76" fmla="*/ 912484 w 2326735"/>
                <a:gd name="connsiteY76" fmla="*/ 442064 h 5689362"/>
                <a:gd name="connsiteX77" fmla="*/ 1041222 w 2326735"/>
                <a:gd name="connsiteY77" fmla="*/ 788797 h 5689362"/>
                <a:gd name="connsiteX78" fmla="*/ 749593 w 2326735"/>
                <a:gd name="connsiteY78" fmla="*/ 491772 h 5689362"/>
                <a:gd name="connsiteX79" fmla="*/ 748442 w 2326735"/>
                <a:gd name="connsiteY79" fmla="*/ 488970 h 5689362"/>
                <a:gd name="connsiteX80" fmla="*/ 698064 w 2326735"/>
                <a:gd name="connsiteY80" fmla="*/ 296654 h 5689362"/>
                <a:gd name="connsiteX81" fmla="*/ 472111 w 2326735"/>
                <a:gd name="connsiteY81" fmla="*/ 110216 h 5689362"/>
                <a:gd name="connsiteX82" fmla="*/ 298289 w 2326735"/>
                <a:gd name="connsiteY82" fmla="*/ 42186 h 5689362"/>
                <a:gd name="connsiteX83" fmla="*/ 214394 w 2326735"/>
                <a:gd name="connsiteY83" fmla="*/ 10681 h 5689362"/>
                <a:gd name="connsiteX84" fmla="*/ 166835 w 2326735"/>
                <a:gd name="connsiteY84" fmla="*/ 3410 h 5689362"/>
                <a:gd name="connsiteX85" fmla="*/ 164068 w 2326735"/>
                <a:gd name="connsiteY85" fmla="*/ 30567 h 5689362"/>
                <a:gd name="connsiteX86" fmla="*/ 165271 w 2326735"/>
                <a:gd name="connsiteY86" fmla="*/ 34606 h 5689362"/>
                <a:gd name="connsiteX87" fmla="*/ 307072 w 2326735"/>
                <a:gd name="connsiteY87" fmla="*/ 319188 h 5689362"/>
                <a:gd name="connsiteX88" fmla="*/ 703856 w 2326735"/>
                <a:gd name="connsiteY88" fmla="*/ 529758 h 5689362"/>
                <a:gd name="connsiteX89" fmla="*/ 715424 w 2326735"/>
                <a:gd name="connsiteY89" fmla="*/ 532972 h 5689362"/>
                <a:gd name="connsiteX90" fmla="*/ 767813 w 2326735"/>
                <a:gd name="connsiteY90" fmla="*/ 575581 h 5689362"/>
                <a:gd name="connsiteX91" fmla="*/ 900985 w 2326735"/>
                <a:gd name="connsiteY91" fmla="*/ 707172 h 5689362"/>
                <a:gd name="connsiteX92" fmla="*/ 668036 w 2326735"/>
                <a:gd name="connsiteY92" fmla="*/ 653305 h 5689362"/>
                <a:gd name="connsiteX93" fmla="*/ 524070 w 2326735"/>
                <a:gd name="connsiteY93" fmla="*/ 669822 h 5689362"/>
                <a:gd name="connsiteX94" fmla="*/ 522282 w 2326735"/>
                <a:gd name="connsiteY94" fmla="*/ 670097 h 5689362"/>
                <a:gd name="connsiteX95" fmla="*/ 480945 w 2326735"/>
                <a:gd name="connsiteY95" fmla="*/ 676079 h 5689362"/>
                <a:gd name="connsiteX96" fmla="*/ 393768 w 2326735"/>
                <a:gd name="connsiteY96" fmla="*/ 690156 h 5689362"/>
                <a:gd name="connsiteX97" fmla="*/ 351056 w 2326735"/>
                <a:gd name="connsiteY97" fmla="*/ 710558 h 5689362"/>
                <a:gd name="connsiteX98" fmla="*/ 351503 w 2326735"/>
                <a:gd name="connsiteY98" fmla="*/ 723844 h 5689362"/>
                <a:gd name="connsiteX99" fmla="*/ 358309 w 2326735"/>
                <a:gd name="connsiteY99" fmla="*/ 734277 h 5689362"/>
                <a:gd name="connsiteX100" fmla="*/ 627868 w 2326735"/>
                <a:gd name="connsiteY100" fmla="*/ 936184 h 5689362"/>
                <a:gd name="connsiteX101" fmla="*/ 976097 w 2326735"/>
                <a:gd name="connsiteY101" fmla="*/ 924909 h 5689362"/>
                <a:gd name="connsiteX102" fmla="*/ 1033504 w 2326735"/>
                <a:gd name="connsiteY102" fmla="*/ 911623 h 5689362"/>
                <a:gd name="connsiteX103" fmla="*/ 1066798 w 2326735"/>
                <a:gd name="connsiteY103" fmla="*/ 915198 h 5689362"/>
                <a:gd name="connsiteX104" fmla="*/ 1083143 w 2326735"/>
                <a:gd name="connsiteY104" fmla="*/ 921935 h 5689362"/>
                <a:gd name="connsiteX105" fmla="*/ 1267845 w 2326735"/>
                <a:gd name="connsiteY105" fmla="*/ 1195155 h 5689362"/>
                <a:gd name="connsiteX106" fmla="*/ 1068791 w 2326735"/>
                <a:gd name="connsiteY106" fmla="*/ 1094898 h 5689362"/>
                <a:gd name="connsiteX107" fmla="*/ 840105 w 2326735"/>
                <a:gd name="connsiteY107" fmla="*/ 1069133 h 5689362"/>
                <a:gd name="connsiteX108" fmla="*/ 814959 w 2326735"/>
                <a:gd name="connsiteY108" fmla="*/ 1067861 h 5689362"/>
                <a:gd name="connsiteX109" fmla="*/ 743612 w 2326735"/>
                <a:gd name="connsiteY109" fmla="*/ 1063633 h 5689362"/>
                <a:gd name="connsiteX110" fmla="*/ 702945 w 2326735"/>
                <a:gd name="connsiteY110" fmla="*/ 1061124 h 5689362"/>
                <a:gd name="connsiteX111" fmla="*/ 689625 w 2326735"/>
                <a:gd name="connsiteY111" fmla="*/ 1067896 h 5689362"/>
                <a:gd name="connsiteX112" fmla="*/ 687424 w 2326735"/>
                <a:gd name="connsiteY112" fmla="*/ 1083674 h 5689362"/>
                <a:gd name="connsiteX113" fmla="*/ 693561 w 2326735"/>
                <a:gd name="connsiteY113" fmla="*/ 1098542 h 5689362"/>
                <a:gd name="connsiteX114" fmla="*/ 977798 w 2326735"/>
                <a:gd name="connsiteY114" fmla="*/ 1378637 h 5689362"/>
                <a:gd name="connsiteX115" fmla="*/ 1286184 w 2326735"/>
                <a:gd name="connsiteY115" fmla="*/ 1423962 h 5689362"/>
                <a:gd name="connsiteX116" fmla="*/ 1324961 w 2326735"/>
                <a:gd name="connsiteY116" fmla="*/ 1419699 h 5689362"/>
                <a:gd name="connsiteX117" fmla="*/ 1403269 w 2326735"/>
                <a:gd name="connsiteY117" fmla="*/ 1444656 h 5689362"/>
                <a:gd name="connsiteX118" fmla="*/ 1549504 w 2326735"/>
                <a:gd name="connsiteY118" fmla="*/ 1795841 h 5689362"/>
                <a:gd name="connsiteX119" fmla="*/ 1364631 w 2326735"/>
                <a:gd name="connsiteY119" fmla="*/ 1647904 h 5689362"/>
                <a:gd name="connsiteX120" fmla="*/ 1125511 w 2326735"/>
                <a:gd name="connsiteY120" fmla="*/ 1544312 h 5689362"/>
                <a:gd name="connsiteX121" fmla="*/ 1022366 w 2326735"/>
                <a:gd name="connsiteY121" fmla="*/ 1501290 h 5689362"/>
                <a:gd name="connsiteX122" fmla="*/ 1006468 w 2326735"/>
                <a:gd name="connsiteY122" fmla="*/ 1502665 h 5689362"/>
                <a:gd name="connsiteX123" fmla="*/ 999008 w 2326735"/>
                <a:gd name="connsiteY123" fmla="*/ 1516553 h 5689362"/>
                <a:gd name="connsiteX124" fmla="*/ 1278468 w 2326735"/>
                <a:gd name="connsiteY124" fmla="*/ 1968184 h 5689362"/>
                <a:gd name="connsiteX125" fmla="*/ 1534001 w 2326735"/>
                <a:gd name="connsiteY125" fmla="*/ 2073787 h 5689362"/>
                <a:gd name="connsiteX126" fmla="*/ 1622347 w 2326735"/>
                <a:gd name="connsiteY126" fmla="*/ 2106720 h 5689362"/>
                <a:gd name="connsiteX127" fmla="*/ 1636475 w 2326735"/>
                <a:gd name="connsiteY127" fmla="*/ 2116448 h 5689362"/>
                <a:gd name="connsiteX128" fmla="*/ 1651274 w 2326735"/>
                <a:gd name="connsiteY128" fmla="*/ 2141783 h 5689362"/>
                <a:gd name="connsiteX129" fmla="*/ 1725200 w 2326735"/>
                <a:gd name="connsiteY129" fmla="*/ 2580592 h 5689362"/>
                <a:gd name="connsiteX130" fmla="*/ 1709112 w 2326735"/>
                <a:gd name="connsiteY130" fmla="*/ 2534665 h 5689362"/>
                <a:gd name="connsiteX131" fmla="*/ 1512928 w 2326735"/>
                <a:gd name="connsiteY131" fmla="*/ 2275986 h 5689362"/>
                <a:gd name="connsiteX132" fmla="*/ 1360248 w 2326735"/>
                <a:gd name="connsiteY132" fmla="*/ 2151855 h 5689362"/>
                <a:gd name="connsiteX133" fmla="*/ 1357841 w 2326735"/>
                <a:gd name="connsiteY133" fmla="*/ 2149964 h 5689362"/>
                <a:gd name="connsiteX134" fmla="*/ 1288969 w 2326735"/>
                <a:gd name="connsiteY134" fmla="*/ 2095169 h 5689362"/>
                <a:gd name="connsiteX135" fmla="*/ 1274291 w 2326735"/>
                <a:gd name="connsiteY135" fmla="*/ 2082880 h 5689362"/>
                <a:gd name="connsiteX136" fmla="*/ 1260008 w 2326735"/>
                <a:gd name="connsiteY136" fmla="*/ 2070642 h 5689362"/>
                <a:gd name="connsiteX137" fmla="*/ 1241720 w 2326735"/>
                <a:gd name="connsiteY137" fmla="*/ 2068459 h 5689362"/>
                <a:gd name="connsiteX138" fmla="*/ 1232593 w 2326735"/>
                <a:gd name="connsiteY138" fmla="*/ 2084512 h 5689362"/>
                <a:gd name="connsiteX139" fmla="*/ 1234397 w 2326735"/>
                <a:gd name="connsiteY139" fmla="*/ 2113302 h 5689362"/>
                <a:gd name="connsiteX140" fmla="*/ 1234673 w 2326735"/>
                <a:gd name="connsiteY140" fmla="*/ 2117582 h 5689362"/>
                <a:gd name="connsiteX141" fmla="*/ 1238780 w 2326735"/>
                <a:gd name="connsiteY141" fmla="*/ 2171793 h 5689362"/>
                <a:gd name="connsiteX142" fmla="*/ 1394263 w 2326735"/>
                <a:gd name="connsiteY142" fmla="*/ 2608333 h 5689362"/>
                <a:gd name="connsiteX143" fmla="*/ 1645018 w 2326735"/>
                <a:gd name="connsiteY143" fmla="*/ 2820742 h 5689362"/>
                <a:gd name="connsiteX144" fmla="*/ 1718136 w 2326735"/>
                <a:gd name="connsiteY144" fmla="*/ 2876861 h 5689362"/>
                <a:gd name="connsiteX145" fmla="*/ 1743058 w 2326735"/>
                <a:gd name="connsiteY145" fmla="*/ 2960480 h 5689362"/>
                <a:gd name="connsiteX146" fmla="*/ 1715128 w 2326735"/>
                <a:gd name="connsiteY146" fmla="*/ 3350097 h 5689362"/>
                <a:gd name="connsiteX147" fmla="*/ 1690515 w 2326735"/>
                <a:gd name="connsiteY147" fmla="*/ 3239940 h 5689362"/>
                <a:gd name="connsiteX148" fmla="*/ 1566589 w 2326735"/>
                <a:gd name="connsiteY148" fmla="*/ 3005960 h 5689362"/>
                <a:gd name="connsiteX149" fmla="*/ 1415662 w 2326735"/>
                <a:gd name="connsiteY149" fmla="*/ 2803193 h 5689362"/>
                <a:gd name="connsiteX150" fmla="*/ 1412345 w 2326735"/>
                <a:gd name="connsiteY150" fmla="*/ 2798776 h 5689362"/>
                <a:gd name="connsiteX151" fmla="*/ 1353596 w 2326735"/>
                <a:gd name="connsiteY151" fmla="*/ 2720639 h 5689362"/>
                <a:gd name="connsiteX152" fmla="*/ 1341771 w 2326735"/>
                <a:gd name="connsiteY152" fmla="*/ 2712424 h 5689362"/>
                <a:gd name="connsiteX153" fmla="*/ 1327900 w 2326735"/>
                <a:gd name="connsiteY153" fmla="*/ 2712063 h 5689362"/>
                <a:gd name="connsiteX154" fmla="*/ 1318567 w 2326735"/>
                <a:gd name="connsiteY154" fmla="*/ 2722255 h 5689362"/>
                <a:gd name="connsiteX155" fmla="*/ 1317982 w 2326735"/>
                <a:gd name="connsiteY155" fmla="*/ 2724043 h 5689362"/>
                <a:gd name="connsiteX156" fmla="*/ 1316161 w 2326735"/>
                <a:gd name="connsiteY156" fmla="*/ 2730712 h 5689362"/>
                <a:gd name="connsiteX157" fmla="*/ 1380616 w 2326735"/>
                <a:gd name="connsiteY157" fmla="*/ 3292225 h 5689362"/>
                <a:gd name="connsiteX158" fmla="*/ 1559302 w 2326735"/>
                <a:gd name="connsiteY158" fmla="*/ 3541313 h 5689362"/>
                <a:gd name="connsiteX159" fmla="*/ 1650432 w 2326735"/>
                <a:gd name="connsiteY159" fmla="*/ 3665479 h 5689362"/>
                <a:gd name="connsiteX160" fmla="*/ 1653629 w 2326735"/>
                <a:gd name="connsiteY160" fmla="*/ 3682238 h 5689362"/>
                <a:gd name="connsiteX161" fmla="*/ 1505641 w 2326735"/>
                <a:gd name="connsiteY161" fmla="*/ 4135158 h 5689362"/>
                <a:gd name="connsiteX162" fmla="*/ 1502375 w 2326735"/>
                <a:gd name="connsiteY162" fmla="*/ 3897465 h 5689362"/>
                <a:gd name="connsiteX163" fmla="*/ 1395311 w 2326735"/>
                <a:gd name="connsiteY163" fmla="*/ 3570516 h 5689362"/>
                <a:gd name="connsiteX164" fmla="*/ 1383744 w 2326735"/>
                <a:gd name="connsiteY164" fmla="*/ 3541485 h 5689362"/>
                <a:gd name="connsiteX165" fmla="*/ 1328605 w 2326735"/>
                <a:gd name="connsiteY165" fmla="*/ 3402813 h 5689362"/>
                <a:gd name="connsiteX166" fmla="*/ 1312774 w 2326735"/>
                <a:gd name="connsiteY166" fmla="*/ 3392225 h 5689362"/>
                <a:gd name="connsiteX167" fmla="*/ 1298268 w 2326735"/>
                <a:gd name="connsiteY167" fmla="*/ 3401283 h 5689362"/>
                <a:gd name="connsiteX168" fmla="*/ 1292200 w 2326735"/>
                <a:gd name="connsiteY168" fmla="*/ 3412696 h 5689362"/>
                <a:gd name="connsiteX169" fmla="*/ 1284913 w 2326735"/>
                <a:gd name="connsiteY169" fmla="*/ 3427168 h 5689362"/>
                <a:gd name="connsiteX170" fmla="*/ 1207000 w 2326735"/>
                <a:gd name="connsiteY170" fmla="*/ 3961026 h 5689362"/>
                <a:gd name="connsiteX171" fmla="*/ 1308993 w 2326735"/>
                <a:gd name="connsiteY171" fmla="*/ 4258258 h 5689362"/>
                <a:gd name="connsiteX172" fmla="*/ 1366092 w 2326735"/>
                <a:gd name="connsiteY172" fmla="*/ 4397910 h 5689362"/>
                <a:gd name="connsiteX173" fmla="*/ 1360884 w 2326735"/>
                <a:gd name="connsiteY173" fmla="*/ 4430052 h 5689362"/>
                <a:gd name="connsiteX174" fmla="*/ 1141341 w 2326735"/>
                <a:gd name="connsiteY174" fmla="*/ 4753839 h 5689362"/>
                <a:gd name="connsiteX175" fmla="*/ 1142253 w 2326735"/>
                <a:gd name="connsiteY175" fmla="*/ 4752189 h 5689362"/>
                <a:gd name="connsiteX176" fmla="*/ 1196000 w 2326735"/>
                <a:gd name="connsiteY176" fmla="*/ 4433953 h 5689362"/>
                <a:gd name="connsiteX177" fmla="*/ 1172005 w 2326735"/>
                <a:gd name="connsiteY177" fmla="*/ 4184986 h 5689362"/>
                <a:gd name="connsiteX178" fmla="*/ 1171472 w 2326735"/>
                <a:gd name="connsiteY178" fmla="*/ 4180293 h 5689362"/>
                <a:gd name="connsiteX179" fmla="*/ 1160644 w 2326735"/>
                <a:gd name="connsiteY179" fmla="*/ 4082803 h 5689362"/>
                <a:gd name="connsiteX180" fmla="*/ 1154250 w 2326735"/>
                <a:gd name="connsiteY180" fmla="*/ 4027200 h 5689362"/>
                <a:gd name="connsiteX181" fmla="*/ 1151276 w 2326735"/>
                <a:gd name="connsiteY181" fmla="*/ 4001865 h 5689362"/>
                <a:gd name="connsiteX182" fmla="*/ 1142287 w 2326735"/>
                <a:gd name="connsiteY182" fmla="*/ 3988974 h 5689362"/>
                <a:gd name="connsiteX183" fmla="*/ 1102360 w 2326735"/>
                <a:gd name="connsiteY183" fmla="*/ 4010476 h 5689362"/>
                <a:gd name="connsiteX184" fmla="*/ 899731 w 2326735"/>
                <a:gd name="connsiteY184" fmla="*/ 4446879 h 5689362"/>
                <a:gd name="connsiteX185" fmla="*/ 942081 w 2326735"/>
                <a:gd name="connsiteY185" fmla="*/ 4879964 h 5689362"/>
                <a:gd name="connsiteX186" fmla="*/ 943474 w 2326735"/>
                <a:gd name="connsiteY186" fmla="*/ 4892443 h 5689362"/>
                <a:gd name="connsiteX187" fmla="*/ 940569 w 2326735"/>
                <a:gd name="connsiteY187" fmla="*/ 4964873 h 5689362"/>
                <a:gd name="connsiteX188" fmla="*/ 935120 w 2326735"/>
                <a:gd name="connsiteY188" fmla="*/ 4978142 h 5689362"/>
                <a:gd name="connsiteX189" fmla="*/ 575067 w 2326735"/>
                <a:gd name="connsiteY189" fmla="*/ 5252049 h 5689362"/>
                <a:gd name="connsiteX190" fmla="*/ 709099 w 2326735"/>
                <a:gd name="connsiteY190" fmla="*/ 5032576 h 5689362"/>
                <a:gd name="connsiteX191" fmla="*/ 772797 w 2326735"/>
                <a:gd name="connsiteY191" fmla="*/ 4722660 h 5689362"/>
                <a:gd name="connsiteX192" fmla="*/ 774172 w 2326735"/>
                <a:gd name="connsiteY192" fmla="*/ 4713533 h 5689362"/>
                <a:gd name="connsiteX193" fmla="*/ 791532 w 2326735"/>
                <a:gd name="connsiteY193" fmla="*/ 4604802 h 5689362"/>
                <a:gd name="connsiteX194" fmla="*/ 798252 w 2326735"/>
                <a:gd name="connsiteY194" fmla="*/ 4563259 h 5689362"/>
                <a:gd name="connsiteX195" fmla="*/ 792134 w 2326735"/>
                <a:gd name="connsiteY195" fmla="*/ 4547531 h 5689362"/>
                <a:gd name="connsiteX196" fmla="*/ 775375 w 2326735"/>
                <a:gd name="connsiteY196" fmla="*/ 4545228 h 5689362"/>
                <a:gd name="connsiteX197" fmla="*/ 769514 w 2326735"/>
                <a:gd name="connsiteY197" fmla="*/ 4547652 h 5689362"/>
                <a:gd name="connsiteX198" fmla="*/ 752670 w 2326735"/>
                <a:gd name="connsiteY198" fmla="*/ 4555129 h 5689362"/>
                <a:gd name="connsiteX199" fmla="*/ 369189 w 2326735"/>
                <a:gd name="connsiteY199" fmla="*/ 5233693 h 5689362"/>
                <a:gd name="connsiteX200" fmla="*/ 357295 w 2326735"/>
                <a:gd name="connsiteY200" fmla="*/ 5355418 h 5689362"/>
                <a:gd name="connsiteX201" fmla="*/ 351331 w 2326735"/>
                <a:gd name="connsiteY201" fmla="*/ 5363565 h 5689362"/>
                <a:gd name="connsiteX202" fmla="*/ 13003 w 2326735"/>
                <a:gd name="connsiteY202" fmla="*/ 5473018 h 5689362"/>
                <a:gd name="connsiteX203" fmla="*/ 885 w 2326735"/>
                <a:gd name="connsiteY203" fmla="*/ 5483950 h 5689362"/>
                <a:gd name="connsiteX204" fmla="*/ 3962 w 2326735"/>
                <a:gd name="connsiteY204" fmla="*/ 5500072 h 5689362"/>
                <a:gd name="connsiteX205" fmla="*/ 35261 w 2326735"/>
                <a:gd name="connsiteY205" fmla="*/ 5545964 h 5689362"/>
                <a:gd name="connsiteX206" fmla="*/ 53635 w 2326735"/>
                <a:gd name="connsiteY206" fmla="*/ 5554300 h 5689362"/>
                <a:gd name="connsiteX207" fmla="*/ 316250 w 2326735"/>
                <a:gd name="connsiteY207" fmla="*/ 5474599 h 5689362"/>
                <a:gd name="connsiteX208" fmla="*/ 332991 w 2326735"/>
                <a:gd name="connsiteY208" fmla="*/ 5471385 h 5689362"/>
                <a:gd name="connsiteX209" fmla="*/ 393046 w 2326735"/>
                <a:gd name="connsiteY209" fmla="*/ 5483090 h 5689362"/>
                <a:gd name="connsiteX210" fmla="*/ 401348 w 2326735"/>
                <a:gd name="connsiteY210" fmla="*/ 5486081 h 5689362"/>
                <a:gd name="connsiteX211" fmla="*/ 651760 w 2326735"/>
                <a:gd name="connsiteY211" fmla="*/ 5671006 h 5689362"/>
                <a:gd name="connsiteX212" fmla="*/ 732371 w 2326735"/>
                <a:gd name="connsiteY212" fmla="*/ 5684825 h 5689362"/>
                <a:gd name="connsiteX213" fmla="*/ 826698 w 2326735"/>
                <a:gd name="connsiteY213" fmla="*/ 5689363 h 5689362"/>
                <a:gd name="connsiteX214" fmla="*/ 908084 w 2326735"/>
                <a:gd name="connsiteY214" fmla="*/ 5686407 h 5689362"/>
                <a:gd name="connsiteX215" fmla="*/ 1181596 w 2326735"/>
                <a:gd name="connsiteY215" fmla="*/ 5614303 h 5689362"/>
                <a:gd name="connsiteX216" fmla="*/ 1279654 w 2326735"/>
                <a:gd name="connsiteY216" fmla="*/ 5542681 h 5689362"/>
                <a:gd name="connsiteX217" fmla="*/ 1277574 w 2326735"/>
                <a:gd name="connsiteY217" fmla="*/ 5519890 h 5689362"/>
                <a:gd name="connsiteX218" fmla="*/ 1026939 w 2326735"/>
                <a:gd name="connsiteY218" fmla="*/ 5362104 h 5689362"/>
                <a:gd name="connsiteX219" fmla="*/ 660732 w 2326735"/>
                <a:gd name="connsiteY219" fmla="*/ 5318567 h 5689362"/>
                <a:gd name="connsiteX220" fmla="*/ 609752 w 2326735"/>
                <a:gd name="connsiteY220" fmla="*/ 5331114 h 5689362"/>
                <a:gd name="connsiteX221" fmla="*/ 921937 w 2326735"/>
                <a:gd name="connsiteY221" fmla="*/ 5101947 h 5689362"/>
                <a:gd name="connsiteX222" fmla="*/ 929363 w 2326735"/>
                <a:gd name="connsiteY222" fmla="*/ 5098286 h 5689362"/>
                <a:gd name="connsiteX223" fmla="*/ 988867 w 2326735"/>
                <a:gd name="connsiteY223" fmla="*/ 5090723 h 5689362"/>
                <a:gd name="connsiteX224" fmla="*/ 993766 w 2326735"/>
                <a:gd name="connsiteY224" fmla="*/ 5091806 h 5689362"/>
                <a:gd name="connsiteX225" fmla="*/ 1227866 w 2326735"/>
                <a:gd name="connsiteY225" fmla="*/ 5190654 h 5689362"/>
                <a:gd name="connsiteX226" fmla="*/ 1242888 w 2326735"/>
                <a:gd name="connsiteY226" fmla="*/ 5190379 h 5689362"/>
                <a:gd name="connsiteX227" fmla="*/ 1561622 w 2326735"/>
                <a:gd name="connsiteY227" fmla="*/ 5103236 h 5689362"/>
                <a:gd name="connsiteX228" fmla="*/ 1781697 w 2326735"/>
                <a:gd name="connsiteY228" fmla="*/ 4948166 h 5689362"/>
                <a:gd name="connsiteX229" fmla="*/ 1819991 w 2326735"/>
                <a:gd name="connsiteY229" fmla="*/ 4900143 h 5689362"/>
                <a:gd name="connsiteX230" fmla="*/ 1821091 w 2326735"/>
                <a:gd name="connsiteY230" fmla="*/ 4898647 h 5689362"/>
                <a:gd name="connsiteX231" fmla="*/ 1836286 w 2326735"/>
                <a:gd name="connsiteY231" fmla="*/ 4878366 h 5689362"/>
                <a:gd name="connsiteX232" fmla="*/ 1839551 w 2326735"/>
                <a:gd name="connsiteY232" fmla="*/ 4865354 h 5689362"/>
                <a:gd name="connsiteX233" fmla="*/ 1831645 w 2326735"/>
                <a:gd name="connsiteY233" fmla="*/ 4853856 h 5689362"/>
                <a:gd name="connsiteX234" fmla="*/ 1778328 w 2326735"/>
                <a:gd name="connsiteY234" fmla="*/ 4828968 h 5689362"/>
                <a:gd name="connsiteX235" fmla="*/ 1282610 w 2326735"/>
                <a:gd name="connsiteY235" fmla="*/ 4809683 h 5689362"/>
                <a:gd name="connsiteX236" fmla="*/ 1132370 w 2326735"/>
                <a:gd name="connsiteY236" fmla="*/ 4887011 h 5689362"/>
                <a:gd name="connsiteX237" fmla="*/ 1378879 w 2326735"/>
                <a:gd name="connsiteY237" fmla="*/ 4547721 h 5689362"/>
                <a:gd name="connsiteX238" fmla="*/ 1382506 w 2326735"/>
                <a:gd name="connsiteY238" fmla="*/ 4542307 h 5689362"/>
                <a:gd name="connsiteX239" fmla="*/ 1402444 w 2326735"/>
                <a:gd name="connsiteY239" fmla="*/ 4530275 h 5689362"/>
                <a:gd name="connsiteX240" fmla="*/ 1438487 w 2326735"/>
                <a:gd name="connsiteY240" fmla="*/ 4507312 h 5689362"/>
                <a:gd name="connsiteX241" fmla="*/ 1461020 w 2326735"/>
                <a:gd name="connsiteY241" fmla="*/ 4506178 h 5689362"/>
                <a:gd name="connsiteX242" fmla="*/ 1505675 w 2326735"/>
                <a:gd name="connsiteY242" fmla="*/ 4523778 h 5689362"/>
                <a:gd name="connsiteX243" fmla="*/ 1766021 w 2326735"/>
                <a:gd name="connsiteY243" fmla="*/ 4490845 h 5689362"/>
                <a:gd name="connsiteX244" fmla="*/ 1974133 w 2326735"/>
                <a:gd name="connsiteY244" fmla="*/ 4326065 h 5689362"/>
                <a:gd name="connsiteX245" fmla="*/ 2147405 w 2326735"/>
                <a:gd name="connsiteY245" fmla="*/ 4069053 h 5689362"/>
                <a:gd name="connsiteX246" fmla="*/ 2164920 w 2326735"/>
                <a:gd name="connsiteY246" fmla="*/ 4013587 h 5689362"/>
                <a:gd name="connsiteX247" fmla="*/ 2171709 w 2326735"/>
                <a:gd name="connsiteY247" fmla="*/ 3989490 h 5689362"/>
                <a:gd name="connsiteX248" fmla="*/ 2161345 w 2326735"/>
                <a:gd name="connsiteY248" fmla="*/ 3968967 h 5689362"/>
                <a:gd name="connsiteX249" fmla="*/ 2154366 w 2326735"/>
                <a:gd name="connsiteY249" fmla="*/ 3968435 h 5689362"/>
                <a:gd name="connsiteX250" fmla="*/ 1634241 w 2326735"/>
                <a:gd name="connsiteY250" fmla="*/ 4147413 h 5689362"/>
                <a:gd name="connsiteX251" fmla="*/ 1528363 w 2326735"/>
                <a:gd name="connsiteY251" fmla="*/ 4269516 h 5689362"/>
                <a:gd name="connsiteX252" fmla="*/ 1707891 w 2326735"/>
                <a:gd name="connsiteY252" fmla="*/ 3796744 h 5689362"/>
                <a:gd name="connsiteX253" fmla="*/ 1708596 w 2326735"/>
                <a:gd name="connsiteY253" fmla="*/ 3794338 h 5689362"/>
                <a:gd name="connsiteX254" fmla="*/ 1710642 w 2326735"/>
                <a:gd name="connsiteY254" fmla="*/ 3788459 h 5689362"/>
                <a:gd name="connsiteX255" fmla="*/ 1757530 w 2326735"/>
                <a:gd name="connsiteY255" fmla="*/ 3724073 h 5689362"/>
                <a:gd name="connsiteX256" fmla="*/ 1762240 w 2326735"/>
                <a:gd name="connsiteY256" fmla="*/ 3721495 h 5689362"/>
                <a:gd name="connsiteX257" fmla="*/ 1766330 w 2326735"/>
                <a:gd name="connsiteY257" fmla="*/ 3721667 h 5689362"/>
                <a:gd name="connsiteX258" fmla="*/ 1776351 w 2326735"/>
                <a:gd name="connsiteY258" fmla="*/ 3722268 h 5689362"/>
                <a:gd name="connsiteX259" fmla="*/ 1848678 w 2326735"/>
                <a:gd name="connsiteY259" fmla="*/ 3721478 h 5689362"/>
                <a:gd name="connsiteX260" fmla="*/ 2032882 w 2326735"/>
                <a:gd name="connsiteY260" fmla="*/ 3618677 h 5689362"/>
                <a:gd name="connsiteX261" fmla="*/ 2314300 w 2326735"/>
                <a:gd name="connsiteY261" fmla="*/ 3095578 h 5689362"/>
                <a:gd name="connsiteX262" fmla="*/ 2323719 w 2326735"/>
                <a:gd name="connsiteY262" fmla="*/ 3024677 h 5689362"/>
                <a:gd name="connsiteX263" fmla="*/ 2326658 w 2326735"/>
                <a:gd name="connsiteY263" fmla="*/ 2990095 h 5689362"/>
                <a:gd name="connsiteX264" fmla="*/ 2320660 w 2326735"/>
                <a:gd name="connsiteY264" fmla="*/ 2975382 h 56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</a:cxnLst>
              <a:rect l="l" t="t" r="r" b="b"/>
              <a:pathLst>
                <a:path w="2326735" h="5689362">
                  <a:moveTo>
                    <a:pt x="2320660" y="2975382"/>
                  </a:moveTo>
                  <a:cubicBezTo>
                    <a:pt x="2316329" y="2971807"/>
                    <a:pt x="2310038" y="2970673"/>
                    <a:pt x="2305139" y="2972323"/>
                  </a:cubicBezTo>
                  <a:cubicBezTo>
                    <a:pt x="2299158" y="2974162"/>
                    <a:pt x="2293675" y="2975761"/>
                    <a:pt x="2288501" y="2977273"/>
                  </a:cubicBezTo>
                  <a:lnTo>
                    <a:pt x="2285974" y="2978012"/>
                  </a:lnTo>
                  <a:cubicBezTo>
                    <a:pt x="2273221" y="2981742"/>
                    <a:pt x="2262203" y="2984939"/>
                    <a:pt x="2251289" y="2989322"/>
                  </a:cubicBezTo>
                  <a:cubicBezTo>
                    <a:pt x="2078859" y="3057833"/>
                    <a:pt x="1943109" y="3175210"/>
                    <a:pt x="1836268" y="3348138"/>
                  </a:cubicBezTo>
                  <a:cubicBezTo>
                    <a:pt x="1809885" y="3390867"/>
                    <a:pt x="1789448" y="3435281"/>
                    <a:pt x="1773171" y="3479574"/>
                  </a:cubicBezTo>
                  <a:cubicBezTo>
                    <a:pt x="1799864" y="3330589"/>
                    <a:pt x="1806052" y="3272545"/>
                    <a:pt x="1810779" y="3105839"/>
                  </a:cubicBezTo>
                  <a:cubicBezTo>
                    <a:pt x="1811002" y="3098844"/>
                    <a:pt x="1811002" y="3091728"/>
                    <a:pt x="1811002" y="3084663"/>
                  </a:cubicBezTo>
                  <a:cubicBezTo>
                    <a:pt x="1811002" y="3065378"/>
                    <a:pt x="1811002" y="3047159"/>
                    <a:pt x="1815213" y="3030539"/>
                  </a:cubicBezTo>
                  <a:cubicBezTo>
                    <a:pt x="1820266" y="3010841"/>
                    <a:pt x="1830424" y="2991195"/>
                    <a:pt x="1840256" y="2972185"/>
                  </a:cubicBezTo>
                  <a:cubicBezTo>
                    <a:pt x="1843023" y="2966805"/>
                    <a:pt x="1845791" y="2961426"/>
                    <a:pt x="1848077" y="2956699"/>
                  </a:cubicBezTo>
                  <a:cubicBezTo>
                    <a:pt x="1848867" y="2955771"/>
                    <a:pt x="1851428" y="2954207"/>
                    <a:pt x="1852425" y="2954052"/>
                  </a:cubicBezTo>
                  <a:cubicBezTo>
                    <a:pt x="1901738" y="2946524"/>
                    <a:pt x="1945343" y="2925589"/>
                    <a:pt x="1985770" y="2890061"/>
                  </a:cubicBezTo>
                  <a:cubicBezTo>
                    <a:pt x="2026505" y="2854087"/>
                    <a:pt x="2060005" y="2810051"/>
                    <a:pt x="2085356" y="2759140"/>
                  </a:cubicBezTo>
                  <a:cubicBezTo>
                    <a:pt x="2176350" y="2576673"/>
                    <a:pt x="2221881" y="2374989"/>
                    <a:pt x="2220729" y="2159762"/>
                  </a:cubicBezTo>
                  <a:cubicBezTo>
                    <a:pt x="2220626" y="2138998"/>
                    <a:pt x="2218185" y="2118785"/>
                    <a:pt x="2215504" y="2096802"/>
                  </a:cubicBezTo>
                  <a:cubicBezTo>
                    <a:pt x="2214284" y="2086953"/>
                    <a:pt x="2213046" y="2076881"/>
                    <a:pt x="2212015" y="2066448"/>
                  </a:cubicBezTo>
                  <a:cubicBezTo>
                    <a:pt x="2211431" y="2060725"/>
                    <a:pt x="2207907" y="2055637"/>
                    <a:pt x="2202802" y="2053162"/>
                  </a:cubicBezTo>
                  <a:cubicBezTo>
                    <a:pt x="2197766" y="2050721"/>
                    <a:pt x="2191681" y="2050893"/>
                    <a:pt x="2186594" y="2053970"/>
                  </a:cubicBezTo>
                  <a:cubicBezTo>
                    <a:pt x="2183517" y="2055895"/>
                    <a:pt x="2180887" y="2057459"/>
                    <a:pt x="2178498" y="2058851"/>
                  </a:cubicBezTo>
                  <a:cubicBezTo>
                    <a:pt x="2173875" y="2061601"/>
                    <a:pt x="2170351" y="2063750"/>
                    <a:pt x="2167017" y="2066156"/>
                  </a:cubicBezTo>
                  <a:cubicBezTo>
                    <a:pt x="2089396" y="2121793"/>
                    <a:pt x="2020936" y="2191061"/>
                    <a:pt x="1963511" y="2271982"/>
                  </a:cubicBezTo>
                  <a:cubicBezTo>
                    <a:pt x="1869802" y="2404243"/>
                    <a:pt x="1815299" y="2553796"/>
                    <a:pt x="1800621" y="2718319"/>
                  </a:cubicBezTo>
                  <a:cubicBezTo>
                    <a:pt x="1799159" y="2699979"/>
                    <a:pt x="1797681" y="2681640"/>
                    <a:pt x="1796203" y="2663300"/>
                  </a:cubicBezTo>
                  <a:lnTo>
                    <a:pt x="1795688" y="2656649"/>
                  </a:lnTo>
                  <a:cubicBezTo>
                    <a:pt x="1789930" y="2584751"/>
                    <a:pt x="1783983" y="2510396"/>
                    <a:pt x="1779136" y="2437278"/>
                  </a:cubicBezTo>
                  <a:cubicBezTo>
                    <a:pt x="1777915" y="2418767"/>
                    <a:pt x="1774357" y="2400754"/>
                    <a:pt x="1770920" y="2383326"/>
                  </a:cubicBezTo>
                  <a:cubicBezTo>
                    <a:pt x="1764285" y="2349826"/>
                    <a:pt x="1758012" y="2318183"/>
                    <a:pt x="1768049" y="2285027"/>
                  </a:cubicBezTo>
                  <a:cubicBezTo>
                    <a:pt x="1770335" y="2277534"/>
                    <a:pt x="1772260" y="2269988"/>
                    <a:pt x="1774185" y="2262460"/>
                  </a:cubicBezTo>
                  <a:cubicBezTo>
                    <a:pt x="1778929" y="2243811"/>
                    <a:pt x="1801841" y="2215090"/>
                    <a:pt x="1837025" y="2183687"/>
                  </a:cubicBezTo>
                  <a:lnTo>
                    <a:pt x="1838348" y="2182501"/>
                  </a:lnTo>
                  <a:cubicBezTo>
                    <a:pt x="1851325" y="2171501"/>
                    <a:pt x="1917980" y="2110518"/>
                    <a:pt x="1955794" y="1989893"/>
                  </a:cubicBezTo>
                  <a:cubicBezTo>
                    <a:pt x="1994174" y="1867343"/>
                    <a:pt x="1991269" y="1739292"/>
                    <a:pt x="1989156" y="1645790"/>
                  </a:cubicBezTo>
                  <a:lnTo>
                    <a:pt x="1989104" y="1643297"/>
                  </a:lnTo>
                  <a:cubicBezTo>
                    <a:pt x="1986285" y="1514766"/>
                    <a:pt x="1972397" y="1417911"/>
                    <a:pt x="1944071" y="1329204"/>
                  </a:cubicBezTo>
                  <a:cubicBezTo>
                    <a:pt x="1940411" y="1317860"/>
                    <a:pt x="1936062" y="1306671"/>
                    <a:pt x="1931456" y="1294914"/>
                  </a:cubicBezTo>
                  <a:cubicBezTo>
                    <a:pt x="1929066" y="1288795"/>
                    <a:pt x="1926626" y="1282470"/>
                    <a:pt x="1924116" y="1275853"/>
                  </a:cubicBezTo>
                  <a:cubicBezTo>
                    <a:pt x="1922054" y="1270250"/>
                    <a:pt x="1917103" y="1266176"/>
                    <a:pt x="1911311" y="1265214"/>
                  </a:cubicBezTo>
                  <a:lnTo>
                    <a:pt x="1908475" y="1264956"/>
                  </a:lnTo>
                  <a:cubicBezTo>
                    <a:pt x="1903456" y="1264956"/>
                    <a:pt x="1898764" y="1267207"/>
                    <a:pt x="1895584" y="1271092"/>
                  </a:cubicBezTo>
                  <a:lnTo>
                    <a:pt x="1868066" y="1304626"/>
                  </a:lnTo>
                  <a:cubicBezTo>
                    <a:pt x="1736131" y="1465539"/>
                    <a:pt x="1671316" y="1654263"/>
                    <a:pt x="1675372" y="1865572"/>
                  </a:cubicBezTo>
                  <a:cubicBezTo>
                    <a:pt x="1676077" y="1902784"/>
                    <a:pt x="1678861" y="1940959"/>
                    <a:pt x="1683794" y="1980371"/>
                  </a:cubicBezTo>
                  <a:cubicBezTo>
                    <a:pt x="1650260" y="1864644"/>
                    <a:pt x="1610934" y="1751994"/>
                    <a:pt x="1566211" y="1643624"/>
                  </a:cubicBezTo>
                  <a:cubicBezTo>
                    <a:pt x="1565283" y="1641252"/>
                    <a:pt x="1564681" y="1638313"/>
                    <a:pt x="1564613" y="1635821"/>
                  </a:cubicBezTo>
                  <a:lnTo>
                    <a:pt x="1564303" y="1621005"/>
                  </a:lnTo>
                  <a:cubicBezTo>
                    <a:pt x="1563839" y="1599623"/>
                    <a:pt x="1563358" y="1577502"/>
                    <a:pt x="1564269" y="1555742"/>
                  </a:cubicBezTo>
                  <a:cubicBezTo>
                    <a:pt x="1564406" y="1552132"/>
                    <a:pt x="1566744" y="1545652"/>
                    <a:pt x="1571608" y="1539276"/>
                  </a:cubicBezTo>
                  <a:cubicBezTo>
                    <a:pt x="1578518" y="1530149"/>
                    <a:pt x="1586183" y="1521228"/>
                    <a:pt x="1594124" y="1511947"/>
                  </a:cubicBezTo>
                  <a:cubicBezTo>
                    <a:pt x="1607651" y="1496203"/>
                    <a:pt x="1621625" y="1479943"/>
                    <a:pt x="1632694" y="1461380"/>
                  </a:cubicBezTo>
                  <a:cubicBezTo>
                    <a:pt x="1668342" y="1401669"/>
                    <a:pt x="1685083" y="1331129"/>
                    <a:pt x="1685358" y="1239363"/>
                  </a:cubicBezTo>
                  <a:cubicBezTo>
                    <a:pt x="1685839" y="1131337"/>
                    <a:pt x="1669184" y="1017655"/>
                    <a:pt x="1632883" y="881578"/>
                  </a:cubicBezTo>
                  <a:cubicBezTo>
                    <a:pt x="1613048" y="807343"/>
                    <a:pt x="1583107" y="710902"/>
                    <a:pt x="1527349" y="623466"/>
                  </a:cubicBezTo>
                  <a:cubicBezTo>
                    <a:pt x="1523568" y="617588"/>
                    <a:pt x="1519339" y="612054"/>
                    <a:pt x="1514836" y="606192"/>
                  </a:cubicBezTo>
                  <a:cubicBezTo>
                    <a:pt x="1512808" y="603597"/>
                    <a:pt x="1510677" y="600830"/>
                    <a:pt x="1508511" y="597856"/>
                  </a:cubicBezTo>
                  <a:cubicBezTo>
                    <a:pt x="1505348" y="593611"/>
                    <a:pt x="1500983" y="591136"/>
                    <a:pt x="1493936" y="591136"/>
                  </a:cubicBezTo>
                  <a:cubicBezTo>
                    <a:pt x="1488315" y="591548"/>
                    <a:pt x="1483296" y="594745"/>
                    <a:pt x="1480495" y="599713"/>
                  </a:cubicBezTo>
                  <a:cubicBezTo>
                    <a:pt x="1410505" y="726027"/>
                    <a:pt x="1375648" y="860970"/>
                    <a:pt x="1373998" y="1012258"/>
                  </a:cubicBezTo>
                  <a:cubicBezTo>
                    <a:pt x="1372589" y="1138401"/>
                    <a:pt x="1392286" y="1246943"/>
                    <a:pt x="1416985" y="1332728"/>
                  </a:cubicBezTo>
                  <a:cubicBezTo>
                    <a:pt x="1354129" y="1217895"/>
                    <a:pt x="1284277" y="1106947"/>
                    <a:pt x="1208564" y="1001705"/>
                  </a:cubicBezTo>
                  <a:lnTo>
                    <a:pt x="1206828" y="999316"/>
                  </a:lnTo>
                  <a:cubicBezTo>
                    <a:pt x="1205109" y="997030"/>
                    <a:pt x="1204387" y="995912"/>
                    <a:pt x="1204508" y="996703"/>
                  </a:cubicBezTo>
                  <a:cubicBezTo>
                    <a:pt x="1199746" y="962654"/>
                    <a:pt x="1196446" y="935411"/>
                    <a:pt x="1194161" y="911691"/>
                  </a:cubicBezTo>
                  <a:cubicBezTo>
                    <a:pt x="1194212" y="911330"/>
                    <a:pt x="1194659" y="909337"/>
                    <a:pt x="1198199" y="903424"/>
                  </a:cubicBezTo>
                  <a:cubicBezTo>
                    <a:pt x="1203201" y="894899"/>
                    <a:pt x="1208684" y="886545"/>
                    <a:pt x="1214511" y="877711"/>
                  </a:cubicBezTo>
                  <a:cubicBezTo>
                    <a:pt x="1226199" y="859938"/>
                    <a:pt x="1238265" y="841547"/>
                    <a:pt x="1245999" y="820956"/>
                  </a:cubicBezTo>
                  <a:cubicBezTo>
                    <a:pt x="1269341" y="758804"/>
                    <a:pt x="1274583" y="688317"/>
                    <a:pt x="1261984" y="605539"/>
                  </a:cubicBezTo>
                  <a:cubicBezTo>
                    <a:pt x="1234328" y="422333"/>
                    <a:pt x="1153563" y="257363"/>
                    <a:pt x="1015130" y="101175"/>
                  </a:cubicBezTo>
                  <a:cubicBezTo>
                    <a:pt x="1000881" y="85139"/>
                    <a:pt x="985137" y="70959"/>
                    <a:pt x="968482" y="55971"/>
                  </a:cubicBezTo>
                  <a:lnTo>
                    <a:pt x="963876" y="51794"/>
                  </a:lnTo>
                  <a:cubicBezTo>
                    <a:pt x="957362" y="45899"/>
                    <a:pt x="950675" y="39866"/>
                    <a:pt x="943921" y="33489"/>
                  </a:cubicBezTo>
                  <a:cubicBezTo>
                    <a:pt x="939624" y="29399"/>
                    <a:pt x="933470" y="27869"/>
                    <a:pt x="927506" y="29622"/>
                  </a:cubicBezTo>
                  <a:cubicBezTo>
                    <a:pt x="921869" y="31410"/>
                    <a:pt x="917520" y="36085"/>
                    <a:pt x="916179" y="41894"/>
                  </a:cubicBezTo>
                  <a:lnTo>
                    <a:pt x="913154" y="55163"/>
                  </a:lnTo>
                  <a:cubicBezTo>
                    <a:pt x="911091" y="63963"/>
                    <a:pt x="909493" y="70907"/>
                    <a:pt x="908307" y="77886"/>
                  </a:cubicBezTo>
                  <a:cubicBezTo>
                    <a:pt x="889675" y="189092"/>
                    <a:pt x="891033" y="308205"/>
                    <a:pt x="912484" y="442064"/>
                  </a:cubicBezTo>
                  <a:cubicBezTo>
                    <a:pt x="933762" y="574824"/>
                    <a:pt x="976165" y="689331"/>
                    <a:pt x="1041222" y="788797"/>
                  </a:cubicBezTo>
                  <a:cubicBezTo>
                    <a:pt x="943663" y="673844"/>
                    <a:pt x="848768" y="577317"/>
                    <a:pt x="749593" y="491772"/>
                  </a:cubicBezTo>
                  <a:cubicBezTo>
                    <a:pt x="749146" y="491188"/>
                    <a:pt x="748493" y="489417"/>
                    <a:pt x="748442" y="488970"/>
                  </a:cubicBezTo>
                  <a:cubicBezTo>
                    <a:pt x="756194" y="422195"/>
                    <a:pt x="739727" y="359287"/>
                    <a:pt x="698064" y="296654"/>
                  </a:cubicBezTo>
                  <a:cubicBezTo>
                    <a:pt x="643354" y="214341"/>
                    <a:pt x="567332" y="151605"/>
                    <a:pt x="472111" y="110216"/>
                  </a:cubicBezTo>
                  <a:cubicBezTo>
                    <a:pt x="415133" y="85500"/>
                    <a:pt x="356092" y="63620"/>
                    <a:pt x="298289" y="42186"/>
                  </a:cubicBezTo>
                  <a:cubicBezTo>
                    <a:pt x="270599" y="31908"/>
                    <a:pt x="242909" y="21664"/>
                    <a:pt x="214394" y="10681"/>
                  </a:cubicBezTo>
                  <a:cubicBezTo>
                    <a:pt x="185742" y="-715"/>
                    <a:pt x="173487" y="-2743"/>
                    <a:pt x="166835" y="3410"/>
                  </a:cubicBezTo>
                  <a:cubicBezTo>
                    <a:pt x="158276" y="11386"/>
                    <a:pt x="160338" y="18192"/>
                    <a:pt x="164068" y="30567"/>
                  </a:cubicBezTo>
                  <a:lnTo>
                    <a:pt x="165271" y="34606"/>
                  </a:lnTo>
                  <a:cubicBezTo>
                    <a:pt x="200215" y="152310"/>
                    <a:pt x="246588" y="245400"/>
                    <a:pt x="307072" y="319188"/>
                  </a:cubicBezTo>
                  <a:cubicBezTo>
                    <a:pt x="418106" y="454784"/>
                    <a:pt x="547961" y="523673"/>
                    <a:pt x="703856" y="529758"/>
                  </a:cubicBezTo>
                  <a:cubicBezTo>
                    <a:pt x="709322" y="530084"/>
                    <a:pt x="713653" y="531597"/>
                    <a:pt x="715424" y="532972"/>
                  </a:cubicBezTo>
                  <a:cubicBezTo>
                    <a:pt x="737373" y="549403"/>
                    <a:pt x="753529" y="562552"/>
                    <a:pt x="767813" y="575581"/>
                  </a:cubicBezTo>
                  <a:cubicBezTo>
                    <a:pt x="812983" y="616866"/>
                    <a:pt x="857465" y="660850"/>
                    <a:pt x="900985" y="707172"/>
                  </a:cubicBezTo>
                  <a:cubicBezTo>
                    <a:pt x="836255" y="666952"/>
                    <a:pt x="757139" y="648801"/>
                    <a:pt x="668036" y="653305"/>
                  </a:cubicBezTo>
                  <a:cubicBezTo>
                    <a:pt x="619274" y="655763"/>
                    <a:pt x="570873" y="662913"/>
                    <a:pt x="524070" y="669822"/>
                  </a:cubicBezTo>
                  <a:lnTo>
                    <a:pt x="522282" y="670097"/>
                  </a:lnTo>
                  <a:cubicBezTo>
                    <a:pt x="508446" y="672125"/>
                    <a:pt x="494679" y="674137"/>
                    <a:pt x="480945" y="676079"/>
                  </a:cubicBezTo>
                  <a:cubicBezTo>
                    <a:pt x="450866" y="680152"/>
                    <a:pt x="420547" y="685480"/>
                    <a:pt x="393768" y="690156"/>
                  </a:cubicBezTo>
                  <a:cubicBezTo>
                    <a:pt x="382922" y="692098"/>
                    <a:pt x="357020" y="697993"/>
                    <a:pt x="351056" y="710558"/>
                  </a:cubicBezTo>
                  <a:cubicBezTo>
                    <a:pt x="348993" y="714855"/>
                    <a:pt x="349165" y="719564"/>
                    <a:pt x="351503" y="723844"/>
                  </a:cubicBezTo>
                  <a:cubicBezTo>
                    <a:pt x="353566" y="727574"/>
                    <a:pt x="355834" y="731080"/>
                    <a:pt x="358309" y="734277"/>
                  </a:cubicBezTo>
                  <a:cubicBezTo>
                    <a:pt x="435603" y="834569"/>
                    <a:pt x="523778" y="900622"/>
                    <a:pt x="627868" y="936184"/>
                  </a:cubicBezTo>
                  <a:cubicBezTo>
                    <a:pt x="754784" y="979773"/>
                    <a:pt x="871353" y="976181"/>
                    <a:pt x="976097" y="924909"/>
                  </a:cubicBezTo>
                  <a:cubicBezTo>
                    <a:pt x="992116" y="916091"/>
                    <a:pt x="1011435" y="911623"/>
                    <a:pt x="1033504" y="911623"/>
                  </a:cubicBezTo>
                  <a:cubicBezTo>
                    <a:pt x="1050159" y="911623"/>
                    <a:pt x="1062655" y="914252"/>
                    <a:pt x="1066798" y="915198"/>
                  </a:cubicBezTo>
                  <a:cubicBezTo>
                    <a:pt x="1073002" y="916229"/>
                    <a:pt x="1081424" y="919701"/>
                    <a:pt x="1083143" y="921935"/>
                  </a:cubicBezTo>
                  <a:cubicBezTo>
                    <a:pt x="1148286" y="1007583"/>
                    <a:pt x="1210111" y="1099058"/>
                    <a:pt x="1267845" y="1195155"/>
                  </a:cubicBezTo>
                  <a:cubicBezTo>
                    <a:pt x="1219065" y="1147717"/>
                    <a:pt x="1155453" y="1115730"/>
                    <a:pt x="1068791" y="1094898"/>
                  </a:cubicBezTo>
                  <a:cubicBezTo>
                    <a:pt x="992838" y="1076799"/>
                    <a:pt x="915182" y="1072915"/>
                    <a:pt x="840105" y="1069133"/>
                  </a:cubicBezTo>
                  <a:lnTo>
                    <a:pt x="814959" y="1067861"/>
                  </a:lnTo>
                  <a:cubicBezTo>
                    <a:pt x="791412" y="1066658"/>
                    <a:pt x="767864" y="1065163"/>
                    <a:pt x="743612" y="1063633"/>
                  </a:cubicBezTo>
                  <a:lnTo>
                    <a:pt x="702945" y="1061124"/>
                  </a:lnTo>
                  <a:cubicBezTo>
                    <a:pt x="697686" y="1061124"/>
                    <a:pt x="692684" y="1063667"/>
                    <a:pt x="689625" y="1067896"/>
                  </a:cubicBezTo>
                  <a:cubicBezTo>
                    <a:pt x="686238" y="1072450"/>
                    <a:pt x="685431" y="1078363"/>
                    <a:pt x="687424" y="1083674"/>
                  </a:cubicBezTo>
                  <a:cubicBezTo>
                    <a:pt x="689057" y="1088109"/>
                    <a:pt x="692031" y="1095929"/>
                    <a:pt x="693561" y="1098542"/>
                  </a:cubicBezTo>
                  <a:cubicBezTo>
                    <a:pt x="772746" y="1230992"/>
                    <a:pt x="865733" y="1322604"/>
                    <a:pt x="977798" y="1378637"/>
                  </a:cubicBezTo>
                  <a:cubicBezTo>
                    <a:pt x="1087354" y="1433363"/>
                    <a:pt x="1186340" y="1447836"/>
                    <a:pt x="1286184" y="1423962"/>
                  </a:cubicBezTo>
                  <a:cubicBezTo>
                    <a:pt x="1297735" y="1421177"/>
                    <a:pt x="1311125" y="1419699"/>
                    <a:pt x="1324961" y="1419699"/>
                  </a:cubicBezTo>
                  <a:cubicBezTo>
                    <a:pt x="1367432" y="1419699"/>
                    <a:pt x="1397047" y="1432659"/>
                    <a:pt x="1403269" y="1444656"/>
                  </a:cubicBezTo>
                  <a:cubicBezTo>
                    <a:pt x="1458202" y="1557976"/>
                    <a:pt x="1507222" y="1675731"/>
                    <a:pt x="1549504" y="1795841"/>
                  </a:cubicBezTo>
                  <a:cubicBezTo>
                    <a:pt x="1505160" y="1734703"/>
                    <a:pt x="1443145" y="1685047"/>
                    <a:pt x="1364631" y="1647904"/>
                  </a:cubicBezTo>
                  <a:cubicBezTo>
                    <a:pt x="1286631" y="1611087"/>
                    <a:pt x="1205419" y="1577433"/>
                    <a:pt x="1125511" y="1544312"/>
                  </a:cubicBezTo>
                  <a:cubicBezTo>
                    <a:pt x="1091170" y="1530115"/>
                    <a:pt x="1056691" y="1515866"/>
                    <a:pt x="1022366" y="1501290"/>
                  </a:cubicBezTo>
                  <a:cubicBezTo>
                    <a:pt x="1017262" y="1499056"/>
                    <a:pt x="1011229" y="1499520"/>
                    <a:pt x="1006468" y="1502665"/>
                  </a:cubicBezTo>
                  <a:cubicBezTo>
                    <a:pt x="1001792" y="1505776"/>
                    <a:pt x="999008" y="1510967"/>
                    <a:pt x="999008" y="1516553"/>
                  </a:cubicBezTo>
                  <a:cubicBezTo>
                    <a:pt x="999008" y="1527279"/>
                    <a:pt x="1112964" y="1843554"/>
                    <a:pt x="1278468" y="1968184"/>
                  </a:cubicBezTo>
                  <a:cubicBezTo>
                    <a:pt x="1345982" y="2019026"/>
                    <a:pt x="1429137" y="2071329"/>
                    <a:pt x="1534001" y="2073787"/>
                  </a:cubicBezTo>
                  <a:cubicBezTo>
                    <a:pt x="1565386" y="2074423"/>
                    <a:pt x="1597837" y="2078858"/>
                    <a:pt x="1622347" y="2106720"/>
                  </a:cubicBezTo>
                  <a:cubicBezTo>
                    <a:pt x="1626094" y="2111154"/>
                    <a:pt x="1631061" y="2114609"/>
                    <a:pt x="1636475" y="2116448"/>
                  </a:cubicBezTo>
                  <a:cubicBezTo>
                    <a:pt x="1644846" y="2119198"/>
                    <a:pt x="1647149" y="2124320"/>
                    <a:pt x="1651274" y="2141783"/>
                  </a:cubicBezTo>
                  <a:cubicBezTo>
                    <a:pt x="1685238" y="2284374"/>
                    <a:pt x="1709971" y="2431349"/>
                    <a:pt x="1725200" y="2580592"/>
                  </a:cubicBezTo>
                  <a:cubicBezTo>
                    <a:pt x="1720594" y="2565449"/>
                    <a:pt x="1715248" y="2550152"/>
                    <a:pt x="1709112" y="2534665"/>
                  </a:cubicBezTo>
                  <a:cubicBezTo>
                    <a:pt x="1672072" y="2440733"/>
                    <a:pt x="1609731" y="2358540"/>
                    <a:pt x="1512928" y="2275986"/>
                  </a:cubicBezTo>
                  <a:cubicBezTo>
                    <a:pt x="1463032" y="2233257"/>
                    <a:pt x="1410780" y="2191886"/>
                    <a:pt x="1360248" y="2151855"/>
                  </a:cubicBezTo>
                  <a:lnTo>
                    <a:pt x="1357841" y="2149964"/>
                  </a:lnTo>
                  <a:cubicBezTo>
                    <a:pt x="1334827" y="2131728"/>
                    <a:pt x="1311864" y="2113560"/>
                    <a:pt x="1288969" y="2095169"/>
                  </a:cubicBezTo>
                  <a:cubicBezTo>
                    <a:pt x="1284243" y="2091370"/>
                    <a:pt x="1279636" y="2087452"/>
                    <a:pt x="1274291" y="2082880"/>
                  </a:cubicBezTo>
                  <a:lnTo>
                    <a:pt x="1260008" y="2070642"/>
                  </a:lnTo>
                  <a:cubicBezTo>
                    <a:pt x="1255006" y="2066414"/>
                    <a:pt x="1247563" y="2065537"/>
                    <a:pt x="1241720" y="2068459"/>
                  </a:cubicBezTo>
                  <a:cubicBezTo>
                    <a:pt x="1235721" y="2071501"/>
                    <a:pt x="1232129" y="2077792"/>
                    <a:pt x="1232593" y="2084512"/>
                  </a:cubicBezTo>
                  <a:cubicBezTo>
                    <a:pt x="1233297" y="2094602"/>
                    <a:pt x="1233865" y="2104141"/>
                    <a:pt x="1234397" y="2113302"/>
                  </a:cubicBezTo>
                  <a:lnTo>
                    <a:pt x="1234673" y="2117582"/>
                  </a:lnTo>
                  <a:cubicBezTo>
                    <a:pt x="1235807" y="2136438"/>
                    <a:pt x="1236872" y="2154227"/>
                    <a:pt x="1238780" y="2171793"/>
                  </a:cubicBezTo>
                  <a:cubicBezTo>
                    <a:pt x="1256690" y="2342831"/>
                    <a:pt x="1307549" y="2485628"/>
                    <a:pt x="1394263" y="2608333"/>
                  </a:cubicBezTo>
                  <a:cubicBezTo>
                    <a:pt x="1447941" y="2684184"/>
                    <a:pt x="1524943" y="2776896"/>
                    <a:pt x="1645018" y="2820742"/>
                  </a:cubicBezTo>
                  <a:cubicBezTo>
                    <a:pt x="1674238" y="2831467"/>
                    <a:pt x="1695430" y="2847710"/>
                    <a:pt x="1718136" y="2876861"/>
                  </a:cubicBezTo>
                  <a:cubicBezTo>
                    <a:pt x="1739552" y="2904155"/>
                    <a:pt x="1743539" y="2929095"/>
                    <a:pt x="1743058" y="2960480"/>
                  </a:cubicBezTo>
                  <a:cubicBezTo>
                    <a:pt x="1741013" y="3091951"/>
                    <a:pt x="1731645" y="3222373"/>
                    <a:pt x="1715128" y="3350097"/>
                  </a:cubicBezTo>
                  <a:cubicBezTo>
                    <a:pt x="1711260" y="3314553"/>
                    <a:pt x="1703079" y="3277959"/>
                    <a:pt x="1690515" y="3239940"/>
                  </a:cubicBezTo>
                  <a:cubicBezTo>
                    <a:pt x="1664509" y="3161219"/>
                    <a:pt x="1623980" y="3084681"/>
                    <a:pt x="1566589" y="3005960"/>
                  </a:cubicBezTo>
                  <a:cubicBezTo>
                    <a:pt x="1517053" y="2937792"/>
                    <a:pt x="1465507" y="2869384"/>
                    <a:pt x="1415662" y="2803193"/>
                  </a:cubicBezTo>
                  <a:lnTo>
                    <a:pt x="1412345" y="2798776"/>
                  </a:lnTo>
                  <a:cubicBezTo>
                    <a:pt x="1392578" y="2772564"/>
                    <a:pt x="1372829" y="2746318"/>
                    <a:pt x="1353596" y="2720639"/>
                  </a:cubicBezTo>
                  <a:cubicBezTo>
                    <a:pt x="1349986" y="2715363"/>
                    <a:pt x="1344779" y="2713472"/>
                    <a:pt x="1341771" y="2712424"/>
                  </a:cubicBezTo>
                  <a:cubicBezTo>
                    <a:pt x="1337508" y="2710344"/>
                    <a:pt x="1332420" y="2710137"/>
                    <a:pt x="1327900" y="2712063"/>
                  </a:cubicBezTo>
                  <a:cubicBezTo>
                    <a:pt x="1323465" y="2713953"/>
                    <a:pt x="1320062" y="2717683"/>
                    <a:pt x="1318567" y="2722255"/>
                  </a:cubicBezTo>
                  <a:lnTo>
                    <a:pt x="1317982" y="2724043"/>
                  </a:lnTo>
                  <a:cubicBezTo>
                    <a:pt x="1317157" y="2726449"/>
                    <a:pt x="1316504" y="2728580"/>
                    <a:pt x="1316161" y="2730712"/>
                  </a:cubicBezTo>
                  <a:cubicBezTo>
                    <a:pt x="1281785" y="2935695"/>
                    <a:pt x="1302874" y="3119349"/>
                    <a:pt x="1380616" y="3292225"/>
                  </a:cubicBezTo>
                  <a:cubicBezTo>
                    <a:pt x="1418583" y="3376756"/>
                    <a:pt x="1469512" y="3472458"/>
                    <a:pt x="1559302" y="3541313"/>
                  </a:cubicBezTo>
                  <a:cubicBezTo>
                    <a:pt x="1600295" y="3572750"/>
                    <a:pt x="1632660" y="3616855"/>
                    <a:pt x="1650432" y="3665479"/>
                  </a:cubicBezTo>
                  <a:cubicBezTo>
                    <a:pt x="1654196" y="3675947"/>
                    <a:pt x="1654059" y="3680484"/>
                    <a:pt x="1653629" y="3682238"/>
                  </a:cubicBezTo>
                  <a:cubicBezTo>
                    <a:pt x="1615627" y="3839645"/>
                    <a:pt x="1565988" y="3991466"/>
                    <a:pt x="1505641" y="4135158"/>
                  </a:cubicBezTo>
                  <a:cubicBezTo>
                    <a:pt x="1521178" y="4059428"/>
                    <a:pt x="1520113" y="3979881"/>
                    <a:pt x="1502375" y="3897465"/>
                  </a:cubicBezTo>
                  <a:cubicBezTo>
                    <a:pt x="1477195" y="3780656"/>
                    <a:pt x="1433915" y="3667456"/>
                    <a:pt x="1395311" y="3570516"/>
                  </a:cubicBezTo>
                  <a:lnTo>
                    <a:pt x="1383744" y="3541485"/>
                  </a:lnTo>
                  <a:cubicBezTo>
                    <a:pt x="1365645" y="3496058"/>
                    <a:pt x="1347426" y="3450269"/>
                    <a:pt x="1328605" y="3402813"/>
                  </a:cubicBezTo>
                  <a:cubicBezTo>
                    <a:pt x="1326215" y="3396745"/>
                    <a:pt x="1320458" y="3392603"/>
                    <a:pt x="1312774" y="3392225"/>
                  </a:cubicBezTo>
                  <a:cubicBezTo>
                    <a:pt x="1306724" y="3392225"/>
                    <a:pt x="1301155" y="3395680"/>
                    <a:pt x="1298268" y="3401283"/>
                  </a:cubicBezTo>
                  <a:lnTo>
                    <a:pt x="1292200" y="3412696"/>
                  </a:lnTo>
                  <a:cubicBezTo>
                    <a:pt x="1289536" y="3417697"/>
                    <a:pt x="1287044" y="3422355"/>
                    <a:pt x="1284913" y="3427168"/>
                  </a:cubicBezTo>
                  <a:cubicBezTo>
                    <a:pt x="1207258" y="3602382"/>
                    <a:pt x="1181029" y="3781997"/>
                    <a:pt x="1207000" y="3961026"/>
                  </a:cubicBezTo>
                  <a:cubicBezTo>
                    <a:pt x="1225563" y="4089042"/>
                    <a:pt x="1257017" y="4180706"/>
                    <a:pt x="1308993" y="4258258"/>
                  </a:cubicBezTo>
                  <a:cubicBezTo>
                    <a:pt x="1335892" y="4298341"/>
                    <a:pt x="1361451" y="4342995"/>
                    <a:pt x="1366092" y="4397910"/>
                  </a:cubicBezTo>
                  <a:cubicBezTo>
                    <a:pt x="1367192" y="4410904"/>
                    <a:pt x="1366676" y="4419860"/>
                    <a:pt x="1360884" y="4430052"/>
                  </a:cubicBezTo>
                  <a:cubicBezTo>
                    <a:pt x="1295329" y="4544851"/>
                    <a:pt x="1221833" y="4653186"/>
                    <a:pt x="1141341" y="4753839"/>
                  </a:cubicBezTo>
                  <a:cubicBezTo>
                    <a:pt x="1141651" y="4753289"/>
                    <a:pt x="1141943" y="4752739"/>
                    <a:pt x="1142253" y="4752189"/>
                  </a:cubicBezTo>
                  <a:cubicBezTo>
                    <a:pt x="1200159" y="4646362"/>
                    <a:pt x="1201912" y="4531942"/>
                    <a:pt x="1196000" y="4433953"/>
                  </a:cubicBezTo>
                  <a:cubicBezTo>
                    <a:pt x="1190895" y="4349956"/>
                    <a:pt x="1181270" y="4266078"/>
                    <a:pt x="1172005" y="4184986"/>
                  </a:cubicBezTo>
                  <a:lnTo>
                    <a:pt x="1171472" y="4180293"/>
                  </a:lnTo>
                  <a:cubicBezTo>
                    <a:pt x="1167742" y="4147808"/>
                    <a:pt x="1164030" y="4115340"/>
                    <a:pt x="1160644" y="4082803"/>
                  </a:cubicBezTo>
                  <a:cubicBezTo>
                    <a:pt x="1158684" y="4064360"/>
                    <a:pt x="1156502" y="4045918"/>
                    <a:pt x="1154250" y="4027200"/>
                  </a:cubicBezTo>
                  <a:lnTo>
                    <a:pt x="1151276" y="4001865"/>
                  </a:lnTo>
                  <a:cubicBezTo>
                    <a:pt x="1150623" y="3996262"/>
                    <a:pt x="1147203" y="3991415"/>
                    <a:pt x="1142287" y="3988974"/>
                  </a:cubicBezTo>
                  <a:cubicBezTo>
                    <a:pt x="1133143" y="3984196"/>
                    <a:pt x="1118344" y="3991570"/>
                    <a:pt x="1102360" y="4010476"/>
                  </a:cubicBezTo>
                  <a:cubicBezTo>
                    <a:pt x="992511" y="4140400"/>
                    <a:pt x="924343" y="4287220"/>
                    <a:pt x="899731" y="4446879"/>
                  </a:cubicBezTo>
                  <a:cubicBezTo>
                    <a:pt x="874206" y="4612416"/>
                    <a:pt x="888042" y="4754079"/>
                    <a:pt x="942081" y="4879964"/>
                  </a:cubicBezTo>
                  <a:cubicBezTo>
                    <a:pt x="943526" y="4883316"/>
                    <a:pt x="943491" y="4890157"/>
                    <a:pt x="943474" y="4892443"/>
                  </a:cubicBezTo>
                  <a:lnTo>
                    <a:pt x="940569" y="4964873"/>
                  </a:lnTo>
                  <a:cubicBezTo>
                    <a:pt x="940139" y="4970081"/>
                    <a:pt x="937389" y="4975959"/>
                    <a:pt x="935120" y="4978142"/>
                  </a:cubicBezTo>
                  <a:cubicBezTo>
                    <a:pt x="825427" y="5083779"/>
                    <a:pt x="704664" y="5175615"/>
                    <a:pt x="575067" y="5252049"/>
                  </a:cubicBezTo>
                  <a:cubicBezTo>
                    <a:pt x="636411" y="5196601"/>
                    <a:pt x="680515" y="5124257"/>
                    <a:pt x="709099" y="5032576"/>
                  </a:cubicBezTo>
                  <a:cubicBezTo>
                    <a:pt x="740776" y="4930961"/>
                    <a:pt x="757036" y="4825203"/>
                    <a:pt x="772797" y="4722660"/>
                  </a:cubicBezTo>
                  <a:lnTo>
                    <a:pt x="774172" y="4713533"/>
                  </a:lnTo>
                  <a:cubicBezTo>
                    <a:pt x="779758" y="4677507"/>
                    <a:pt x="785585" y="4641550"/>
                    <a:pt x="791532" y="4604802"/>
                  </a:cubicBezTo>
                  <a:lnTo>
                    <a:pt x="798252" y="4563259"/>
                  </a:lnTo>
                  <a:cubicBezTo>
                    <a:pt x="799215" y="4557209"/>
                    <a:pt x="796826" y="4551158"/>
                    <a:pt x="792134" y="4547531"/>
                  </a:cubicBezTo>
                  <a:cubicBezTo>
                    <a:pt x="787476" y="4543819"/>
                    <a:pt x="780738" y="4542925"/>
                    <a:pt x="775375" y="4545228"/>
                  </a:cubicBezTo>
                  <a:lnTo>
                    <a:pt x="769514" y="4547652"/>
                  </a:lnTo>
                  <a:cubicBezTo>
                    <a:pt x="763258" y="4550213"/>
                    <a:pt x="757809" y="4552499"/>
                    <a:pt x="752670" y="4555129"/>
                  </a:cubicBezTo>
                  <a:cubicBezTo>
                    <a:pt x="507673" y="4677490"/>
                    <a:pt x="346398" y="4962879"/>
                    <a:pt x="369189" y="5233693"/>
                  </a:cubicBezTo>
                  <a:cubicBezTo>
                    <a:pt x="372765" y="5276112"/>
                    <a:pt x="368880" y="5315954"/>
                    <a:pt x="357295" y="5355418"/>
                  </a:cubicBezTo>
                  <a:cubicBezTo>
                    <a:pt x="356212" y="5359010"/>
                    <a:pt x="352740" y="5362912"/>
                    <a:pt x="351331" y="5363565"/>
                  </a:cubicBezTo>
                  <a:cubicBezTo>
                    <a:pt x="234969" y="5412636"/>
                    <a:pt x="124329" y="5448439"/>
                    <a:pt x="13003" y="5473018"/>
                  </a:cubicBezTo>
                  <a:cubicBezTo>
                    <a:pt x="7279" y="5474341"/>
                    <a:pt x="2742" y="5478432"/>
                    <a:pt x="885" y="5483950"/>
                  </a:cubicBezTo>
                  <a:cubicBezTo>
                    <a:pt x="-988" y="5489501"/>
                    <a:pt x="146" y="5495534"/>
                    <a:pt x="3962" y="5500072"/>
                  </a:cubicBezTo>
                  <a:cubicBezTo>
                    <a:pt x="16062" y="5514407"/>
                    <a:pt x="26599" y="5529824"/>
                    <a:pt x="35261" y="5545964"/>
                  </a:cubicBezTo>
                  <a:cubicBezTo>
                    <a:pt x="38819" y="5552564"/>
                    <a:pt x="47293" y="5555950"/>
                    <a:pt x="53635" y="5554300"/>
                  </a:cubicBezTo>
                  <a:cubicBezTo>
                    <a:pt x="144336" y="5533605"/>
                    <a:pt x="232665" y="5506809"/>
                    <a:pt x="316250" y="5474599"/>
                  </a:cubicBezTo>
                  <a:cubicBezTo>
                    <a:pt x="323005" y="5471884"/>
                    <a:pt x="328162" y="5470594"/>
                    <a:pt x="332991" y="5471385"/>
                  </a:cubicBezTo>
                  <a:cubicBezTo>
                    <a:pt x="351589" y="5473860"/>
                    <a:pt x="371235" y="5477676"/>
                    <a:pt x="393046" y="5483090"/>
                  </a:cubicBezTo>
                  <a:cubicBezTo>
                    <a:pt x="397549" y="5484190"/>
                    <a:pt x="401279" y="5486270"/>
                    <a:pt x="401348" y="5486081"/>
                  </a:cubicBezTo>
                  <a:cubicBezTo>
                    <a:pt x="448993" y="5581062"/>
                    <a:pt x="530876" y="5641563"/>
                    <a:pt x="651760" y="5671006"/>
                  </a:cubicBezTo>
                  <a:cubicBezTo>
                    <a:pt x="678057" y="5677314"/>
                    <a:pt x="705180" y="5681972"/>
                    <a:pt x="732371" y="5684825"/>
                  </a:cubicBezTo>
                  <a:cubicBezTo>
                    <a:pt x="760834" y="5687833"/>
                    <a:pt x="792581" y="5689363"/>
                    <a:pt x="826698" y="5689363"/>
                  </a:cubicBezTo>
                  <a:cubicBezTo>
                    <a:pt x="873965" y="5689363"/>
                    <a:pt x="907671" y="5686441"/>
                    <a:pt x="908084" y="5686407"/>
                  </a:cubicBezTo>
                  <a:cubicBezTo>
                    <a:pt x="1012862" y="5674684"/>
                    <a:pt x="1102342" y="5651103"/>
                    <a:pt x="1181596" y="5614303"/>
                  </a:cubicBezTo>
                  <a:cubicBezTo>
                    <a:pt x="1214115" y="5599229"/>
                    <a:pt x="1251173" y="5578930"/>
                    <a:pt x="1279654" y="5542681"/>
                  </a:cubicBezTo>
                  <a:cubicBezTo>
                    <a:pt x="1285102" y="5535737"/>
                    <a:pt x="1284191" y="5525716"/>
                    <a:pt x="1277574" y="5519890"/>
                  </a:cubicBezTo>
                  <a:cubicBezTo>
                    <a:pt x="1197065" y="5448851"/>
                    <a:pt x="1115096" y="5397236"/>
                    <a:pt x="1026939" y="5362104"/>
                  </a:cubicBezTo>
                  <a:cubicBezTo>
                    <a:pt x="896327" y="5310196"/>
                    <a:pt x="777352" y="5296137"/>
                    <a:pt x="660732" y="5318567"/>
                  </a:cubicBezTo>
                  <a:cubicBezTo>
                    <a:pt x="643303" y="5321953"/>
                    <a:pt x="626287" y="5326216"/>
                    <a:pt x="609752" y="5331114"/>
                  </a:cubicBezTo>
                  <a:cubicBezTo>
                    <a:pt x="718844" y="5265903"/>
                    <a:pt x="823295" y="5189261"/>
                    <a:pt x="921937" y="5101947"/>
                  </a:cubicBezTo>
                  <a:cubicBezTo>
                    <a:pt x="923828" y="5100228"/>
                    <a:pt x="926939" y="5098716"/>
                    <a:pt x="929363" y="5098286"/>
                  </a:cubicBezTo>
                  <a:cubicBezTo>
                    <a:pt x="945502" y="5095605"/>
                    <a:pt x="966936" y="5092304"/>
                    <a:pt x="988867" y="5090723"/>
                  </a:cubicBezTo>
                  <a:cubicBezTo>
                    <a:pt x="990895" y="5090723"/>
                    <a:pt x="993473" y="5091703"/>
                    <a:pt x="993766" y="5091806"/>
                  </a:cubicBezTo>
                  <a:cubicBezTo>
                    <a:pt x="1053202" y="5158323"/>
                    <a:pt x="1129774" y="5190654"/>
                    <a:pt x="1227866" y="5190654"/>
                  </a:cubicBezTo>
                  <a:cubicBezTo>
                    <a:pt x="1232868" y="5190654"/>
                    <a:pt x="1237886" y="5190551"/>
                    <a:pt x="1242888" y="5190379"/>
                  </a:cubicBezTo>
                  <a:cubicBezTo>
                    <a:pt x="1349539" y="5186941"/>
                    <a:pt x="1456758" y="5157636"/>
                    <a:pt x="1561622" y="5103236"/>
                  </a:cubicBezTo>
                  <a:cubicBezTo>
                    <a:pt x="1637833" y="5063480"/>
                    <a:pt x="1717276" y="5017193"/>
                    <a:pt x="1781697" y="4948166"/>
                  </a:cubicBezTo>
                  <a:cubicBezTo>
                    <a:pt x="1795980" y="4932817"/>
                    <a:pt x="1808733" y="4915457"/>
                    <a:pt x="1819991" y="4900143"/>
                  </a:cubicBezTo>
                  <a:lnTo>
                    <a:pt x="1821091" y="4898647"/>
                  </a:lnTo>
                  <a:cubicBezTo>
                    <a:pt x="1826076" y="4891893"/>
                    <a:pt x="1831112" y="4885086"/>
                    <a:pt x="1836286" y="4878366"/>
                  </a:cubicBezTo>
                  <a:cubicBezTo>
                    <a:pt x="1839104" y="4874739"/>
                    <a:pt x="1840290" y="4870064"/>
                    <a:pt x="1839551" y="4865354"/>
                  </a:cubicBezTo>
                  <a:cubicBezTo>
                    <a:pt x="1838761" y="4860817"/>
                    <a:pt x="1836131" y="4856778"/>
                    <a:pt x="1831645" y="4853856"/>
                  </a:cubicBezTo>
                  <a:cubicBezTo>
                    <a:pt x="1830510" y="4853237"/>
                    <a:pt x="1803233" y="4838610"/>
                    <a:pt x="1778328" y="4828968"/>
                  </a:cubicBezTo>
                  <a:cubicBezTo>
                    <a:pt x="1611570" y="4764530"/>
                    <a:pt x="1443214" y="4757929"/>
                    <a:pt x="1282610" y="4809683"/>
                  </a:cubicBezTo>
                  <a:cubicBezTo>
                    <a:pt x="1230031" y="4826578"/>
                    <a:pt x="1180547" y="4851948"/>
                    <a:pt x="1132370" y="4887011"/>
                  </a:cubicBezTo>
                  <a:cubicBezTo>
                    <a:pt x="1221472" y="4783436"/>
                    <a:pt x="1303974" y="4669893"/>
                    <a:pt x="1378879" y="4547721"/>
                  </a:cubicBezTo>
                  <a:cubicBezTo>
                    <a:pt x="1379687" y="4546432"/>
                    <a:pt x="1381819" y="4542942"/>
                    <a:pt x="1382506" y="4542307"/>
                  </a:cubicBezTo>
                  <a:cubicBezTo>
                    <a:pt x="1389055" y="4538130"/>
                    <a:pt x="1395758" y="4534177"/>
                    <a:pt x="1402444" y="4530275"/>
                  </a:cubicBezTo>
                  <a:cubicBezTo>
                    <a:pt x="1414424" y="4523245"/>
                    <a:pt x="1426834" y="4515974"/>
                    <a:pt x="1438487" y="4507312"/>
                  </a:cubicBezTo>
                  <a:cubicBezTo>
                    <a:pt x="1448319" y="4499972"/>
                    <a:pt x="1451086" y="4499784"/>
                    <a:pt x="1461020" y="4506178"/>
                  </a:cubicBezTo>
                  <a:cubicBezTo>
                    <a:pt x="1475081" y="4515304"/>
                    <a:pt x="1491426" y="4520048"/>
                    <a:pt x="1505675" y="4523778"/>
                  </a:cubicBezTo>
                  <a:cubicBezTo>
                    <a:pt x="1589037" y="4545125"/>
                    <a:pt x="1673069" y="4534486"/>
                    <a:pt x="1766021" y="4490845"/>
                  </a:cubicBezTo>
                  <a:cubicBezTo>
                    <a:pt x="1850930" y="4451039"/>
                    <a:pt x="1916210" y="4388113"/>
                    <a:pt x="1974133" y="4326065"/>
                  </a:cubicBezTo>
                  <a:cubicBezTo>
                    <a:pt x="2058388" y="4235553"/>
                    <a:pt x="2113442" y="4153893"/>
                    <a:pt x="2147405" y="4069053"/>
                  </a:cubicBezTo>
                  <a:cubicBezTo>
                    <a:pt x="2154538" y="4051246"/>
                    <a:pt x="2159626" y="4032838"/>
                    <a:pt x="2164920" y="4013587"/>
                  </a:cubicBezTo>
                  <a:cubicBezTo>
                    <a:pt x="2167103" y="4005509"/>
                    <a:pt x="2169337" y="3997430"/>
                    <a:pt x="2171709" y="3989490"/>
                  </a:cubicBezTo>
                  <a:cubicBezTo>
                    <a:pt x="2174304" y="3980965"/>
                    <a:pt x="2169767" y="3971941"/>
                    <a:pt x="2161345" y="3968967"/>
                  </a:cubicBezTo>
                  <a:lnTo>
                    <a:pt x="2154366" y="3968435"/>
                  </a:lnTo>
                  <a:cubicBezTo>
                    <a:pt x="2120008" y="3968435"/>
                    <a:pt x="1813512" y="3973471"/>
                    <a:pt x="1634241" y="4147413"/>
                  </a:cubicBezTo>
                  <a:cubicBezTo>
                    <a:pt x="1595242" y="4185261"/>
                    <a:pt x="1560281" y="4225480"/>
                    <a:pt x="1528363" y="4269516"/>
                  </a:cubicBezTo>
                  <a:cubicBezTo>
                    <a:pt x="1599281" y="4119328"/>
                    <a:pt x="1659422" y="3961044"/>
                    <a:pt x="1707891" y="3796744"/>
                  </a:cubicBezTo>
                  <a:lnTo>
                    <a:pt x="1708596" y="3794338"/>
                  </a:lnTo>
                  <a:cubicBezTo>
                    <a:pt x="1709181" y="3792327"/>
                    <a:pt x="1710057" y="3789284"/>
                    <a:pt x="1710642" y="3788459"/>
                  </a:cubicBezTo>
                  <a:lnTo>
                    <a:pt x="1757530" y="3724073"/>
                  </a:lnTo>
                  <a:cubicBezTo>
                    <a:pt x="1759284" y="3721495"/>
                    <a:pt x="1759490" y="3721495"/>
                    <a:pt x="1762240" y="3721495"/>
                  </a:cubicBezTo>
                  <a:cubicBezTo>
                    <a:pt x="1763460" y="3721495"/>
                    <a:pt x="1764801" y="3721581"/>
                    <a:pt x="1766330" y="3721667"/>
                  </a:cubicBezTo>
                  <a:lnTo>
                    <a:pt x="1776351" y="3722268"/>
                  </a:lnTo>
                  <a:cubicBezTo>
                    <a:pt x="1811243" y="3724434"/>
                    <a:pt x="1831782" y="3724125"/>
                    <a:pt x="1848678" y="3721478"/>
                  </a:cubicBezTo>
                  <a:cubicBezTo>
                    <a:pt x="1915436" y="3710941"/>
                    <a:pt x="1975697" y="3677322"/>
                    <a:pt x="2032882" y="3618677"/>
                  </a:cubicBezTo>
                  <a:cubicBezTo>
                    <a:pt x="2166621" y="3481516"/>
                    <a:pt x="2258680" y="3310393"/>
                    <a:pt x="2314300" y="3095578"/>
                  </a:cubicBezTo>
                  <a:cubicBezTo>
                    <a:pt x="2320265" y="3072563"/>
                    <a:pt x="2321932" y="3049325"/>
                    <a:pt x="2323719" y="3024677"/>
                  </a:cubicBezTo>
                  <a:cubicBezTo>
                    <a:pt x="2324510" y="3013505"/>
                    <a:pt x="2325386" y="3001989"/>
                    <a:pt x="2326658" y="2990095"/>
                  </a:cubicBezTo>
                  <a:cubicBezTo>
                    <a:pt x="2327191" y="2984389"/>
                    <a:pt x="2324957" y="2978940"/>
                    <a:pt x="2320660" y="29753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3DAA12DE-670A-73E4-532A-FE3F3BF6C220}"/>
                </a:ext>
              </a:extLst>
            </p:cNvPr>
            <p:cNvSpPr/>
            <p:nvPr/>
          </p:nvSpPr>
          <p:spPr>
            <a:xfrm>
              <a:off x="-4653512" y="542621"/>
              <a:ext cx="2326729" cy="5689259"/>
            </a:xfrm>
            <a:custGeom>
              <a:avLst/>
              <a:gdLst>
                <a:gd name="connsiteX0" fmla="*/ 2313708 w 2326728"/>
                <a:gd name="connsiteY0" fmla="*/ 5472982 h 5689258"/>
                <a:gd name="connsiteX1" fmla="*/ 1975465 w 2326728"/>
                <a:gd name="connsiteY1" fmla="*/ 5363546 h 5689258"/>
                <a:gd name="connsiteX2" fmla="*/ 1969536 w 2326728"/>
                <a:gd name="connsiteY2" fmla="*/ 5355485 h 5689258"/>
                <a:gd name="connsiteX3" fmla="*/ 1957624 w 2326728"/>
                <a:gd name="connsiteY3" fmla="*/ 5233674 h 5689258"/>
                <a:gd name="connsiteX4" fmla="*/ 1574195 w 2326728"/>
                <a:gd name="connsiteY4" fmla="*/ 4555127 h 5689258"/>
                <a:gd name="connsiteX5" fmla="*/ 1557299 w 2326728"/>
                <a:gd name="connsiteY5" fmla="*/ 4547633 h 5689258"/>
                <a:gd name="connsiteX6" fmla="*/ 1551490 w 2326728"/>
                <a:gd name="connsiteY6" fmla="*/ 4545227 h 5689258"/>
                <a:gd name="connsiteX7" fmla="*/ 1534800 w 2326728"/>
                <a:gd name="connsiteY7" fmla="*/ 4547427 h 5689258"/>
                <a:gd name="connsiteX8" fmla="*/ 1528578 w 2326728"/>
                <a:gd name="connsiteY8" fmla="*/ 4563257 h 5689258"/>
                <a:gd name="connsiteX9" fmla="*/ 1535282 w 2326728"/>
                <a:gd name="connsiteY9" fmla="*/ 4604784 h 5689258"/>
                <a:gd name="connsiteX10" fmla="*/ 1552641 w 2326728"/>
                <a:gd name="connsiteY10" fmla="*/ 4713480 h 5689258"/>
                <a:gd name="connsiteX11" fmla="*/ 1554051 w 2326728"/>
                <a:gd name="connsiteY11" fmla="*/ 4722900 h 5689258"/>
                <a:gd name="connsiteX12" fmla="*/ 1617715 w 2326728"/>
                <a:gd name="connsiteY12" fmla="*/ 5032575 h 5689258"/>
                <a:gd name="connsiteX13" fmla="*/ 1751747 w 2326728"/>
                <a:gd name="connsiteY13" fmla="*/ 5252031 h 5689258"/>
                <a:gd name="connsiteX14" fmla="*/ 1391711 w 2326728"/>
                <a:gd name="connsiteY14" fmla="*/ 4978158 h 5689258"/>
                <a:gd name="connsiteX15" fmla="*/ 1386279 w 2326728"/>
                <a:gd name="connsiteY15" fmla="*/ 4965215 h 5689258"/>
                <a:gd name="connsiteX16" fmla="*/ 1383340 w 2326728"/>
                <a:gd name="connsiteY16" fmla="*/ 4892734 h 5689258"/>
                <a:gd name="connsiteX17" fmla="*/ 1384749 w 2326728"/>
                <a:gd name="connsiteY17" fmla="*/ 4879929 h 5689258"/>
                <a:gd name="connsiteX18" fmla="*/ 1427083 w 2326728"/>
                <a:gd name="connsiteY18" fmla="*/ 4446878 h 5689258"/>
                <a:gd name="connsiteX19" fmla="*/ 1224454 w 2326728"/>
                <a:gd name="connsiteY19" fmla="*/ 4010475 h 5689258"/>
                <a:gd name="connsiteX20" fmla="*/ 1190732 w 2326728"/>
                <a:gd name="connsiteY20" fmla="*/ 3987563 h 5689258"/>
                <a:gd name="connsiteX21" fmla="*/ 1184664 w 2326728"/>
                <a:gd name="connsiteY21" fmla="*/ 3988887 h 5689258"/>
                <a:gd name="connsiteX22" fmla="*/ 1175520 w 2326728"/>
                <a:gd name="connsiteY22" fmla="*/ 4001881 h 5689258"/>
                <a:gd name="connsiteX23" fmla="*/ 1172581 w 2326728"/>
                <a:gd name="connsiteY23" fmla="*/ 4027165 h 5689258"/>
                <a:gd name="connsiteX24" fmla="*/ 1166170 w 2326728"/>
                <a:gd name="connsiteY24" fmla="*/ 4082819 h 5689258"/>
                <a:gd name="connsiteX25" fmla="*/ 1155341 w 2326728"/>
                <a:gd name="connsiteY25" fmla="*/ 4180292 h 5689258"/>
                <a:gd name="connsiteX26" fmla="*/ 1154809 w 2326728"/>
                <a:gd name="connsiteY26" fmla="*/ 4184984 h 5689258"/>
                <a:gd name="connsiteX27" fmla="*/ 1130814 w 2326728"/>
                <a:gd name="connsiteY27" fmla="*/ 4433953 h 5689258"/>
                <a:gd name="connsiteX28" fmla="*/ 1184561 w 2326728"/>
                <a:gd name="connsiteY28" fmla="*/ 4752188 h 5689258"/>
                <a:gd name="connsiteX29" fmla="*/ 1185455 w 2326728"/>
                <a:gd name="connsiteY29" fmla="*/ 4753820 h 5689258"/>
                <a:gd name="connsiteX30" fmla="*/ 965930 w 2326728"/>
                <a:gd name="connsiteY30" fmla="*/ 4430068 h 5689258"/>
                <a:gd name="connsiteX31" fmla="*/ 960722 w 2326728"/>
                <a:gd name="connsiteY31" fmla="*/ 4397909 h 5689258"/>
                <a:gd name="connsiteX32" fmla="*/ 1017821 w 2326728"/>
                <a:gd name="connsiteY32" fmla="*/ 4258257 h 5689258"/>
                <a:gd name="connsiteX33" fmla="*/ 1119814 w 2326728"/>
                <a:gd name="connsiteY33" fmla="*/ 3961025 h 5689258"/>
                <a:gd name="connsiteX34" fmla="*/ 1041901 w 2326728"/>
                <a:gd name="connsiteY34" fmla="*/ 3427184 h 5689258"/>
                <a:gd name="connsiteX35" fmla="*/ 1034613 w 2326728"/>
                <a:gd name="connsiteY35" fmla="*/ 3412695 h 5689258"/>
                <a:gd name="connsiteX36" fmla="*/ 1028546 w 2326728"/>
                <a:gd name="connsiteY36" fmla="*/ 3401247 h 5689258"/>
                <a:gd name="connsiteX37" fmla="*/ 1012888 w 2326728"/>
                <a:gd name="connsiteY37" fmla="*/ 3392275 h 5689258"/>
                <a:gd name="connsiteX38" fmla="*/ 998226 w 2326728"/>
                <a:gd name="connsiteY38" fmla="*/ 3402777 h 5689258"/>
                <a:gd name="connsiteX39" fmla="*/ 943070 w 2326728"/>
                <a:gd name="connsiteY39" fmla="*/ 3541484 h 5689258"/>
                <a:gd name="connsiteX40" fmla="*/ 931503 w 2326728"/>
                <a:gd name="connsiteY40" fmla="*/ 3570515 h 5689258"/>
                <a:gd name="connsiteX41" fmla="*/ 824439 w 2326728"/>
                <a:gd name="connsiteY41" fmla="*/ 3897464 h 5689258"/>
                <a:gd name="connsiteX42" fmla="*/ 821173 w 2326728"/>
                <a:gd name="connsiteY42" fmla="*/ 4135157 h 5689258"/>
                <a:gd name="connsiteX43" fmla="*/ 673185 w 2326728"/>
                <a:gd name="connsiteY43" fmla="*/ 3682237 h 5689258"/>
                <a:gd name="connsiteX44" fmla="*/ 676381 w 2326728"/>
                <a:gd name="connsiteY44" fmla="*/ 3665478 h 5689258"/>
                <a:gd name="connsiteX45" fmla="*/ 767529 w 2326728"/>
                <a:gd name="connsiteY45" fmla="*/ 3541295 h 5689258"/>
                <a:gd name="connsiteX46" fmla="*/ 946198 w 2326728"/>
                <a:gd name="connsiteY46" fmla="*/ 3292207 h 5689258"/>
                <a:gd name="connsiteX47" fmla="*/ 1010653 w 2326728"/>
                <a:gd name="connsiteY47" fmla="*/ 2730710 h 5689258"/>
                <a:gd name="connsiteX48" fmla="*/ 1008866 w 2326728"/>
                <a:gd name="connsiteY48" fmla="*/ 2724110 h 5689258"/>
                <a:gd name="connsiteX49" fmla="*/ 1008247 w 2326728"/>
                <a:gd name="connsiteY49" fmla="*/ 2722254 h 5689258"/>
                <a:gd name="connsiteX50" fmla="*/ 998845 w 2326728"/>
                <a:gd name="connsiteY50" fmla="*/ 2712010 h 5689258"/>
                <a:gd name="connsiteX51" fmla="*/ 985490 w 2326728"/>
                <a:gd name="connsiteY51" fmla="*/ 2712199 h 5689258"/>
                <a:gd name="connsiteX52" fmla="*/ 973458 w 2326728"/>
                <a:gd name="connsiteY52" fmla="*/ 2720329 h 5689258"/>
                <a:gd name="connsiteX53" fmla="*/ 914486 w 2326728"/>
                <a:gd name="connsiteY53" fmla="*/ 2798758 h 5689258"/>
                <a:gd name="connsiteX54" fmla="*/ 911169 w 2326728"/>
                <a:gd name="connsiteY54" fmla="*/ 2803175 h 5689258"/>
                <a:gd name="connsiteX55" fmla="*/ 760242 w 2326728"/>
                <a:gd name="connsiteY55" fmla="*/ 3005924 h 5689258"/>
                <a:gd name="connsiteX56" fmla="*/ 636316 w 2326728"/>
                <a:gd name="connsiteY56" fmla="*/ 3239921 h 5689258"/>
                <a:gd name="connsiteX57" fmla="*/ 611703 w 2326728"/>
                <a:gd name="connsiteY57" fmla="*/ 3350079 h 5689258"/>
                <a:gd name="connsiteX58" fmla="*/ 583773 w 2326728"/>
                <a:gd name="connsiteY58" fmla="*/ 2960462 h 5689258"/>
                <a:gd name="connsiteX59" fmla="*/ 608712 w 2326728"/>
                <a:gd name="connsiteY59" fmla="*/ 2876825 h 5689258"/>
                <a:gd name="connsiteX60" fmla="*/ 681813 w 2326728"/>
                <a:gd name="connsiteY60" fmla="*/ 2820724 h 5689258"/>
                <a:gd name="connsiteX61" fmla="*/ 932568 w 2326728"/>
                <a:gd name="connsiteY61" fmla="*/ 2608315 h 5689258"/>
                <a:gd name="connsiteX62" fmla="*/ 1088051 w 2326728"/>
                <a:gd name="connsiteY62" fmla="*/ 2171809 h 5689258"/>
                <a:gd name="connsiteX63" fmla="*/ 1092158 w 2326728"/>
                <a:gd name="connsiteY63" fmla="*/ 2117564 h 5689258"/>
                <a:gd name="connsiteX64" fmla="*/ 1092434 w 2326728"/>
                <a:gd name="connsiteY64" fmla="*/ 2113284 h 5689258"/>
                <a:gd name="connsiteX65" fmla="*/ 1094255 w 2326728"/>
                <a:gd name="connsiteY65" fmla="*/ 2084477 h 5689258"/>
                <a:gd name="connsiteX66" fmla="*/ 1085111 w 2326728"/>
                <a:gd name="connsiteY66" fmla="*/ 2068441 h 5689258"/>
                <a:gd name="connsiteX67" fmla="*/ 1066806 w 2326728"/>
                <a:gd name="connsiteY67" fmla="*/ 2070658 h 5689258"/>
                <a:gd name="connsiteX68" fmla="*/ 1052557 w 2326728"/>
                <a:gd name="connsiteY68" fmla="*/ 2082861 h 5689258"/>
                <a:gd name="connsiteX69" fmla="*/ 1037844 w 2326728"/>
                <a:gd name="connsiteY69" fmla="*/ 2095168 h 5689258"/>
                <a:gd name="connsiteX70" fmla="*/ 968990 w 2326728"/>
                <a:gd name="connsiteY70" fmla="*/ 2149963 h 5689258"/>
                <a:gd name="connsiteX71" fmla="*/ 966583 w 2326728"/>
                <a:gd name="connsiteY71" fmla="*/ 2151854 h 5689258"/>
                <a:gd name="connsiteX72" fmla="*/ 813920 w 2326728"/>
                <a:gd name="connsiteY72" fmla="*/ 2275968 h 5689258"/>
                <a:gd name="connsiteX73" fmla="*/ 617719 w 2326728"/>
                <a:gd name="connsiteY73" fmla="*/ 2534664 h 5689258"/>
                <a:gd name="connsiteX74" fmla="*/ 601631 w 2326728"/>
                <a:gd name="connsiteY74" fmla="*/ 2580625 h 5689258"/>
                <a:gd name="connsiteX75" fmla="*/ 675556 w 2326728"/>
                <a:gd name="connsiteY75" fmla="*/ 2141765 h 5689258"/>
                <a:gd name="connsiteX76" fmla="*/ 690458 w 2326728"/>
                <a:gd name="connsiteY76" fmla="*/ 2116412 h 5689258"/>
                <a:gd name="connsiteX77" fmla="*/ 704381 w 2326728"/>
                <a:gd name="connsiteY77" fmla="*/ 2106839 h 5689258"/>
                <a:gd name="connsiteX78" fmla="*/ 792864 w 2326728"/>
                <a:gd name="connsiteY78" fmla="*/ 2073769 h 5689258"/>
                <a:gd name="connsiteX79" fmla="*/ 1048364 w 2326728"/>
                <a:gd name="connsiteY79" fmla="*/ 1968166 h 5689258"/>
                <a:gd name="connsiteX80" fmla="*/ 1327823 w 2326728"/>
                <a:gd name="connsiteY80" fmla="*/ 1516535 h 5689258"/>
                <a:gd name="connsiteX81" fmla="*/ 1320312 w 2326728"/>
                <a:gd name="connsiteY81" fmla="*/ 1502596 h 5689258"/>
                <a:gd name="connsiteX82" fmla="*/ 1304619 w 2326728"/>
                <a:gd name="connsiteY82" fmla="*/ 1501203 h 5689258"/>
                <a:gd name="connsiteX83" fmla="*/ 1199961 w 2326728"/>
                <a:gd name="connsiteY83" fmla="*/ 1544844 h 5689258"/>
                <a:gd name="connsiteX84" fmla="*/ 962200 w 2326728"/>
                <a:gd name="connsiteY84" fmla="*/ 1647868 h 5689258"/>
                <a:gd name="connsiteX85" fmla="*/ 777326 w 2326728"/>
                <a:gd name="connsiteY85" fmla="*/ 1795805 h 5689258"/>
                <a:gd name="connsiteX86" fmla="*/ 923459 w 2326728"/>
                <a:gd name="connsiteY86" fmla="*/ 1444827 h 5689258"/>
                <a:gd name="connsiteX87" fmla="*/ 1001887 w 2326728"/>
                <a:gd name="connsiteY87" fmla="*/ 1419664 h 5689258"/>
                <a:gd name="connsiteX88" fmla="*/ 1040663 w 2326728"/>
                <a:gd name="connsiteY88" fmla="*/ 1423926 h 5689258"/>
                <a:gd name="connsiteX89" fmla="*/ 1349033 w 2326728"/>
                <a:gd name="connsiteY89" fmla="*/ 1378601 h 5689258"/>
                <a:gd name="connsiteX90" fmla="*/ 1633305 w 2326728"/>
                <a:gd name="connsiteY90" fmla="*/ 1098455 h 5689258"/>
                <a:gd name="connsiteX91" fmla="*/ 1639389 w 2326728"/>
                <a:gd name="connsiteY91" fmla="*/ 1083690 h 5689258"/>
                <a:gd name="connsiteX92" fmla="*/ 1637258 w 2326728"/>
                <a:gd name="connsiteY92" fmla="*/ 1067929 h 5689258"/>
                <a:gd name="connsiteX93" fmla="*/ 1622906 w 2326728"/>
                <a:gd name="connsiteY93" fmla="*/ 1061122 h 5689258"/>
                <a:gd name="connsiteX94" fmla="*/ 1622768 w 2326728"/>
                <a:gd name="connsiteY94" fmla="*/ 1061122 h 5689258"/>
                <a:gd name="connsiteX95" fmla="*/ 1583202 w 2326728"/>
                <a:gd name="connsiteY95" fmla="*/ 1063615 h 5689258"/>
                <a:gd name="connsiteX96" fmla="*/ 1511854 w 2326728"/>
                <a:gd name="connsiteY96" fmla="*/ 1067843 h 5689258"/>
                <a:gd name="connsiteX97" fmla="*/ 1486708 w 2326728"/>
                <a:gd name="connsiteY97" fmla="*/ 1069115 h 5689258"/>
                <a:gd name="connsiteX98" fmla="*/ 1258005 w 2326728"/>
                <a:gd name="connsiteY98" fmla="*/ 1094880 h 5689258"/>
                <a:gd name="connsiteX99" fmla="*/ 1058969 w 2326728"/>
                <a:gd name="connsiteY99" fmla="*/ 1195137 h 5689258"/>
                <a:gd name="connsiteX100" fmla="*/ 1243653 w 2326728"/>
                <a:gd name="connsiteY100" fmla="*/ 921951 h 5689258"/>
                <a:gd name="connsiteX101" fmla="*/ 1260704 w 2326728"/>
                <a:gd name="connsiteY101" fmla="*/ 915059 h 5689258"/>
                <a:gd name="connsiteX102" fmla="*/ 1293292 w 2326728"/>
                <a:gd name="connsiteY102" fmla="*/ 911621 h 5689258"/>
                <a:gd name="connsiteX103" fmla="*/ 1351061 w 2326728"/>
                <a:gd name="connsiteY103" fmla="*/ 925114 h 5689258"/>
                <a:gd name="connsiteX104" fmla="*/ 1698911 w 2326728"/>
                <a:gd name="connsiteY104" fmla="*/ 936200 h 5689258"/>
                <a:gd name="connsiteX105" fmla="*/ 1968436 w 2326728"/>
                <a:gd name="connsiteY105" fmla="*/ 734328 h 5689258"/>
                <a:gd name="connsiteX106" fmla="*/ 1975276 w 2326728"/>
                <a:gd name="connsiteY106" fmla="*/ 723860 h 5689258"/>
                <a:gd name="connsiteX107" fmla="*/ 1975723 w 2326728"/>
                <a:gd name="connsiteY107" fmla="*/ 710574 h 5689258"/>
                <a:gd name="connsiteX108" fmla="*/ 1932960 w 2326728"/>
                <a:gd name="connsiteY108" fmla="*/ 690172 h 5689258"/>
                <a:gd name="connsiteX109" fmla="*/ 1845868 w 2326728"/>
                <a:gd name="connsiteY109" fmla="*/ 676095 h 5689258"/>
                <a:gd name="connsiteX110" fmla="*/ 1804497 w 2326728"/>
                <a:gd name="connsiteY110" fmla="*/ 670113 h 5689258"/>
                <a:gd name="connsiteX111" fmla="*/ 1802726 w 2326728"/>
                <a:gd name="connsiteY111" fmla="*/ 669838 h 5689258"/>
                <a:gd name="connsiteX112" fmla="*/ 1658743 w 2326728"/>
                <a:gd name="connsiteY112" fmla="*/ 653321 h 5689258"/>
                <a:gd name="connsiteX113" fmla="*/ 1425777 w 2326728"/>
                <a:gd name="connsiteY113" fmla="*/ 707205 h 5689258"/>
                <a:gd name="connsiteX114" fmla="*/ 1558967 w 2326728"/>
                <a:gd name="connsiteY114" fmla="*/ 575597 h 5689258"/>
                <a:gd name="connsiteX115" fmla="*/ 1611424 w 2326728"/>
                <a:gd name="connsiteY115" fmla="*/ 532953 h 5689258"/>
                <a:gd name="connsiteX116" fmla="*/ 1622768 w 2326728"/>
                <a:gd name="connsiteY116" fmla="*/ 529808 h 5689258"/>
                <a:gd name="connsiteX117" fmla="*/ 2019707 w 2326728"/>
                <a:gd name="connsiteY117" fmla="*/ 319238 h 5689258"/>
                <a:gd name="connsiteX118" fmla="*/ 2161508 w 2326728"/>
                <a:gd name="connsiteY118" fmla="*/ 34640 h 5689258"/>
                <a:gd name="connsiteX119" fmla="*/ 2162711 w 2326728"/>
                <a:gd name="connsiteY119" fmla="*/ 30601 h 5689258"/>
                <a:gd name="connsiteX120" fmla="*/ 2159927 w 2326728"/>
                <a:gd name="connsiteY120" fmla="*/ 3443 h 5689258"/>
                <a:gd name="connsiteX121" fmla="*/ 2111371 w 2326728"/>
                <a:gd name="connsiteY121" fmla="*/ 11109 h 5689258"/>
                <a:gd name="connsiteX122" fmla="*/ 2027786 w 2326728"/>
                <a:gd name="connsiteY122" fmla="*/ 42477 h 5689258"/>
                <a:gd name="connsiteX123" fmla="*/ 1854686 w 2326728"/>
                <a:gd name="connsiteY123" fmla="*/ 110232 h 5689258"/>
                <a:gd name="connsiteX124" fmla="*/ 1628715 w 2326728"/>
                <a:gd name="connsiteY124" fmla="*/ 296670 h 5689258"/>
                <a:gd name="connsiteX125" fmla="*/ 1578337 w 2326728"/>
                <a:gd name="connsiteY125" fmla="*/ 488711 h 5689258"/>
                <a:gd name="connsiteX126" fmla="*/ 1577530 w 2326728"/>
                <a:gd name="connsiteY126" fmla="*/ 491427 h 5689258"/>
                <a:gd name="connsiteX127" fmla="*/ 1285558 w 2326728"/>
                <a:gd name="connsiteY127" fmla="*/ 788848 h 5689258"/>
                <a:gd name="connsiteX128" fmla="*/ 1414295 w 2326728"/>
                <a:gd name="connsiteY128" fmla="*/ 442098 h 5689258"/>
                <a:gd name="connsiteX129" fmla="*/ 1418472 w 2326728"/>
                <a:gd name="connsiteY129" fmla="*/ 77919 h 5689258"/>
                <a:gd name="connsiteX130" fmla="*/ 1413642 w 2326728"/>
                <a:gd name="connsiteY130" fmla="*/ 55282 h 5689258"/>
                <a:gd name="connsiteX131" fmla="*/ 1410600 w 2326728"/>
                <a:gd name="connsiteY131" fmla="*/ 41859 h 5689258"/>
                <a:gd name="connsiteX132" fmla="*/ 1399204 w 2326728"/>
                <a:gd name="connsiteY132" fmla="*/ 29655 h 5689258"/>
                <a:gd name="connsiteX133" fmla="*/ 1382893 w 2326728"/>
                <a:gd name="connsiteY133" fmla="*/ 33505 h 5689258"/>
                <a:gd name="connsiteX134" fmla="*/ 1362903 w 2326728"/>
                <a:gd name="connsiteY134" fmla="*/ 51845 h 5689258"/>
                <a:gd name="connsiteX135" fmla="*/ 1358314 w 2326728"/>
                <a:gd name="connsiteY135" fmla="*/ 55987 h 5689258"/>
                <a:gd name="connsiteX136" fmla="*/ 1311649 w 2326728"/>
                <a:gd name="connsiteY136" fmla="*/ 101226 h 5689258"/>
                <a:gd name="connsiteX137" fmla="*/ 1064795 w 2326728"/>
                <a:gd name="connsiteY137" fmla="*/ 605572 h 5689258"/>
                <a:gd name="connsiteX138" fmla="*/ 1080780 w 2326728"/>
                <a:gd name="connsiteY138" fmla="*/ 821006 h 5689258"/>
                <a:gd name="connsiteX139" fmla="*/ 1112595 w 2326728"/>
                <a:gd name="connsiteY139" fmla="*/ 878242 h 5689258"/>
                <a:gd name="connsiteX140" fmla="*/ 1128631 w 2326728"/>
                <a:gd name="connsiteY140" fmla="*/ 903543 h 5689258"/>
                <a:gd name="connsiteX141" fmla="*/ 1132636 w 2326728"/>
                <a:gd name="connsiteY141" fmla="*/ 911020 h 5689258"/>
                <a:gd name="connsiteX142" fmla="*/ 1122633 w 2326728"/>
                <a:gd name="connsiteY142" fmla="*/ 995568 h 5689258"/>
                <a:gd name="connsiteX143" fmla="*/ 1119848 w 2326728"/>
                <a:gd name="connsiteY143" fmla="*/ 999555 h 5689258"/>
                <a:gd name="connsiteX144" fmla="*/ 1118250 w 2326728"/>
                <a:gd name="connsiteY144" fmla="*/ 1001772 h 5689258"/>
                <a:gd name="connsiteX145" fmla="*/ 909829 w 2326728"/>
                <a:gd name="connsiteY145" fmla="*/ 1332795 h 5689258"/>
                <a:gd name="connsiteX146" fmla="*/ 952833 w 2326728"/>
                <a:gd name="connsiteY146" fmla="*/ 1012326 h 5689258"/>
                <a:gd name="connsiteX147" fmla="*/ 846285 w 2326728"/>
                <a:gd name="connsiteY147" fmla="*/ 599729 h 5689258"/>
                <a:gd name="connsiteX148" fmla="*/ 831469 w 2326728"/>
                <a:gd name="connsiteY148" fmla="*/ 591135 h 5689258"/>
                <a:gd name="connsiteX149" fmla="*/ 818234 w 2326728"/>
                <a:gd name="connsiteY149" fmla="*/ 597975 h 5689258"/>
                <a:gd name="connsiteX150" fmla="*/ 811977 w 2326728"/>
                <a:gd name="connsiteY150" fmla="*/ 606260 h 5689258"/>
                <a:gd name="connsiteX151" fmla="*/ 799447 w 2326728"/>
                <a:gd name="connsiteY151" fmla="*/ 623551 h 5689258"/>
                <a:gd name="connsiteX152" fmla="*/ 693930 w 2326728"/>
                <a:gd name="connsiteY152" fmla="*/ 881628 h 5689258"/>
                <a:gd name="connsiteX153" fmla="*/ 641456 w 2326728"/>
                <a:gd name="connsiteY153" fmla="*/ 1239413 h 5689258"/>
                <a:gd name="connsiteX154" fmla="*/ 694102 w 2326728"/>
                <a:gd name="connsiteY154" fmla="*/ 1461413 h 5689258"/>
                <a:gd name="connsiteX155" fmla="*/ 733171 w 2326728"/>
                <a:gd name="connsiteY155" fmla="*/ 1512616 h 5689258"/>
                <a:gd name="connsiteX156" fmla="*/ 755188 w 2326728"/>
                <a:gd name="connsiteY156" fmla="*/ 1539361 h 5689258"/>
                <a:gd name="connsiteX157" fmla="*/ 762510 w 2326728"/>
                <a:gd name="connsiteY157" fmla="*/ 1555810 h 5689258"/>
                <a:gd name="connsiteX158" fmla="*/ 762476 w 2326728"/>
                <a:gd name="connsiteY158" fmla="*/ 1621072 h 5689258"/>
                <a:gd name="connsiteX159" fmla="*/ 762149 w 2326728"/>
                <a:gd name="connsiteY159" fmla="*/ 1635854 h 5689258"/>
                <a:gd name="connsiteX160" fmla="*/ 760637 w 2326728"/>
                <a:gd name="connsiteY160" fmla="*/ 1643554 h 5689258"/>
                <a:gd name="connsiteX161" fmla="*/ 642985 w 2326728"/>
                <a:gd name="connsiteY161" fmla="*/ 1980438 h 5689258"/>
                <a:gd name="connsiteX162" fmla="*/ 651407 w 2326728"/>
                <a:gd name="connsiteY162" fmla="*/ 1865640 h 5689258"/>
                <a:gd name="connsiteX163" fmla="*/ 458713 w 2326728"/>
                <a:gd name="connsiteY163" fmla="*/ 1304693 h 5689258"/>
                <a:gd name="connsiteX164" fmla="*/ 431212 w 2326728"/>
                <a:gd name="connsiteY164" fmla="*/ 1271194 h 5689258"/>
                <a:gd name="connsiteX165" fmla="*/ 418304 w 2326728"/>
                <a:gd name="connsiteY165" fmla="*/ 1265023 h 5689258"/>
                <a:gd name="connsiteX166" fmla="*/ 415554 w 2326728"/>
                <a:gd name="connsiteY166" fmla="*/ 1265264 h 5689258"/>
                <a:gd name="connsiteX167" fmla="*/ 402680 w 2326728"/>
                <a:gd name="connsiteY167" fmla="*/ 1275869 h 5689258"/>
                <a:gd name="connsiteX168" fmla="*/ 395324 w 2326728"/>
                <a:gd name="connsiteY168" fmla="*/ 1294965 h 5689258"/>
                <a:gd name="connsiteX169" fmla="*/ 382691 w 2326728"/>
                <a:gd name="connsiteY169" fmla="*/ 1329289 h 5689258"/>
                <a:gd name="connsiteX170" fmla="*/ 337675 w 2326728"/>
                <a:gd name="connsiteY170" fmla="*/ 1643331 h 5689258"/>
                <a:gd name="connsiteX171" fmla="*/ 337624 w 2326728"/>
                <a:gd name="connsiteY171" fmla="*/ 1645840 h 5689258"/>
                <a:gd name="connsiteX172" fmla="*/ 371003 w 2326728"/>
                <a:gd name="connsiteY172" fmla="*/ 1989943 h 5689258"/>
                <a:gd name="connsiteX173" fmla="*/ 488379 w 2326728"/>
                <a:gd name="connsiteY173" fmla="*/ 2182500 h 5689258"/>
                <a:gd name="connsiteX174" fmla="*/ 489754 w 2326728"/>
                <a:gd name="connsiteY174" fmla="*/ 2183737 h 5689258"/>
                <a:gd name="connsiteX175" fmla="*/ 552594 w 2326728"/>
                <a:gd name="connsiteY175" fmla="*/ 2262510 h 5689258"/>
                <a:gd name="connsiteX176" fmla="*/ 558713 w 2326728"/>
                <a:gd name="connsiteY176" fmla="*/ 2285044 h 5689258"/>
                <a:gd name="connsiteX177" fmla="*/ 555705 w 2326728"/>
                <a:gd name="connsiteY177" fmla="*/ 2384012 h 5689258"/>
                <a:gd name="connsiteX178" fmla="*/ 547609 w 2326728"/>
                <a:gd name="connsiteY178" fmla="*/ 2437329 h 5689258"/>
                <a:gd name="connsiteX179" fmla="*/ 531057 w 2326728"/>
                <a:gd name="connsiteY179" fmla="*/ 2656699 h 5689258"/>
                <a:gd name="connsiteX180" fmla="*/ 530542 w 2326728"/>
                <a:gd name="connsiteY180" fmla="*/ 2663351 h 5689258"/>
                <a:gd name="connsiteX181" fmla="*/ 526124 w 2326728"/>
                <a:gd name="connsiteY181" fmla="*/ 2718369 h 5689258"/>
                <a:gd name="connsiteX182" fmla="*/ 363217 w 2326728"/>
                <a:gd name="connsiteY182" fmla="*/ 2272032 h 5689258"/>
                <a:gd name="connsiteX183" fmla="*/ 159745 w 2326728"/>
                <a:gd name="connsiteY183" fmla="*/ 2066206 h 5689258"/>
                <a:gd name="connsiteX184" fmla="*/ 148161 w 2326728"/>
                <a:gd name="connsiteY184" fmla="*/ 2058850 h 5689258"/>
                <a:gd name="connsiteX185" fmla="*/ 140014 w 2326728"/>
                <a:gd name="connsiteY185" fmla="*/ 2053934 h 5689258"/>
                <a:gd name="connsiteX186" fmla="*/ 123943 w 2326728"/>
                <a:gd name="connsiteY186" fmla="*/ 2053212 h 5689258"/>
                <a:gd name="connsiteX187" fmla="*/ 114713 w 2326728"/>
                <a:gd name="connsiteY187" fmla="*/ 2066516 h 5689258"/>
                <a:gd name="connsiteX188" fmla="*/ 111155 w 2326728"/>
                <a:gd name="connsiteY188" fmla="*/ 2097437 h 5689258"/>
                <a:gd name="connsiteX189" fmla="*/ 105999 w 2326728"/>
                <a:gd name="connsiteY189" fmla="*/ 2159812 h 5689258"/>
                <a:gd name="connsiteX190" fmla="*/ 241371 w 2326728"/>
                <a:gd name="connsiteY190" fmla="*/ 2759191 h 5689258"/>
                <a:gd name="connsiteX191" fmla="*/ 340975 w 2326728"/>
                <a:gd name="connsiteY191" fmla="*/ 2890129 h 5689258"/>
                <a:gd name="connsiteX192" fmla="*/ 474199 w 2326728"/>
                <a:gd name="connsiteY192" fmla="*/ 2954085 h 5689258"/>
                <a:gd name="connsiteX193" fmla="*/ 478256 w 2326728"/>
                <a:gd name="connsiteY193" fmla="*/ 2956148 h 5689258"/>
                <a:gd name="connsiteX194" fmla="*/ 486454 w 2326728"/>
                <a:gd name="connsiteY194" fmla="*/ 2972236 h 5689258"/>
                <a:gd name="connsiteX195" fmla="*/ 511497 w 2326728"/>
                <a:gd name="connsiteY195" fmla="*/ 3030572 h 5689258"/>
                <a:gd name="connsiteX196" fmla="*/ 515708 w 2326728"/>
                <a:gd name="connsiteY196" fmla="*/ 3084714 h 5689258"/>
                <a:gd name="connsiteX197" fmla="*/ 515932 w 2326728"/>
                <a:gd name="connsiteY197" fmla="*/ 3105872 h 5689258"/>
                <a:gd name="connsiteX198" fmla="*/ 553539 w 2326728"/>
                <a:gd name="connsiteY198" fmla="*/ 3479625 h 5689258"/>
                <a:gd name="connsiteX199" fmla="*/ 490442 w 2326728"/>
                <a:gd name="connsiteY199" fmla="*/ 3348188 h 5689258"/>
                <a:gd name="connsiteX200" fmla="*/ 75490 w 2326728"/>
                <a:gd name="connsiteY200" fmla="*/ 2989389 h 5689258"/>
                <a:gd name="connsiteX201" fmla="*/ 40770 w 2326728"/>
                <a:gd name="connsiteY201" fmla="*/ 2978080 h 5689258"/>
                <a:gd name="connsiteX202" fmla="*/ 38227 w 2326728"/>
                <a:gd name="connsiteY202" fmla="*/ 2977323 h 5689258"/>
                <a:gd name="connsiteX203" fmla="*/ 21709 w 2326728"/>
                <a:gd name="connsiteY203" fmla="*/ 2972408 h 5689258"/>
                <a:gd name="connsiteX204" fmla="*/ 6068 w 2326728"/>
                <a:gd name="connsiteY204" fmla="*/ 2975433 h 5689258"/>
                <a:gd name="connsiteX205" fmla="*/ 86 w 2326728"/>
                <a:gd name="connsiteY205" fmla="*/ 2990111 h 5689258"/>
                <a:gd name="connsiteX206" fmla="*/ 3043 w 2326728"/>
                <a:gd name="connsiteY206" fmla="*/ 3024659 h 5689258"/>
                <a:gd name="connsiteX207" fmla="*/ 12445 w 2326728"/>
                <a:gd name="connsiteY207" fmla="*/ 3095508 h 5689258"/>
                <a:gd name="connsiteX208" fmla="*/ 293863 w 2326728"/>
                <a:gd name="connsiteY208" fmla="*/ 3618624 h 5689258"/>
                <a:gd name="connsiteX209" fmla="*/ 478084 w 2326728"/>
                <a:gd name="connsiteY209" fmla="*/ 3721425 h 5689258"/>
                <a:gd name="connsiteX210" fmla="*/ 550376 w 2326728"/>
                <a:gd name="connsiteY210" fmla="*/ 3722216 h 5689258"/>
                <a:gd name="connsiteX211" fmla="*/ 560414 w 2326728"/>
                <a:gd name="connsiteY211" fmla="*/ 3721614 h 5689258"/>
                <a:gd name="connsiteX212" fmla="*/ 564505 w 2326728"/>
                <a:gd name="connsiteY212" fmla="*/ 3721442 h 5689258"/>
                <a:gd name="connsiteX213" fmla="*/ 569386 w 2326728"/>
                <a:gd name="connsiteY213" fmla="*/ 3724261 h 5689258"/>
                <a:gd name="connsiteX214" fmla="*/ 616086 w 2326728"/>
                <a:gd name="connsiteY214" fmla="*/ 3788389 h 5689258"/>
                <a:gd name="connsiteX215" fmla="*/ 618166 w 2326728"/>
                <a:gd name="connsiteY215" fmla="*/ 3794371 h 5689258"/>
                <a:gd name="connsiteX216" fmla="*/ 618853 w 2326728"/>
                <a:gd name="connsiteY216" fmla="*/ 3796674 h 5689258"/>
                <a:gd name="connsiteX217" fmla="*/ 798382 w 2326728"/>
                <a:gd name="connsiteY217" fmla="*/ 4269464 h 5689258"/>
                <a:gd name="connsiteX218" fmla="*/ 692504 w 2326728"/>
                <a:gd name="connsiteY218" fmla="*/ 4147360 h 5689258"/>
                <a:gd name="connsiteX219" fmla="*/ 172379 w 2326728"/>
                <a:gd name="connsiteY219" fmla="*/ 3968382 h 5689258"/>
                <a:gd name="connsiteX220" fmla="*/ 168099 w 2326728"/>
                <a:gd name="connsiteY220" fmla="*/ 3968416 h 5689258"/>
                <a:gd name="connsiteX221" fmla="*/ 165400 w 2326728"/>
                <a:gd name="connsiteY221" fmla="*/ 3968915 h 5689258"/>
                <a:gd name="connsiteX222" fmla="*/ 155019 w 2326728"/>
                <a:gd name="connsiteY222" fmla="*/ 3989385 h 5689258"/>
                <a:gd name="connsiteX223" fmla="*/ 162203 w 2326728"/>
                <a:gd name="connsiteY223" fmla="*/ 4014944 h 5689258"/>
                <a:gd name="connsiteX224" fmla="*/ 179323 w 2326728"/>
                <a:gd name="connsiteY224" fmla="*/ 4068983 h 5689258"/>
                <a:gd name="connsiteX225" fmla="*/ 352612 w 2326728"/>
                <a:gd name="connsiteY225" fmla="*/ 4326012 h 5689258"/>
                <a:gd name="connsiteX226" fmla="*/ 560689 w 2326728"/>
                <a:gd name="connsiteY226" fmla="*/ 4490776 h 5689258"/>
                <a:gd name="connsiteX227" fmla="*/ 821087 w 2326728"/>
                <a:gd name="connsiteY227" fmla="*/ 4523708 h 5689258"/>
                <a:gd name="connsiteX228" fmla="*/ 865655 w 2326728"/>
                <a:gd name="connsiteY228" fmla="*/ 4506142 h 5689258"/>
                <a:gd name="connsiteX229" fmla="*/ 888223 w 2326728"/>
                <a:gd name="connsiteY229" fmla="*/ 4507259 h 5689258"/>
                <a:gd name="connsiteX230" fmla="*/ 924301 w 2326728"/>
                <a:gd name="connsiteY230" fmla="*/ 4530239 h 5689258"/>
                <a:gd name="connsiteX231" fmla="*/ 943912 w 2326728"/>
                <a:gd name="connsiteY231" fmla="*/ 4542030 h 5689258"/>
                <a:gd name="connsiteX232" fmla="*/ 947831 w 2326728"/>
                <a:gd name="connsiteY232" fmla="*/ 4547651 h 5689258"/>
                <a:gd name="connsiteX233" fmla="*/ 1194358 w 2326728"/>
                <a:gd name="connsiteY233" fmla="*/ 4886941 h 5689258"/>
                <a:gd name="connsiteX234" fmla="*/ 1044118 w 2326728"/>
                <a:gd name="connsiteY234" fmla="*/ 4809613 h 5689258"/>
                <a:gd name="connsiteX235" fmla="*/ 548400 w 2326728"/>
                <a:gd name="connsiteY235" fmla="*/ 4828915 h 5689258"/>
                <a:gd name="connsiteX236" fmla="*/ 494412 w 2326728"/>
                <a:gd name="connsiteY236" fmla="*/ 4854198 h 5689258"/>
                <a:gd name="connsiteX237" fmla="*/ 487142 w 2326728"/>
                <a:gd name="connsiteY237" fmla="*/ 4865422 h 5689258"/>
                <a:gd name="connsiteX238" fmla="*/ 490390 w 2326728"/>
                <a:gd name="connsiteY238" fmla="*/ 4878244 h 5689258"/>
                <a:gd name="connsiteX239" fmla="*/ 505619 w 2326728"/>
                <a:gd name="connsiteY239" fmla="*/ 4898577 h 5689258"/>
                <a:gd name="connsiteX240" fmla="*/ 506719 w 2326728"/>
                <a:gd name="connsiteY240" fmla="*/ 4900056 h 5689258"/>
                <a:gd name="connsiteX241" fmla="*/ 545031 w 2326728"/>
                <a:gd name="connsiteY241" fmla="*/ 4948096 h 5689258"/>
                <a:gd name="connsiteX242" fmla="*/ 765106 w 2326728"/>
                <a:gd name="connsiteY242" fmla="*/ 5103166 h 5689258"/>
                <a:gd name="connsiteX243" fmla="*/ 1083805 w 2326728"/>
                <a:gd name="connsiteY243" fmla="*/ 5190309 h 5689258"/>
                <a:gd name="connsiteX244" fmla="*/ 1098845 w 2326728"/>
                <a:gd name="connsiteY244" fmla="*/ 5190584 h 5689258"/>
                <a:gd name="connsiteX245" fmla="*/ 1332532 w 2326728"/>
                <a:gd name="connsiteY245" fmla="*/ 5092131 h 5689258"/>
                <a:gd name="connsiteX246" fmla="*/ 1337225 w 2326728"/>
                <a:gd name="connsiteY246" fmla="*/ 5090619 h 5689258"/>
                <a:gd name="connsiteX247" fmla="*/ 1397228 w 2326728"/>
                <a:gd name="connsiteY247" fmla="*/ 5098181 h 5689258"/>
                <a:gd name="connsiteX248" fmla="*/ 1404808 w 2326728"/>
                <a:gd name="connsiteY248" fmla="*/ 5101894 h 5689258"/>
                <a:gd name="connsiteX249" fmla="*/ 1716941 w 2326728"/>
                <a:gd name="connsiteY249" fmla="*/ 5331027 h 5689258"/>
                <a:gd name="connsiteX250" fmla="*/ 1665944 w 2326728"/>
                <a:gd name="connsiteY250" fmla="*/ 5318445 h 5689258"/>
                <a:gd name="connsiteX251" fmla="*/ 1299738 w 2326728"/>
                <a:gd name="connsiteY251" fmla="*/ 5362000 h 5689258"/>
                <a:gd name="connsiteX252" fmla="*/ 1049137 w 2326728"/>
                <a:gd name="connsiteY252" fmla="*/ 5519785 h 5689258"/>
                <a:gd name="connsiteX253" fmla="*/ 1047040 w 2326728"/>
                <a:gd name="connsiteY253" fmla="*/ 5542577 h 5689258"/>
                <a:gd name="connsiteX254" fmla="*/ 1145080 w 2326728"/>
                <a:gd name="connsiteY254" fmla="*/ 5614181 h 5689258"/>
                <a:gd name="connsiteX255" fmla="*/ 1418730 w 2326728"/>
                <a:gd name="connsiteY255" fmla="*/ 5686320 h 5689258"/>
                <a:gd name="connsiteX256" fmla="*/ 1500012 w 2326728"/>
                <a:gd name="connsiteY256" fmla="*/ 5689259 h 5689258"/>
                <a:gd name="connsiteX257" fmla="*/ 1594322 w 2326728"/>
                <a:gd name="connsiteY257" fmla="*/ 5684721 h 5689258"/>
                <a:gd name="connsiteX258" fmla="*/ 1674951 w 2326728"/>
                <a:gd name="connsiteY258" fmla="*/ 5670885 h 5689258"/>
                <a:gd name="connsiteX259" fmla="*/ 1924641 w 2326728"/>
                <a:gd name="connsiteY259" fmla="*/ 5487025 h 5689258"/>
                <a:gd name="connsiteX260" fmla="*/ 1933664 w 2326728"/>
                <a:gd name="connsiteY260" fmla="*/ 5483003 h 5689258"/>
                <a:gd name="connsiteX261" fmla="*/ 1993771 w 2326728"/>
                <a:gd name="connsiteY261" fmla="*/ 5471281 h 5689258"/>
                <a:gd name="connsiteX262" fmla="*/ 2010563 w 2326728"/>
                <a:gd name="connsiteY262" fmla="*/ 5474546 h 5689258"/>
                <a:gd name="connsiteX263" fmla="*/ 2272921 w 2326728"/>
                <a:gd name="connsiteY263" fmla="*/ 5554161 h 5689258"/>
                <a:gd name="connsiteX264" fmla="*/ 2276839 w 2326728"/>
                <a:gd name="connsiteY264" fmla="*/ 5554625 h 5689258"/>
                <a:gd name="connsiteX265" fmla="*/ 2291484 w 2326728"/>
                <a:gd name="connsiteY265" fmla="*/ 5545808 h 5689258"/>
                <a:gd name="connsiteX266" fmla="*/ 2322783 w 2326728"/>
                <a:gd name="connsiteY266" fmla="*/ 5499933 h 5689258"/>
                <a:gd name="connsiteX267" fmla="*/ 2325842 w 2326728"/>
                <a:gd name="connsiteY267" fmla="*/ 5483828 h 5689258"/>
                <a:gd name="connsiteX268" fmla="*/ 2313708 w 2326728"/>
                <a:gd name="connsiteY268" fmla="*/ 5472982 h 568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2326728" h="5689258">
                  <a:moveTo>
                    <a:pt x="2313708" y="5472982"/>
                  </a:moveTo>
                  <a:cubicBezTo>
                    <a:pt x="2202484" y="5448421"/>
                    <a:pt x="2091862" y="5412618"/>
                    <a:pt x="1975465" y="5363546"/>
                  </a:cubicBezTo>
                  <a:cubicBezTo>
                    <a:pt x="1974073" y="5362893"/>
                    <a:pt x="1970619" y="5358992"/>
                    <a:pt x="1969536" y="5355485"/>
                  </a:cubicBezTo>
                  <a:cubicBezTo>
                    <a:pt x="1957934" y="5315936"/>
                    <a:pt x="1954049" y="5276094"/>
                    <a:pt x="1957624" y="5233674"/>
                  </a:cubicBezTo>
                  <a:cubicBezTo>
                    <a:pt x="1980416" y="4962843"/>
                    <a:pt x="1819141" y="4677472"/>
                    <a:pt x="1574195" y="4555127"/>
                  </a:cubicBezTo>
                  <a:cubicBezTo>
                    <a:pt x="1568987" y="4552481"/>
                    <a:pt x="1563556" y="4550195"/>
                    <a:pt x="1557299" y="4547633"/>
                  </a:cubicBezTo>
                  <a:lnTo>
                    <a:pt x="1551490" y="4545227"/>
                  </a:lnTo>
                  <a:cubicBezTo>
                    <a:pt x="1545973" y="4542873"/>
                    <a:pt x="1539252" y="4543852"/>
                    <a:pt x="1534800" y="4547427"/>
                  </a:cubicBezTo>
                  <a:cubicBezTo>
                    <a:pt x="1529988" y="4551140"/>
                    <a:pt x="1527599" y="4557190"/>
                    <a:pt x="1528578" y="4563257"/>
                  </a:cubicBezTo>
                  <a:lnTo>
                    <a:pt x="1535282" y="4604784"/>
                  </a:lnTo>
                  <a:cubicBezTo>
                    <a:pt x="1541229" y="4641532"/>
                    <a:pt x="1547055" y="4677489"/>
                    <a:pt x="1552641" y="4713480"/>
                  </a:cubicBezTo>
                  <a:lnTo>
                    <a:pt x="1554051" y="4722900"/>
                  </a:lnTo>
                  <a:cubicBezTo>
                    <a:pt x="1569778" y="4825185"/>
                    <a:pt x="1586038" y="4930960"/>
                    <a:pt x="1617715" y="5032575"/>
                  </a:cubicBezTo>
                  <a:cubicBezTo>
                    <a:pt x="1646299" y="5124256"/>
                    <a:pt x="1690403" y="5196600"/>
                    <a:pt x="1751747" y="5252031"/>
                  </a:cubicBezTo>
                  <a:cubicBezTo>
                    <a:pt x="1622150" y="5175613"/>
                    <a:pt x="1501387" y="5083778"/>
                    <a:pt x="1391711" y="4978158"/>
                  </a:cubicBezTo>
                  <a:cubicBezTo>
                    <a:pt x="1389407" y="4975941"/>
                    <a:pt x="1386674" y="4970062"/>
                    <a:pt x="1386279" y="4965215"/>
                  </a:cubicBezTo>
                  <a:lnTo>
                    <a:pt x="1383340" y="4892734"/>
                  </a:lnTo>
                  <a:cubicBezTo>
                    <a:pt x="1383323" y="4890155"/>
                    <a:pt x="1383288" y="4883314"/>
                    <a:pt x="1384749" y="4879929"/>
                  </a:cubicBezTo>
                  <a:cubicBezTo>
                    <a:pt x="1438771" y="4754078"/>
                    <a:pt x="1452607" y="4612415"/>
                    <a:pt x="1427083" y="4446878"/>
                  </a:cubicBezTo>
                  <a:cubicBezTo>
                    <a:pt x="1402470" y="4287219"/>
                    <a:pt x="1334303" y="4140399"/>
                    <a:pt x="1224454" y="4010475"/>
                  </a:cubicBezTo>
                  <a:cubicBezTo>
                    <a:pt x="1211598" y="3995264"/>
                    <a:pt x="1200254" y="3987563"/>
                    <a:pt x="1190732" y="3987563"/>
                  </a:cubicBezTo>
                  <a:cubicBezTo>
                    <a:pt x="1188411" y="3987563"/>
                    <a:pt x="1186314" y="3988028"/>
                    <a:pt x="1184664" y="3988887"/>
                  </a:cubicBezTo>
                  <a:cubicBezTo>
                    <a:pt x="1179611" y="3991396"/>
                    <a:pt x="1176191" y="3996261"/>
                    <a:pt x="1175520" y="4001881"/>
                  </a:cubicBezTo>
                  <a:lnTo>
                    <a:pt x="1172581" y="4027165"/>
                  </a:lnTo>
                  <a:cubicBezTo>
                    <a:pt x="1170312" y="4045934"/>
                    <a:pt x="1168129" y="4064359"/>
                    <a:pt x="1166170" y="4082819"/>
                  </a:cubicBezTo>
                  <a:cubicBezTo>
                    <a:pt x="1162784" y="4115339"/>
                    <a:pt x="1159071" y="4147807"/>
                    <a:pt x="1155341" y="4180292"/>
                  </a:cubicBezTo>
                  <a:lnTo>
                    <a:pt x="1154809" y="4184984"/>
                  </a:lnTo>
                  <a:cubicBezTo>
                    <a:pt x="1145527" y="4266094"/>
                    <a:pt x="1135902" y="4349972"/>
                    <a:pt x="1130814" y="4433953"/>
                  </a:cubicBezTo>
                  <a:cubicBezTo>
                    <a:pt x="1124902" y="4531924"/>
                    <a:pt x="1126655" y="4646344"/>
                    <a:pt x="1184561" y="4752188"/>
                  </a:cubicBezTo>
                  <a:cubicBezTo>
                    <a:pt x="1184870" y="4752720"/>
                    <a:pt x="1185145" y="4753287"/>
                    <a:pt x="1185455" y="4753820"/>
                  </a:cubicBezTo>
                  <a:cubicBezTo>
                    <a:pt x="1104963" y="4653168"/>
                    <a:pt x="1031485" y="4544849"/>
                    <a:pt x="965930" y="4430068"/>
                  </a:cubicBezTo>
                  <a:cubicBezTo>
                    <a:pt x="960138" y="4419858"/>
                    <a:pt x="959639" y="4410903"/>
                    <a:pt x="960722" y="4397909"/>
                  </a:cubicBezTo>
                  <a:cubicBezTo>
                    <a:pt x="965380" y="4342959"/>
                    <a:pt x="990921" y="4298305"/>
                    <a:pt x="1017821" y="4258257"/>
                  </a:cubicBezTo>
                  <a:cubicBezTo>
                    <a:pt x="1069780" y="4180705"/>
                    <a:pt x="1101234" y="4089041"/>
                    <a:pt x="1119814" y="3961025"/>
                  </a:cubicBezTo>
                  <a:cubicBezTo>
                    <a:pt x="1145785" y="3781996"/>
                    <a:pt x="1119556" y="3602398"/>
                    <a:pt x="1041901" y="3427184"/>
                  </a:cubicBezTo>
                  <a:cubicBezTo>
                    <a:pt x="1039770" y="3422354"/>
                    <a:pt x="1037277" y="3417696"/>
                    <a:pt x="1034613" y="3412695"/>
                  </a:cubicBezTo>
                  <a:lnTo>
                    <a:pt x="1028546" y="3401247"/>
                  </a:lnTo>
                  <a:cubicBezTo>
                    <a:pt x="1025641" y="3395661"/>
                    <a:pt x="1019436" y="3391983"/>
                    <a:pt x="1012888" y="3392275"/>
                  </a:cubicBezTo>
                  <a:cubicBezTo>
                    <a:pt x="1006356" y="3392619"/>
                    <a:pt x="1000598" y="3396761"/>
                    <a:pt x="998226" y="3402777"/>
                  </a:cubicBezTo>
                  <a:cubicBezTo>
                    <a:pt x="979388" y="3450285"/>
                    <a:pt x="961169" y="3496056"/>
                    <a:pt x="943070" y="3541484"/>
                  </a:cubicBezTo>
                  <a:lnTo>
                    <a:pt x="931503" y="3570515"/>
                  </a:lnTo>
                  <a:cubicBezTo>
                    <a:pt x="892898" y="3667472"/>
                    <a:pt x="849602" y="3780672"/>
                    <a:pt x="824439" y="3897464"/>
                  </a:cubicBezTo>
                  <a:cubicBezTo>
                    <a:pt x="806701" y="3979881"/>
                    <a:pt x="805618" y="4059426"/>
                    <a:pt x="821173" y="4135157"/>
                  </a:cubicBezTo>
                  <a:cubicBezTo>
                    <a:pt x="760809" y="3991482"/>
                    <a:pt x="711187" y="3839661"/>
                    <a:pt x="673185" y="3682237"/>
                  </a:cubicBezTo>
                  <a:cubicBezTo>
                    <a:pt x="672755" y="3680483"/>
                    <a:pt x="672617" y="3675946"/>
                    <a:pt x="676381" y="3665478"/>
                  </a:cubicBezTo>
                  <a:cubicBezTo>
                    <a:pt x="694154" y="3616836"/>
                    <a:pt x="726519" y="3572732"/>
                    <a:pt x="767529" y="3541295"/>
                  </a:cubicBezTo>
                  <a:cubicBezTo>
                    <a:pt x="857302" y="3472440"/>
                    <a:pt x="908230" y="3376738"/>
                    <a:pt x="946198" y="3292207"/>
                  </a:cubicBezTo>
                  <a:cubicBezTo>
                    <a:pt x="1023939" y="3119331"/>
                    <a:pt x="1045029" y="2935677"/>
                    <a:pt x="1010653" y="2730710"/>
                  </a:cubicBezTo>
                  <a:cubicBezTo>
                    <a:pt x="1010292" y="2728562"/>
                    <a:pt x="1009639" y="2726431"/>
                    <a:pt x="1008866" y="2724110"/>
                  </a:cubicBezTo>
                  <a:lnTo>
                    <a:pt x="1008247" y="2722254"/>
                  </a:lnTo>
                  <a:cubicBezTo>
                    <a:pt x="1006751" y="2717665"/>
                    <a:pt x="1003348" y="2713952"/>
                    <a:pt x="998845" y="2712010"/>
                  </a:cubicBezTo>
                  <a:cubicBezTo>
                    <a:pt x="994445" y="2710171"/>
                    <a:pt x="988910" y="2710515"/>
                    <a:pt x="985490" y="2712199"/>
                  </a:cubicBezTo>
                  <a:cubicBezTo>
                    <a:pt x="982052" y="2713454"/>
                    <a:pt x="976844" y="2715362"/>
                    <a:pt x="973458" y="2720329"/>
                  </a:cubicBezTo>
                  <a:cubicBezTo>
                    <a:pt x="954002" y="2746317"/>
                    <a:pt x="934253" y="2772546"/>
                    <a:pt x="914486" y="2798758"/>
                  </a:cubicBezTo>
                  <a:lnTo>
                    <a:pt x="911169" y="2803175"/>
                  </a:lnTo>
                  <a:cubicBezTo>
                    <a:pt x="861324" y="2869366"/>
                    <a:pt x="809777" y="2937774"/>
                    <a:pt x="760242" y="3005924"/>
                  </a:cubicBezTo>
                  <a:cubicBezTo>
                    <a:pt x="702851" y="3084662"/>
                    <a:pt x="662322" y="3161200"/>
                    <a:pt x="636316" y="3239921"/>
                  </a:cubicBezTo>
                  <a:cubicBezTo>
                    <a:pt x="623769" y="3277941"/>
                    <a:pt x="615570" y="3314534"/>
                    <a:pt x="611703" y="3350079"/>
                  </a:cubicBezTo>
                  <a:cubicBezTo>
                    <a:pt x="595186" y="3222355"/>
                    <a:pt x="585818" y="3091950"/>
                    <a:pt x="583773" y="2960462"/>
                  </a:cubicBezTo>
                  <a:cubicBezTo>
                    <a:pt x="583291" y="2929077"/>
                    <a:pt x="587279" y="2904137"/>
                    <a:pt x="608712" y="2876825"/>
                  </a:cubicBezTo>
                  <a:cubicBezTo>
                    <a:pt x="631401" y="2847709"/>
                    <a:pt x="652593" y="2831449"/>
                    <a:pt x="681813" y="2820724"/>
                  </a:cubicBezTo>
                  <a:cubicBezTo>
                    <a:pt x="801871" y="2776860"/>
                    <a:pt x="878890" y="2684165"/>
                    <a:pt x="932568" y="2608315"/>
                  </a:cubicBezTo>
                  <a:cubicBezTo>
                    <a:pt x="1019281" y="2485610"/>
                    <a:pt x="1070141" y="2342830"/>
                    <a:pt x="1088051" y="2171809"/>
                  </a:cubicBezTo>
                  <a:cubicBezTo>
                    <a:pt x="1089958" y="2154209"/>
                    <a:pt x="1091041" y="2136402"/>
                    <a:pt x="1092158" y="2117564"/>
                  </a:cubicBezTo>
                  <a:lnTo>
                    <a:pt x="1092434" y="2113284"/>
                  </a:lnTo>
                  <a:cubicBezTo>
                    <a:pt x="1092966" y="2104123"/>
                    <a:pt x="1093534" y="2094583"/>
                    <a:pt x="1094255" y="2084477"/>
                  </a:cubicBezTo>
                  <a:cubicBezTo>
                    <a:pt x="1094702" y="2077774"/>
                    <a:pt x="1091110" y="2071483"/>
                    <a:pt x="1085111" y="2068441"/>
                  </a:cubicBezTo>
                  <a:cubicBezTo>
                    <a:pt x="1079302" y="2065519"/>
                    <a:pt x="1071859" y="2066378"/>
                    <a:pt x="1066806" y="2070658"/>
                  </a:cubicBezTo>
                  <a:lnTo>
                    <a:pt x="1052557" y="2082861"/>
                  </a:lnTo>
                  <a:cubicBezTo>
                    <a:pt x="1047195" y="2087433"/>
                    <a:pt x="1042606" y="2091352"/>
                    <a:pt x="1037844" y="2095168"/>
                  </a:cubicBezTo>
                  <a:cubicBezTo>
                    <a:pt x="1014967" y="2113542"/>
                    <a:pt x="992004" y="2131727"/>
                    <a:pt x="968990" y="2149963"/>
                  </a:cubicBezTo>
                  <a:lnTo>
                    <a:pt x="966583" y="2151854"/>
                  </a:lnTo>
                  <a:cubicBezTo>
                    <a:pt x="916068" y="2191868"/>
                    <a:pt x="863816" y="2233239"/>
                    <a:pt x="813920" y="2275968"/>
                  </a:cubicBezTo>
                  <a:cubicBezTo>
                    <a:pt x="717100" y="2358539"/>
                    <a:pt x="654759" y="2440732"/>
                    <a:pt x="617719" y="2534664"/>
                  </a:cubicBezTo>
                  <a:cubicBezTo>
                    <a:pt x="611600" y="2550151"/>
                    <a:pt x="606237" y="2565465"/>
                    <a:pt x="601631" y="2580625"/>
                  </a:cubicBezTo>
                  <a:cubicBezTo>
                    <a:pt x="616860" y="2431365"/>
                    <a:pt x="641593" y="2284373"/>
                    <a:pt x="675556" y="2141765"/>
                  </a:cubicBezTo>
                  <a:cubicBezTo>
                    <a:pt x="679682" y="2124319"/>
                    <a:pt x="681985" y="2119197"/>
                    <a:pt x="690458" y="2116412"/>
                  </a:cubicBezTo>
                  <a:cubicBezTo>
                    <a:pt x="695787" y="2114608"/>
                    <a:pt x="700754" y="2111136"/>
                    <a:pt x="704381" y="2106839"/>
                  </a:cubicBezTo>
                  <a:cubicBezTo>
                    <a:pt x="729011" y="2078839"/>
                    <a:pt x="761445" y="2074405"/>
                    <a:pt x="792864" y="2073769"/>
                  </a:cubicBezTo>
                  <a:cubicBezTo>
                    <a:pt x="897711" y="2071311"/>
                    <a:pt x="980866" y="2019008"/>
                    <a:pt x="1048364" y="1968166"/>
                  </a:cubicBezTo>
                  <a:cubicBezTo>
                    <a:pt x="1213867" y="1843519"/>
                    <a:pt x="1327823" y="1527260"/>
                    <a:pt x="1327823" y="1516535"/>
                  </a:cubicBezTo>
                  <a:cubicBezTo>
                    <a:pt x="1327823" y="1510949"/>
                    <a:pt x="1325038" y="1505741"/>
                    <a:pt x="1320312" y="1502596"/>
                  </a:cubicBezTo>
                  <a:cubicBezTo>
                    <a:pt x="1315654" y="1499519"/>
                    <a:pt x="1309363" y="1499089"/>
                    <a:pt x="1304619" y="1501203"/>
                  </a:cubicBezTo>
                  <a:cubicBezTo>
                    <a:pt x="1270140" y="1515830"/>
                    <a:pt x="1235661" y="1530079"/>
                    <a:pt x="1199961" y="1544844"/>
                  </a:cubicBezTo>
                  <a:cubicBezTo>
                    <a:pt x="1121412" y="1577415"/>
                    <a:pt x="1040199" y="1611069"/>
                    <a:pt x="962200" y="1647868"/>
                  </a:cubicBezTo>
                  <a:cubicBezTo>
                    <a:pt x="883703" y="1685011"/>
                    <a:pt x="821671" y="1734685"/>
                    <a:pt x="777326" y="1795805"/>
                  </a:cubicBezTo>
                  <a:cubicBezTo>
                    <a:pt x="819592" y="1675713"/>
                    <a:pt x="868595" y="1557975"/>
                    <a:pt x="923459" y="1444827"/>
                  </a:cubicBezTo>
                  <a:cubicBezTo>
                    <a:pt x="929767" y="1432623"/>
                    <a:pt x="959399" y="1419664"/>
                    <a:pt x="1001887" y="1419664"/>
                  </a:cubicBezTo>
                  <a:cubicBezTo>
                    <a:pt x="1015706" y="1419664"/>
                    <a:pt x="1029096" y="1421142"/>
                    <a:pt x="1040663" y="1423926"/>
                  </a:cubicBezTo>
                  <a:cubicBezTo>
                    <a:pt x="1140491" y="1447852"/>
                    <a:pt x="1239477" y="1433345"/>
                    <a:pt x="1349033" y="1378601"/>
                  </a:cubicBezTo>
                  <a:cubicBezTo>
                    <a:pt x="1461115" y="1322569"/>
                    <a:pt x="1554102" y="1230957"/>
                    <a:pt x="1633305" y="1098455"/>
                  </a:cubicBezTo>
                  <a:cubicBezTo>
                    <a:pt x="1634817" y="1095894"/>
                    <a:pt x="1637791" y="1088073"/>
                    <a:pt x="1639389" y="1083690"/>
                  </a:cubicBezTo>
                  <a:cubicBezTo>
                    <a:pt x="1641400" y="1078328"/>
                    <a:pt x="1640592" y="1072415"/>
                    <a:pt x="1637258" y="1067929"/>
                  </a:cubicBezTo>
                  <a:cubicBezTo>
                    <a:pt x="1634164" y="1063666"/>
                    <a:pt x="1629214" y="1061122"/>
                    <a:pt x="1622906" y="1061122"/>
                  </a:cubicBezTo>
                  <a:cubicBezTo>
                    <a:pt x="1622854" y="1061122"/>
                    <a:pt x="1622820" y="1061122"/>
                    <a:pt x="1622768" y="1061122"/>
                  </a:cubicBezTo>
                  <a:lnTo>
                    <a:pt x="1583202" y="1063615"/>
                  </a:lnTo>
                  <a:cubicBezTo>
                    <a:pt x="1558949" y="1065144"/>
                    <a:pt x="1535402" y="1066640"/>
                    <a:pt x="1511854" y="1067843"/>
                  </a:cubicBezTo>
                  <a:lnTo>
                    <a:pt x="1486708" y="1069115"/>
                  </a:lnTo>
                  <a:cubicBezTo>
                    <a:pt x="1411631" y="1072896"/>
                    <a:pt x="1333976" y="1076781"/>
                    <a:pt x="1258005" y="1094880"/>
                  </a:cubicBezTo>
                  <a:cubicBezTo>
                    <a:pt x="1171361" y="1115711"/>
                    <a:pt x="1107748" y="1147698"/>
                    <a:pt x="1058969" y="1195137"/>
                  </a:cubicBezTo>
                  <a:cubicBezTo>
                    <a:pt x="1116703" y="1099039"/>
                    <a:pt x="1178528" y="1007599"/>
                    <a:pt x="1243653" y="921951"/>
                  </a:cubicBezTo>
                  <a:cubicBezTo>
                    <a:pt x="1245406" y="919683"/>
                    <a:pt x="1253811" y="916211"/>
                    <a:pt x="1260704" y="915059"/>
                  </a:cubicBezTo>
                  <a:cubicBezTo>
                    <a:pt x="1264141" y="914251"/>
                    <a:pt x="1276654" y="911621"/>
                    <a:pt x="1293292" y="911621"/>
                  </a:cubicBezTo>
                  <a:cubicBezTo>
                    <a:pt x="1315362" y="911621"/>
                    <a:pt x="1334681" y="916108"/>
                    <a:pt x="1351061" y="925114"/>
                  </a:cubicBezTo>
                  <a:cubicBezTo>
                    <a:pt x="1455134" y="976008"/>
                    <a:pt x="1572012" y="979789"/>
                    <a:pt x="1698911" y="936200"/>
                  </a:cubicBezTo>
                  <a:cubicBezTo>
                    <a:pt x="1803001" y="900638"/>
                    <a:pt x="1891159" y="834585"/>
                    <a:pt x="1968436" y="734328"/>
                  </a:cubicBezTo>
                  <a:cubicBezTo>
                    <a:pt x="1970945" y="731096"/>
                    <a:pt x="1973214" y="727573"/>
                    <a:pt x="1975276" y="723860"/>
                  </a:cubicBezTo>
                  <a:cubicBezTo>
                    <a:pt x="1977631" y="719580"/>
                    <a:pt x="1977786" y="714871"/>
                    <a:pt x="1975723" y="710574"/>
                  </a:cubicBezTo>
                  <a:cubicBezTo>
                    <a:pt x="1969742" y="698027"/>
                    <a:pt x="1943857" y="692131"/>
                    <a:pt x="1932960" y="690172"/>
                  </a:cubicBezTo>
                  <a:cubicBezTo>
                    <a:pt x="1906215" y="685497"/>
                    <a:pt x="1875913" y="680168"/>
                    <a:pt x="1845868" y="676095"/>
                  </a:cubicBezTo>
                  <a:cubicBezTo>
                    <a:pt x="1832101" y="674170"/>
                    <a:pt x="1818316" y="672159"/>
                    <a:pt x="1804497" y="670113"/>
                  </a:cubicBezTo>
                  <a:lnTo>
                    <a:pt x="1802726" y="669838"/>
                  </a:lnTo>
                  <a:cubicBezTo>
                    <a:pt x="1755906" y="662929"/>
                    <a:pt x="1707505" y="655779"/>
                    <a:pt x="1658743" y="653321"/>
                  </a:cubicBezTo>
                  <a:cubicBezTo>
                    <a:pt x="1569640" y="648766"/>
                    <a:pt x="1490524" y="666951"/>
                    <a:pt x="1425777" y="707205"/>
                  </a:cubicBezTo>
                  <a:cubicBezTo>
                    <a:pt x="1469314" y="660866"/>
                    <a:pt x="1513797" y="616899"/>
                    <a:pt x="1558967" y="575597"/>
                  </a:cubicBezTo>
                  <a:cubicBezTo>
                    <a:pt x="1573250" y="562568"/>
                    <a:pt x="1589407" y="549437"/>
                    <a:pt x="1611424" y="532953"/>
                  </a:cubicBezTo>
                  <a:cubicBezTo>
                    <a:pt x="1613126" y="531647"/>
                    <a:pt x="1617457" y="530117"/>
                    <a:pt x="1622768" y="529808"/>
                  </a:cubicBezTo>
                  <a:cubicBezTo>
                    <a:pt x="1778818" y="523706"/>
                    <a:pt x="1908673" y="454817"/>
                    <a:pt x="2019707" y="319238"/>
                  </a:cubicBezTo>
                  <a:cubicBezTo>
                    <a:pt x="2080192" y="245433"/>
                    <a:pt x="2126565" y="152343"/>
                    <a:pt x="2161508" y="34640"/>
                  </a:cubicBezTo>
                  <a:lnTo>
                    <a:pt x="2162711" y="30601"/>
                  </a:lnTo>
                  <a:cubicBezTo>
                    <a:pt x="2166441" y="18225"/>
                    <a:pt x="2168504" y="11419"/>
                    <a:pt x="2159927" y="3443"/>
                  </a:cubicBezTo>
                  <a:cubicBezTo>
                    <a:pt x="2153309" y="-2710"/>
                    <a:pt x="2141656" y="-888"/>
                    <a:pt x="2111371" y="11109"/>
                  </a:cubicBezTo>
                  <a:cubicBezTo>
                    <a:pt x="2083870" y="21680"/>
                    <a:pt x="2056197" y="31941"/>
                    <a:pt x="2027786" y="42477"/>
                  </a:cubicBezTo>
                  <a:cubicBezTo>
                    <a:pt x="1970704" y="63636"/>
                    <a:pt x="1911664" y="85516"/>
                    <a:pt x="1854686" y="110232"/>
                  </a:cubicBezTo>
                  <a:cubicBezTo>
                    <a:pt x="1759464" y="151621"/>
                    <a:pt x="1683425" y="214357"/>
                    <a:pt x="1628715" y="296670"/>
                  </a:cubicBezTo>
                  <a:cubicBezTo>
                    <a:pt x="1587052" y="359303"/>
                    <a:pt x="1570586" y="422228"/>
                    <a:pt x="1578337" y="488711"/>
                  </a:cubicBezTo>
                  <a:cubicBezTo>
                    <a:pt x="1578286" y="489451"/>
                    <a:pt x="1577633" y="491221"/>
                    <a:pt x="1577530" y="491427"/>
                  </a:cubicBezTo>
                  <a:cubicBezTo>
                    <a:pt x="1478132" y="577247"/>
                    <a:pt x="1383117" y="673860"/>
                    <a:pt x="1285558" y="788848"/>
                  </a:cubicBezTo>
                  <a:cubicBezTo>
                    <a:pt x="1350614" y="689381"/>
                    <a:pt x="1393017" y="574858"/>
                    <a:pt x="1414295" y="442098"/>
                  </a:cubicBezTo>
                  <a:cubicBezTo>
                    <a:pt x="1435746" y="308255"/>
                    <a:pt x="1437104" y="189125"/>
                    <a:pt x="1418472" y="77919"/>
                  </a:cubicBezTo>
                  <a:cubicBezTo>
                    <a:pt x="1417286" y="70958"/>
                    <a:pt x="1415688" y="63997"/>
                    <a:pt x="1413642" y="55282"/>
                  </a:cubicBezTo>
                  <a:lnTo>
                    <a:pt x="1410600" y="41859"/>
                  </a:lnTo>
                  <a:cubicBezTo>
                    <a:pt x="1409225" y="36101"/>
                    <a:pt x="1404894" y="31443"/>
                    <a:pt x="1399204" y="29655"/>
                  </a:cubicBezTo>
                  <a:cubicBezTo>
                    <a:pt x="1393515" y="27971"/>
                    <a:pt x="1387138" y="29466"/>
                    <a:pt x="1382893" y="33505"/>
                  </a:cubicBezTo>
                  <a:cubicBezTo>
                    <a:pt x="1376087" y="39916"/>
                    <a:pt x="1369418" y="45967"/>
                    <a:pt x="1362903" y="51845"/>
                  </a:cubicBezTo>
                  <a:lnTo>
                    <a:pt x="1358314" y="55987"/>
                  </a:lnTo>
                  <a:cubicBezTo>
                    <a:pt x="1341642" y="71009"/>
                    <a:pt x="1325898" y="85189"/>
                    <a:pt x="1311649" y="101226"/>
                  </a:cubicBezTo>
                  <a:cubicBezTo>
                    <a:pt x="1173200" y="257413"/>
                    <a:pt x="1092451" y="422383"/>
                    <a:pt x="1064795" y="605572"/>
                  </a:cubicBezTo>
                  <a:cubicBezTo>
                    <a:pt x="1052197" y="688367"/>
                    <a:pt x="1057422" y="758855"/>
                    <a:pt x="1080780" y="821006"/>
                  </a:cubicBezTo>
                  <a:cubicBezTo>
                    <a:pt x="1088515" y="841598"/>
                    <a:pt x="1100581" y="859989"/>
                    <a:pt x="1112595" y="878242"/>
                  </a:cubicBezTo>
                  <a:cubicBezTo>
                    <a:pt x="1118095" y="886579"/>
                    <a:pt x="1123595" y="894949"/>
                    <a:pt x="1128631" y="903543"/>
                  </a:cubicBezTo>
                  <a:cubicBezTo>
                    <a:pt x="1132344" y="909714"/>
                    <a:pt x="1132653" y="911312"/>
                    <a:pt x="1132636" y="911020"/>
                  </a:cubicBezTo>
                  <a:cubicBezTo>
                    <a:pt x="1130350" y="935513"/>
                    <a:pt x="1127067" y="962807"/>
                    <a:pt x="1122633" y="995568"/>
                  </a:cubicBezTo>
                  <a:cubicBezTo>
                    <a:pt x="1122444" y="995980"/>
                    <a:pt x="1121825" y="996943"/>
                    <a:pt x="1119848" y="999555"/>
                  </a:cubicBezTo>
                  <a:lnTo>
                    <a:pt x="1118250" y="1001772"/>
                  </a:lnTo>
                  <a:cubicBezTo>
                    <a:pt x="1042537" y="1107014"/>
                    <a:pt x="972685" y="1217963"/>
                    <a:pt x="909829" y="1332795"/>
                  </a:cubicBezTo>
                  <a:cubicBezTo>
                    <a:pt x="934545" y="1247028"/>
                    <a:pt x="954225" y="1138468"/>
                    <a:pt x="952833" y="1012326"/>
                  </a:cubicBezTo>
                  <a:cubicBezTo>
                    <a:pt x="951148" y="861020"/>
                    <a:pt x="916308" y="726077"/>
                    <a:pt x="846285" y="599729"/>
                  </a:cubicBezTo>
                  <a:cubicBezTo>
                    <a:pt x="843517" y="594813"/>
                    <a:pt x="838498" y="591616"/>
                    <a:pt x="831469" y="591135"/>
                  </a:cubicBezTo>
                  <a:cubicBezTo>
                    <a:pt x="826364" y="591135"/>
                    <a:pt x="821448" y="593661"/>
                    <a:pt x="818234" y="597975"/>
                  </a:cubicBezTo>
                  <a:cubicBezTo>
                    <a:pt x="816137" y="600897"/>
                    <a:pt x="814006" y="603647"/>
                    <a:pt x="811977" y="606260"/>
                  </a:cubicBezTo>
                  <a:cubicBezTo>
                    <a:pt x="807457" y="612104"/>
                    <a:pt x="803229" y="617639"/>
                    <a:pt x="799447" y="623551"/>
                  </a:cubicBezTo>
                  <a:cubicBezTo>
                    <a:pt x="743690" y="710986"/>
                    <a:pt x="713782" y="807394"/>
                    <a:pt x="693930" y="881628"/>
                  </a:cubicBezTo>
                  <a:cubicBezTo>
                    <a:pt x="657647" y="1017774"/>
                    <a:pt x="640974" y="1131456"/>
                    <a:pt x="641456" y="1239413"/>
                  </a:cubicBezTo>
                  <a:cubicBezTo>
                    <a:pt x="641731" y="1331180"/>
                    <a:pt x="658454" y="1401719"/>
                    <a:pt x="694102" y="1461413"/>
                  </a:cubicBezTo>
                  <a:cubicBezTo>
                    <a:pt x="705188" y="1479993"/>
                    <a:pt x="719145" y="1496253"/>
                    <a:pt x="733171" y="1512616"/>
                  </a:cubicBezTo>
                  <a:cubicBezTo>
                    <a:pt x="740613" y="1521296"/>
                    <a:pt x="748262" y="1530217"/>
                    <a:pt x="755188" y="1539361"/>
                  </a:cubicBezTo>
                  <a:cubicBezTo>
                    <a:pt x="760035" y="1545720"/>
                    <a:pt x="762373" y="1552200"/>
                    <a:pt x="762510" y="1555810"/>
                  </a:cubicBezTo>
                  <a:cubicBezTo>
                    <a:pt x="763421" y="1577569"/>
                    <a:pt x="762940" y="1599690"/>
                    <a:pt x="762476" y="1621072"/>
                  </a:cubicBezTo>
                  <a:lnTo>
                    <a:pt x="762149" y="1635854"/>
                  </a:lnTo>
                  <a:cubicBezTo>
                    <a:pt x="762098" y="1638398"/>
                    <a:pt x="761513" y="1641320"/>
                    <a:pt x="760637" y="1643554"/>
                  </a:cubicBezTo>
                  <a:cubicBezTo>
                    <a:pt x="715879" y="1751993"/>
                    <a:pt x="676536" y="1864694"/>
                    <a:pt x="642985" y="1980438"/>
                  </a:cubicBezTo>
                  <a:cubicBezTo>
                    <a:pt x="647918" y="1941026"/>
                    <a:pt x="650703" y="1902869"/>
                    <a:pt x="651407" y="1865640"/>
                  </a:cubicBezTo>
                  <a:cubicBezTo>
                    <a:pt x="655464" y="1654331"/>
                    <a:pt x="590648" y="1465624"/>
                    <a:pt x="458713" y="1304693"/>
                  </a:cubicBezTo>
                  <a:lnTo>
                    <a:pt x="431212" y="1271194"/>
                  </a:lnTo>
                  <a:cubicBezTo>
                    <a:pt x="428032" y="1267258"/>
                    <a:pt x="423323" y="1265023"/>
                    <a:pt x="418304" y="1265023"/>
                  </a:cubicBezTo>
                  <a:lnTo>
                    <a:pt x="415554" y="1265264"/>
                  </a:lnTo>
                  <a:cubicBezTo>
                    <a:pt x="409676" y="1266244"/>
                    <a:pt x="404726" y="1270317"/>
                    <a:pt x="402680" y="1275869"/>
                  </a:cubicBezTo>
                  <a:cubicBezTo>
                    <a:pt x="400171" y="1282555"/>
                    <a:pt x="397713" y="1288863"/>
                    <a:pt x="395324" y="1294965"/>
                  </a:cubicBezTo>
                  <a:cubicBezTo>
                    <a:pt x="390717" y="1306756"/>
                    <a:pt x="386369" y="1317928"/>
                    <a:pt x="382691" y="1329289"/>
                  </a:cubicBezTo>
                  <a:cubicBezTo>
                    <a:pt x="354382" y="1417962"/>
                    <a:pt x="340494" y="1514833"/>
                    <a:pt x="337675" y="1643331"/>
                  </a:cubicBezTo>
                  <a:lnTo>
                    <a:pt x="337624" y="1645840"/>
                  </a:lnTo>
                  <a:cubicBezTo>
                    <a:pt x="335510" y="1739325"/>
                    <a:pt x="332605" y="1867393"/>
                    <a:pt x="371003" y="1989943"/>
                  </a:cubicBezTo>
                  <a:cubicBezTo>
                    <a:pt x="408799" y="2110586"/>
                    <a:pt x="475454" y="2171551"/>
                    <a:pt x="488379" y="2182500"/>
                  </a:cubicBezTo>
                  <a:lnTo>
                    <a:pt x="489754" y="2183737"/>
                  </a:lnTo>
                  <a:cubicBezTo>
                    <a:pt x="524938" y="2215140"/>
                    <a:pt x="547850" y="2243861"/>
                    <a:pt x="552594" y="2262510"/>
                  </a:cubicBezTo>
                  <a:cubicBezTo>
                    <a:pt x="554502" y="2270038"/>
                    <a:pt x="556444" y="2277584"/>
                    <a:pt x="558713" y="2285044"/>
                  </a:cubicBezTo>
                  <a:cubicBezTo>
                    <a:pt x="568750" y="2318234"/>
                    <a:pt x="562477" y="2349859"/>
                    <a:pt x="555705" y="2384012"/>
                  </a:cubicBezTo>
                  <a:cubicBezTo>
                    <a:pt x="552336" y="2401251"/>
                    <a:pt x="548830" y="2419058"/>
                    <a:pt x="547609" y="2437329"/>
                  </a:cubicBezTo>
                  <a:cubicBezTo>
                    <a:pt x="542762" y="2510447"/>
                    <a:pt x="536815" y="2584802"/>
                    <a:pt x="531057" y="2656699"/>
                  </a:cubicBezTo>
                  <a:lnTo>
                    <a:pt x="530542" y="2663351"/>
                  </a:lnTo>
                  <a:cubicBezTo>
                    <a:pt x="529063" y="2681690"/>
                    <a:pt x="527585" y="2700030"/>
                    <a:pt x="526124" y="2718369"/>
                  </a:cubicBezTo>
                  <a:cubicBezTo>
                    <a:pt x="511446" y="2553846"/>
                    <a:pt x="456960" y="2404294"/>
                    <a:pt x="363217" y="2272032"/>
                  </a:cubicBezTo>
                  <a:cubicBezTo>
                    <a:pt x="305809" y="2191111"/>
                    <a:pt x="237366" y="2121878"/>
                    <a:pt x="159745" y="2066206"/>
                  </a:cubicBezTo>
                  <a:cubicBezTo>
                    <a:pt x="156394" y="2063800"/>
                    <a:pt x="152870" y="2061651"/>
                    <a:pt x="148161" y="2058850"/>
                  </a:cubicBezTo>
                  <a:cubicBezTo>
                    <a:pt x="145875" y="2057526"/>
                    <a:pt x="143228" y="2055945"/>
                    <a:pt x="140014" y="2053934"/>
                  </a:cubicBezTo>
                  <a:cubicBezTo>
                    <a:pt x="135167" y="2051029"/>
                    <a:pt x="128945" y="2050771"/>
                    <a:pt x="123943" y="2053212"/>
                  </a:cubicBezTo>
                  <a:cubicBezTo>
                    <a:pt x="118821" y="2055704"/>
                    <a:pt x="115297" y="2060775"/>
                    <a:pt x="114713" y="2066516"/>
                  </a:cubicBezTo>
                  <a:cubicBezTo>
                    <a:pt x="113665" y="2076914"/>
                    <a:pt x="112444" y="2086986"/>
                    <a:pt x="111155" y="2097437"/>
                  </a:cubicBezTo>
                  <a:cubicBezTo>
                    <a:pt x="108560" y="2118836"/>
                    <a:pt x="106102" y="2139049"/>
                    <a:pt x="105999" y="2159812"/>
                  </a:cubicBezTo>
                  <a:cubicBezTo>
                    <a:pt x="104847" y="2375040"/>
                    <a:pt x="150378" y="2576723"/>
                    <a:pt x="241371" y="2759191"/>
                  </a:cubicBezTo>
                  <a:cubicBezTo>
                    <a:pt x="266723" y="2810102"/>
                    <a:pt x="300223" y="2854137"/>
                    <a:pt x="340975" y="2890129"/>
                  </a:cubicBezTo>
                  <a:cubicBezTo>
                    <a:pt x="381384" y="2925622"/>
                    <a:pt x="424990" y="2946557"/>
                    <a:pt x="474199" y="2954085"/>
                  </a:cubicBezTo>
                  <a:cubicBezTo>
                    <a:pt x="475282" y="2954274"/>
                    <a:pt x="477860" y="2955838"/>
                    <a:pt x="478256" y="2956148"/>
                  </a:cubicBezTo>
                  <a:cubicBezTo>
                    <a:pt x="480920" y="2961493"/>
                    <a:pt x="483687" y="2966856"/>
                    <a:pt x="486454" y="2972236"/>
                  </a:cubicBezTo>
                  <a:cubicBezTo>
                    <a:pt x="496286" y="2991229"/>
                    <a:pt x="506444" y="3010874"/>
                    <a:pt x="511497" y="3030572"/>
                  </a:cubicBezTo>
                  <a:cubicBezTo>
                    <a:pt x="515708" y="3047227"/>
                    <a:pt x="515708" y="3065429"/>
                    <a:pt x="515708" y="3084714"/>
                  </a:cubicBezTo>
                  <a:cubicBezTo>
                    <a:pt x="515708" y="3091778"/>
                    <a:pt x="515708" y="3098894"/>
                    <a:pt x="515932" y="3105872"/>
                  </a:cubicBezTo>
                  <a:cubicBezTo>
                    <a:pt x="520658" y="3272595"/>
                    <a:pt x="526863" y="3330657"/>
                    <a:pt x="553539" y="3479625"/>
                  </a:cubicBezTo>
                  <a:cubicBezTo>
                    <a:pt x="537262" y="3435331"/>
                    <a:pt x="516826" y="3390918"/>
                    <a:pt x="490442" y="3348188"/>
                  </a:cubicBezTo>
                  <a:cubicBezTo>
                    <a:pt x="383602" y="3175260"/>
                    <a:pt x="247868" y="3057883"/>
                    <a:pt x="75490" y="2989389"/>
                  </a:cubicBezTo>
                  <a:cubicBezTo>
                    <a:pt x="64524" y="2984972"/>
                    <a:pt x="53524" y="2981792"/>
                    <a:pt x="40770" y="2978080"/>
                  </a:cubicBezTo>
                  <a:lnTo>
                    <a:pt x="38227" y="2977323"/>
                  </a:lnTo>
                  <a:cubicBezTo>
                    <a:pt x="33053" y="2975811"/>
                    <a:pt x="27570" y="2974195"/>
                    <a:pt x="21709" y="2972408"/>
                  </a:cubicBezTo>
                  <a:cubicBezTo>
                    <a:pt x="16415" y="2970672"/>
                    <a:pt x="10382" y="2971858"/>
                    <a:pt x="6068" y="2975433"/>
                  </a:cubicBezTo>
                  <a:cubicBezTo>
                    <a:pt x="1771" y="2978991"/>
                    <a:pt x="-481" y="2984439"/>
                    <a:pt x="86" y="2990111"/>
                  </a:cubicBezTo>
                  <a:cubicBezTo>
                    <a:pt x="1358" y="3001937"/>
                    <a:pt x="2235" y="3013435"/>
                    <a:pt x="3043" y="3024659"/>
                  </a:cubicBezTo>
                  <a:cubicBezTo>
                    <a:pt x="4813" y="3049272"/>
                    <a:pt x="6480" y="3072510"/>
                    <a:pt x="12445" y="3095508"/>
                  </a:cubicBezTo>
                  <a:cubicBezTo>
                    <a:pt x="68065" y="3310340"/>
                    <a:pt x="160124" y="3481447"/>
                    <a:pt x="293863" y="3618624"/>
                  </a:cubicBezTo>
                  <a:cubicBezTo>
                    <a:pt x="351048" y="3677269"/>
                    <a:pt x="411309" y="3710889"/>
                    <a:pt x="478084" y="3721425"/>
                  </a:cubicBezTo>
                  <a:cubicBezTo>
                    <a:pt x="494928" y="3724055"/>
                    <a:pt x="515519" y="3724381"/>
                    <a:pt x="550376" y="3722216"/>
                  </a:cubicBezTo>
                  <a:lnTo>
                    <a:pt x="560414" y="3721614"/>
                  </a:lnTo>
                  <a:cubicBezTo>
                    <a:pt x="561944" y="3721528"/>
                    <a:pt x="563285" y="3721442"/>
                    <a:pt x="564505" y="3721442"/>
                  </a:cubicBezTo>
                  <a:cubicBezTo>
                    <a:pt x="567255" y="3721442"/>
                    <a:pt x="567479" y="3721442"/>
                    <a:pt x="569386" y="3724261"/>
                  </a:cubicBezTo>
                  <a:lnTo>
                    <a:pt x="616086" y="3788389"/>
                  </a:lnTo>
                  <a:cubicBezTo>
                    <a:pt x="616688" y="3789231"/>
                    <a:pt x="617564" y="3792274"/>
                    <a:pt x="618166" y="3794371"/>
                  </a:cubicBezTo>
                  <a:lnTo>
                    <a:pt x="618853" y="3796674"/>
                  </a:lnTo>
                  <a:cubicBezTo>
                    <a:pt x="667323" y="3960991"/>
                    <a:pt x="727464" y="4119257"/>
                    <a:pt x="798382" y="4269464"/>
                  </a:cubicBezTo>
                  <a:cubicBezTo>
                    <a:pt x="766464" y="4225411"/>
                    <a:pt x="731486" y="4185191"/>
                    <a:pt x="692504" y="4147360"/>
                  </a:cubicBezTo>
                  <a:cubicBezTo>
                    <a:pt x="513233" y="3973418"/>
                    <a:pt x="206737" y="3968382"/>
                    <a:pt x="172379" y="3968382"/>
                  </a:cubicBezTo>
                  <a:lnTo>
                    <a:pt x="168099" y="3968416"/>
                  </a:lnTo>
                  <a:lnTo>
                    <a:pt x="165400" y="3968915"/>
                  </a:lnTo>
                  <a:cubicBezTo>
                    <a:pt x="156978" y="3971905"/>
                    <a:pt x="152423" y="3980912"/>
                    <a:pt x="155019" y="3989385"/>
                  </a:cubicBezTo>
                  <a:cubicBezTo>
                    <a:pt x="157408" y="3997378"/>
                    <a:pt x="159642" y="4005456"/>
                    <a:pt x="162203" y="4014944"/>
                  </a:cubicBezTo>
                  <a:cubicBezTo>
                    <a:pt x="167102" y="4032768"/>
                    <a:pt x="172190" y="4051176"/>
                    <a:pt x="179323" y="4068983"/>
                  </a:cubicBezTo>
                  <a:cubicBezTo>
                    <a:pt x="213286" y="4153857"/>
                    <a:pt x="268339" y="4235500"/>
                    <a:pt x="352612" y="4326012"/>
                  </a:cubicBezTo>
                  <a:cubicBezTo>
                    <a:pt x="410518" y="4388060"/>
                    <a:pt x="475798" y="4450986"/>
                    <a:pt x="560689" y="4490776"/>
                  </a:cubicBezTo>
                  <a:cubicBezTo>
                    <a:pt x="653659" y="4534433"/>
                    <a:pt x="737605" y="4545090"/>
                    <a:pt x="821087" y="4523708"/>
                  </a:cubicBezTo>
                  <a:cubicBezTo>
                    <a:pt x="835284" y="4519978"/>
                    <a:pt x="851613" y="4515251"/>
                    <a:pt x="865655" y="4506142"/>
                  </a:cubicBezTo>
                  <a:cubicBezTo>
                    <a:pt x="875659" y="4499731"/>
                    <a:pt x="878392" y="4499937"/>
                    <a:pt x="888223" y="4507259"/>
                  </a:cubicBezTo>
                  <a:cubicBezTo>
                    <a:pt x="899877" y="4515922"/>
                    <a:pt x="912269" y="4523192"/>
                    <a:pt x="924301" y="4530239"/>
                  </a:cubicBezTo>
                  <a:cubicBezTo>
                    <a:pt x="930953" y="4534141"/>
                    <a:pt x="937656" y="4538077"/>
                    <a:pt x="943912" y="4542030"/>
                  </a:cubicBezTo>
                  <a:cubicBezTo>
                    <a:pt x="944909" y="4542873"/>
                    <a:pt x="947040" y="4546361"/>
                    <a:pt x="947831" y="4547651"/>
                  </a:cubicBezTo>
                  <a:cubicBezTo>
                    <a:pt x="1022736" y="4669823"/>
                    <a:pt x="1105256" y="4783366"/>
                    <a:pt x="1194358" y="4886941"/>
                  </a:cubicBezTo>
                  <a:cubicBezTo>
                    <a:pt x="1146163" y="4851878"/>
                    <a:pt x="1096679" y="4826508"/>
                    <a:pt x="1044118" y="4809613"/>
                  </a:cubicBezTo>
                  <a:cubicBezTo>
                    <a:pt x="883497" y="4757860"/>
                    <a:pt x="715140" y="4764443"/>
                    <a:pt x="548400" y="4828915"/>
                  </a:cubicBezTo>
                  <a:cubicBezTo>
                    <a:pt x="523512" y="4838557"/>
                    <a:pt x="496234" y="4853167"/>
                    <a:pt x="494412" y="4854198"/>
                  </a:cubicBezTo>
                  <a:cubicBezTo>
                    <a:pt x="490597" y="4856707"/>
                    <a:pt x="487967" y="4860764"/>
                    <a:pt x="487142" y="4865422"/>
                  </a:cubicBezTo>
                  <a:cubicBezTo>
                    <a:pt x="486420" y="4869994"/>
                    <a:pt x="487606" y="4874669"/>
                    <a:pt x="490390" y="4878244"/>
                  </a:cubicBezTo>
                  <a:cubicBezTo>
                    <a:pt x="495598" y="4885016"/>
                    <a:pt x="500634" y="4891823"/>
                    <a:pt x="505619" y="4898577"/>
                  </a:cubicBezTo>
                  <a:lnTo>
                    <a:pt x="506719" y="4900056"/>
                  </a:lnTo>
                  <a:cubicBezTo>
                    <a:pt x="517977" y="4915387"/>
                    <a:pt x="530731" y="4932730"/>
                    <a:pt x="545031" y="4948096"/>
                  </a:cubicBezTo>
                  <a:cubicBezTo>
                    <a:pt x="609434" y="5017140"/>
                    <a:pt x="688860" y="5063427"/>
                    <a:pt x="765106" y="5103166"/>
                  </a:cubicBezTo>
                  <a:cubicBezTo>
                    <a:pt x="869952" y="5157566"/>
                    <a:pt x="977171" y="5186871"/>
                    <a:pt x="1083805" y="5190309"/>
                  </a:cubicBezTo>
                  <a:cubicBezTo>
                    <a:pt x="1088824" y="5190481"/>
                    <a:pt x="1093843" y="5190584"/>
                    <a:pt x="1098845" y="5190584"/>
                  </a:cubicBezTo>
                  <a:cubicBezTo>
                    <a:pt x="1196936" y="5190584"/>
                    <a:pt x="1273509" y="5158253"/>
                    <a:pt x="1332532" y="5092131"/>
                  </a:cubicBezTo>
                  <a:cubicBezTo>
                    <a:pt x="1333254" y="5091616"/>
                    <a:pt x="1335815" y="5090636"/>
                    <a:pt x="1337225" y="5090619"/>
                  </a:cubicBezTo>
                  <a:cubicBezTo>
                    <a:pt x="1359775" y="5092234"/>
                    <a:pt x="1381209" y="5095517"/>
                    <a:pt x="1397228" y="5098181"/>
                  </a:cubicBezTo>
                  <a:cubicBezTo>
                    <a:pt x="1399754" y="5098628"/>
                    <a:pt x="1402865" y="5100141"/>
                    <a:pt x="1404808" y="5101894"/>
                  </a:cubicBezTo>
                  <a:cubicBezTo>
                    <a:pt x="1503415" y="5189192"/>
                    <a:pt x="1607849" y="5265816"/>
                    <a:pt x="1716941" y="5331027"/>
                  </a:cubicBezTo>
                  <a:cubicBezTo>
                    <a:pt x="1700406" y="5326128"/>
                    <a:pt x="1683373" y="5321866"/>
                    <a:pt x="1665944" y="5318445"/>
                  </a:cubicBezTo>
                  <a:cubicBezTo>
                    <a:pt x="1549359" y="5296032"/>
                    <a:pt x="1430383" y="5310092"/>
                    <a:pt x="1299738" y="5362000"/>
                  </a:cubicBezTo>
                  <a:cubicBezTo>
                    <a:pt x="1211598" y="5397132"/>
                    <a:pt x="1129628" y="5448747"/>
                    <a:pt x="1049137" y="5519785"/>
                  </a:cubicBezTo>
                  <a:cubicBezTo>
                    <a:pt x="1042502" y="5525612"/>
                    <a:pt x="1041574" y="5535632"/>
                    <a:pt x="1047040" y="5542577"/>
                  </a:cubicBezTo>
                  <a:cubicBezTo>
                    <a:pt x="1075521" y="5578826"/>
                    <a:pt x="1112578" y="5599125"/>
                    <a:pt x="1145080" y="5614181"/>
                  </a:cubicBezTo>
                  <a:cubicBezTo>
                    <a:pt x="1224351" y="5651015"/>
                    <a:pt x="1313832" y="5674597"/>
                    <a:pt x="1418730" y="5686320"/>
                  </a:cubicBezTo>
                  <a:cubicBezTo>
                    <a:pt x="1419039" y="5686336"/>
                    <a:pt x="1452745" y="5689259"/>
                    <a:pt x="1500012" y="5689259"/>
                  </a:cubicBezTo>
                  <a:cubicBezTo>
                    <a:pt x="1534130" y="5689259"/>
                    <a:pt x="1565876" y="5687729"/>
                    <a:pt x="1594322" y="5684721"/>
                  </a:cubicBezTo>
                  <a:cubicBezTo>
                    <a:pt x="1621514" y="5681868"/>
                    <a:pt x="1648636" y="5677210"/>
                    <a:pt x="1674951" y="5670885"/>
                  </a:cubicBezTo>
                  <a:cubicBezTo>
                    <a:pt x="1795817" y="5641459"/>
                    <a:pt x="1877717" y="5580957"/>
                    <a:pt x="1924641" y="5487025"/>
                  </a:cubicBezTo>
                  <a:cubicBezTo>
                    <a:pt x="1925483" y="5486217"/>
                    <a:pt x="1929092" y="5484120"/>
                    <a:pt x="1933664" y="5483003"/>
                  </a:cubicBezTo>
                  <a:cubicBezTo>
                    <a:pt x="1955476" y="5477589"/>
                    <a:pt x="1975104" y="5473773"/>
                    <a:pt x="1993771" y="5471281"/>
                  </a:cubicBezTo>
                  <a:cubicBezTo>
                    <a:pt x="1998171" y="5470576"/>
                    <a:pt x="2003654" y="5471762"/>
                    <a:pt x="2010563" y="5474546"/>
                  </a:cubicBezTo>
                  <a:cubicBezTo>
                    <a:pt x="2094028" y="5506705"/>
                    <a:pt x="2182357" y="5533501"/>
                    <a:pt x="2272921" y="5554161"/>
                  </a:cubicBezTo>
                  <a:cubicBezTo>
                    <a:pt x="2274193" y="5554470"/>
                    <a:pt x="2275516" y="5554625"/>
                    <a:pt x="2276839" y="5554625"/>
                  </a:cubicBezTo>
                  <a:cubicBezTo>
                    <a:pt x="2282924" y="5554625"/>
                    <a:pt x="2288527" y="5551273"/>
                    <a:pt x="2291484" y="5545808"/>
                  </a:cubicBezTo>
                  <a:cubicBezTo>
                    <a:pt x="2300129" y="5529720"/>
                    <a:pt x="2310665" y="5514285"/>
                    <a:pt x="2322783" y="5499933"/>
                  </a:cubicBezTo>
                  <a:cubicBezTo>
                    <a:pt x="2326581" y="5495412"/>
                    <a:pt x="2327716" y="5489397"/>
                    <a:pt x="2325842" y="5483828"/>
                  </a:cubicBezTo>
                  <a:cubicBezTo>
                    <a:pt x="2324055" y="5478431"/>
                    <a:pt x="2319517" y="5474340"/>
                    <a:pt x="2313708" y="54729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29" name="Graphic 10">
            <a:extLst>
              <a:ext uri="{FF2B5EF4-FFF2-40B4-BE49-F238E27FC236}">
                <a16:creationId xmlns:a16="http://schemas.microsoft.com/office/drawing/2014/main" id="{D841362D-4204-9F1D-C550-45ED0F02193E}"/>
              </a:ext>
            </a:extLst>
          </p:cNvPr>
          <p:cNvGrpSpPr/>
          <p:nvPr userDrawn="1"/>
        </p:nvGrpSpPr>
        <p:grpSpPr>
          <a:xfrm>
            <a:off x="4552943" y="4350871"/>
            <a:ext cx="3253482" cy="1553208"/>
            <a:chOff x="-4653512" y="542621"/>
            <a:chExt cx="12250752" cy="5689460"/>
          </a:xfrm>
          <a:solidFill>
            <a:srgbClr val="E5DFD3"/>
          </a:solidFill>
        </p:grpSpPr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3566E7D2-AD3A-044E-AB6B-0783492316A5}"/>
                </a:ext>
              </a:extLst>
            </p:cNvPr>
            <p:cNvSpPr/>
            <p:nvPr/>
          </p:nvSpPr>
          <p:spPr>
            <a:xfrm>
              <a:off x="5270511" y="542720"/>
              <a:ext cx="2326729" cy="5689361"/>
            </a:xfrm>
            <a:custGeom>
              <a:avLst/>
              <a:gdLst>
                <a:gd name="connsiteX0" fmla="*/ 2320660 w 2326735"/>
                <a:gd name="connsiteY0" fmla="*/ 2975382 h 5689362"/>
                <a:gd name="connsiteX1" fmla="*/ 2305139 w 2326735"/>
                <a:gd name="connsiteY1" fmla="*/ 2972323 h 5689362"/>
                <a:gd name="connsiteX2" fmla="*/ 2288501 w 2326735"/>
                <a:gd name="connsiteY2" fmla="*/ 2977273 h 5689362"/>
                <a:gd name="connsiteX3" fmla="*/ 2285974 w 2326735"/>
                <a:gd name="connsiteY3" fmla="*/ 2978012 h 5689362"/>
                <a:gd name="connsiteX4" fmla="*/ 2251289 w 2326735"/>
                <a:gd name="connsiteY4" fmla="*/ 2989322 h 5689362"/>
                <a:gd name="connsiteX5" fmla="*/ 1836268 w 2326735"/>
                <a:gd name="connsiteY5" fmla="*/ 3348138 h 5689362"/>
                <a:gd name="connsiteX6" fmla="*/ 1773171 w 2326735"/>
                <a:gd name="connsiteY6" fmla="*/ 3479574 h 5689362"/>
                <a:gd name="connsiteX7" fmla="*/ 1810779 w 2326735"/>
                <a:gd name="connsiteY7" fmla="*/ 3105839 h 5689362"/>
                <a:gd name="connsiteX8" fmla="*/ 1811002 w 2326735"/>
                <a:gd name="connsiteY8" fmla="*/ 3084663 h 5689362"/>
                <a:gd name="connsiteX9" fmla="*/ 1815213 w 2326735"/>
                <a:gd name="connsiteY9" fmla="*/ 3030539 h 5689362"/>
                <a:gd name="connsiteX10" fmla="*/ 1840256 w 2326735"/>
                <a:gd name="connsiteY10" fmla="*/ 2972185 h 5689362"/>
                <a:gd name="connsiteX11" fmla="*/ 1848077 w 2326735"/>
                <a:gd name="connsiteY11" fmla="*/ 2956699 h 5689362"/>
                <a:gd name="connsiteX12" fmla="*/ 1852425 w 2326735"/>
                <a:gd name="connsiteY12" fmla="*/ 2954052 h 5689362"/>
                <a:gd name="connsiteX13" fmla="*/ 1985770 w 2326735"/>
                <a:gd name="connsiteY13" fmla="*/ 2890061 h 5689362"/>
                <a:gd name="connsiteX14" fmla="*/ 2085356 w 2326735"/>
                <a:gd name="connsiteY14" fmla="*/ 2759140 h 5689362"/>
                <a:gd name="connsiteX15" fmla="*/ 2220729 w 2326735"/>
                <a:gd name="connsiteY15" fmla="*/ 2159762 h 5689362"/>
                <a:gd name="connsiteX16" fmla="*/ 2215504 w 2326735"/>
                <a:gd name="connsiteY16" fmla="*/ 2096802 h 5689362"/>
                <a:gd name="connsiteX17" fmla="*/ 2212015 w 2326735"/>
                <a:gd name="connsiteY17" fmla="*/ 2066448 h 5689362"/>
                <a:gd name="connsiteX18" fmla="*/ 2202802 w 2326735"/>
                <a:gd name="connsiteY18" fmla="*/ 2053162 h 5689362"/>
                <a:gd name="connsiteX19" fmla="*/ 2186594 w 2326735"/>
                <a:gd name="connsiteY19" fmla="*/ 2053970 h 5689362"/>
                <a:gd name="connsiteX20" fmla="*/ 2178498 w 2326735"/>
                <a:gd name="connsiteY20" fmla="*/ 2058851 h 5689362"/>
                <a:gd name="connsiteX21" fmla="*/ 2167017 w 2326735"/>
                <a:gd name="connsiteY21" fmla="*/ 2066156 h 5689362"/>
                <a:gd name="connsiteX22" fmla="*/ 1963511 w 2326735"/>
                <a:gd name="connsiteY22" fmla="*/ 2271982 h 5689362"/>
                <a:gd name="connsiteX23" fmla="*/ 1800621 w 2326735"/>
                <a:gd name="connsiteY23" fmla="*/ 2718319 h 5689362"/>
                <a:gd name="connsiteX24" fmla="*/ 1796203 w 2326735"/>
                <a:gd name="connsiteY24" fmla="*/ 2663300 h 5689362"/>
                <a:gd name="connsiteX25" fmla="*/ 1795688 w 2326735"/>
                <a:gd name="connsiteY25" fmla="*/ 2656649 h 5689362"/>
                <a:gd name="connsiteX26" fmla="*/ 1779136 w 2326735"/>
                <a:gd name="connsiteY26" fmla="*/ 2437278 h 5689362"/>
                <a:gd name="connsiteX27" fmla="*/ 1770920 w 2326735"/>
                <a:gd name="connsiteY27" fmla="*/ 2383326 h 5689362"/>
                <a:gd name="connsiteX28" fmla="*/ 1768049 w 2326735"/>
                <a:gd name="connsiteY28" fmla="*/ 2285027 h 5689362"/>
                <a:gd name="connsiteX29" fmla="*/ 1774185 w 2326735"/>
                <a:gd name="connsiteY29" fmla="*/ 2262460 h 5689362"/>
                <a:gd name="connsiteX30" fmla="*/ 1837025 w 2326735"/>
                <a:gd name="connsiteY30" fmla="*/ 2183687 h 5689362"/>
                <a:gd name="connsiteX31" fmla="*/ 1838348 w 2326735"/>
                <a:gd name="connsiteY31" fmla="*/ 2182501 h 5689362"/>
                <a:gd name="connsiteX32" fmla="*/ 1955794 w 2326735"/>
                <a:gd name="connsiteY32" fmla="*/ 1989893 h 5689362"/>
                <a:gd name="connsiteX33" fmla="*/ 1989156 w 2326735"/>
                <a:gd name="connsiteY33" fmla="*/ 1645790 h 5689362"/>
                <a:gd name="connsiteX34" fmla="*/ 1989104 w 2326735"/>
                <a:gd name="connsiteY34" fmla="*/ 1643297 h 5689362"/>
                <a:gd name="connsiteX35" fmla="*/ 1944071 w 2326735"/>
                <a:gd name="connsiteY35" fmla="*/ 1329204 h 5689362"/>
                <a:gd name="connsiteX36" fmla="*/ 1931456 w 2326735"/>
                <a:gd name="connsiteY36" fmla="*/ 1294914 h 5689362"/>
                <a:gd name="connsiteX37" fmla="*/ 1924116 w 2326735"/>
                <a:gd name="connsiteY37" fmla="*/ 1275853 h 5689362"/>
                <a:gd name="connsiteX38" fmla="*/ 1911311 w 2326735"/>
                <a:gd name="connsiteY38" fmla="*/ 1265214 h 5689362"/>
                <a:gd name="connsiteX39" fmla="*/ 1908475 w 2326735"/>
                <a:gd name="connsiteY39" fmla="*/ 1264956 h 5689362"/>
                <a:gd name="connsiteX40" fmla="*/ 1895584 w 2326735"/>
                <a:gd name="connsiteY40" fmla="*/ 1271092 h 5689362"/>
                <a:gd name="connsiteX41" fmla="*/ 1868066 w 2326735"/>
                <a:gd name="connsiteY41" fmla="*/ 1304626 h 5689362"/>
                <a:gd name="connsiteX42" fmla="*/ 1675372 w 2326735"/>
                <a:gd name="connsiteY42" fmla="*/ 1865572 h 5689362"/>
                <a:gd name="connsiteX43" fmla="*/ 1683794 w 2326735"/>
                <a:gd name="connsiteY43" fmla="*/ 1980371 h 5689362"/>
                <a:gd name="connsiteX44" fmla="*/ 1566211 w 2326735"/>
                <a:gd name="connsiteY44" fmla="*/ 1643624 h 5689362"/>
                <a:gd name="connsiteX45" fmla="*/ 1564613 w 2326735"/>
                <a:gd name="connsiteY45" fmla="*/ 1635821 h 5689362"/>
                <a:gd name="connsiteX46" fmla="*/ 1564303 w 2326735"/>
                <a:gd name="connsiteY46" fmla="*/ 1621005 h 5689362"/>
                <a:gd name="connsiteX47" fmla="*/ 1564269 w 2326735"/>
                <a:gd name="connsiteY47" fmla="*/ 1555742 h 5689362"/>
                <a:gd name="connsiteX48" fmla="*/ 1571608 w 2326735"/>
                <a:gd name="connsiteY48" fmla="*/ 1539276 h 5689362"/>
                <a:gd name="connsiteX49" fmla="*/ 1594124 w 2326735"/>
                <a:gd name="connsiteY49" fmla="*/ 1511947 h 5689362"/>
                <a:gd name="connsiteX50" fmla="*/ 1632694 w 2326735"/>
                <a:gd name="connsiteY50" fmla="*/ 1461380 h 5689362"/>
                <a:gd name="connsiteX51" fmla="*/ 1685358 w 2326735"/>
                <a:gd name="connsiteY51" fmla="*/ 1239363 h 5689362"/>
                <a:gd name="connsiteX52" fmla="*/ 1632883 w 2326735"/>
                <a:gd name="connsiteY52" fmla="*/ 881578 h 5689362"/>
                <a:gd name="connsiteX53" fmla="*/ 1527349 w 2326735"/>
                <a:gd name="connsiteY53" fmla="*/ 623466 h 5689362"/>
                <a:gd name="connsiteX54" fmla="*/ 1514836 w 2326735"/>
                <a:gd name="connsiteY54" fmla="*/ 606192 h 5689362"/>
                <a:gd name="connsiteX55" fmla="*/ 1508511 w 2326735"/>
                <a:gd name="connsiteY55" fmla="*/ 597856 h 5689362"/>
                <a:gd name="connsiteX56" fmla="*/ 1493936 w 2326735"/>
                <a:gd name="connsiteY56" fmla="*/ 591136 h 5689362"/>
                <a:gd name="connsiteX57" fmla="*/ 1480495 w 2326735"/>
                <a:gd name="connsiteY57" fmla="*/ 599713 h 5689362"/>
                <a:gd name="connsiteX58" fmla="*/ 1373998 w 2326735"/>
                <a:gd name="connsiteY58" fmla="*/ 1012258 h 5689362"/>
                <a:gd name="connsiteX59" fmla="*/ 1416985 w 2326735"/>
                <a:gd name="connsiteY59" fmla="*/ 1332728 h 5689362"/>
                <a:gd name="connsiteX60" fmla="*/ 1208564 w 2326735"/>
                <a:gd name="connsiteY60" fmla="*/ 1001705 h 5689362"/>
                <a:gd name="connsiteX61" fmla="*/ 1206828 w 2326735"/>
                <a:gd name="connsiteY61" fmla="*/ 999316 h 5689362"/>
                <a:gd name="connsiteX62" fmla="*/ 1204508 w 2326735"/>
                <a:gd name="connsiteY62" fmla="*/ 996703 h 5689362"/>
                <a:gd name="connsiteX63" fmla="*/ 1194161 w 2326735"/>
                <a:gd name="connsiteY63" fmla="*/ 911691 h 5689362"/>
                <a:gd name="connsiteX64" fmla="*/ 1198199 w 2326735"/>
                <a:gd name="connsiteY64" fmla="*/ 903424 h 5689362"/>
                <a:gd name="connsiteX65" fmla="*/ 1214511 w 2326735"/>
                <a:gd name="connsiteY65" fmla="*/ 877711 h 5689362"/>
                <a:gd name="connsiteX66" fmla="*/ 1245999 w 2326735"/>
                <a:gd name="connsiteY66" fmla="*/ 820956 h 5689362"/>
                <a:gd name="connsiteX67" fmla="*/ 1261984 w 2326735"/>
                <a:gd name="connsiteY67" fmla="*/ 605539 h 5689362"/>
                <a:gd name="connsiteX68" fmla="*/ 1015130 w 2326735"/>
                <a:gd name="connsiteY68" fmla="*/ 101175 h 5689362"/>
                <a:gd name="connsiteX69" fmla="*/ 968482 w 2326735"/>
                <a:gd name="connsiteY69" fmla="*/ 55971 h 5689362"/>
                <a:gd name="connsiteX70" fmla="*/ 963876 w 2326735"/>
                <a:gd name="connsiteY70" fmla="*/ 51794 h 5689362"/>
                <a:gd name="connsiteX71" fmla="*/ 943921 w 2326735"/>
                <a:gd name="connsiteY71" fmla="*/ 33489 h 5689362"/>
                <a:gd name="connsiteX72" fmla="*/ 927506 w 2326735"/>
                <a:gd name="connsiteY72" fmla="*/ 29622 h 5689362"/>
                <a:gd name="connsiteX73" fmla="*/ 916179 w 2326735"/>
                <a:gd name="connsiteY73" fmla="*/ 41894 h 5689362"/>
                <a:gd name="connsiteX74" fmla="*/ 913154 w 2326735"/>
                <a:gd name="connsiteY74" fmla="*/ 55163 h 5689362"/>
                <a:gd name="connsiteX75" fmla="*/ 908307 w 2326735"/>
                <a:gd name="connsiteY75" fmla="*/ 77886 h 5689362"/>
                <a:gd name="connsiteX76" fmla="*/ 912484 w 2326735"/>
                <a:gd name="connsiteY76" fmla="*/ 442064 h 5689362"/>
                <a:gd name="connsiteX77" fmla="*/ 1041222 w 2326735"/>
                <a:gd name="connsiteY77" fmla="*/ 788797 h 5689362"/>
                <a:gd name="connsiteX78" fmla="*/ 749593 w 2326735"/>
                <a:gd name="connsiteY78" fmla="*/ 491772 h 5689362"/>
                <a:gd name="connsiteX79" fmla="*/ 748442 w 2326735"/>
                <a:gd name="connsiteY79" fmla="*/ 488970 h 5689362"/>
                <a:gd name="connsiteX80" fmla="*/ 698064 w 2326735"/>
                <a:gd name="connsiteY80" fmla="*/ 296654 h 5689362"/>
                <a:gd name="connsiteX81" fmla="*/ 472111 w 2326735"/>
                <a:gd name="connsiteY81" fmla="*/ 110216 h 5689362"/>
                <a:gd name="connsiteX82" fmla="*/ 298289 w 2326735"/>
                <a:gd name="connsiteY82" fmla="*/ 42186 h 5689362"/>
                <a:gd name="connsiteX83" fmla="*/ 214394 w 2326735"/>
                <a:gd name="connsiteY83" fmla="*/ 10681 h 5689362"/>
                <a:gd name="connsiteX84" fmla="*/ 166835 w 2326735"/>
                <a:gd name="connsiteY84" fmla="*/ 3410 h 5689362"/>
                <a:gd name="connsiteX85" fmla="*/ 164068 w 2326735"/>
                <a:gd name="connsiteY85" fmla="*/ 30567 h 5689362"/>
                <a:gd name="connsiteX86" fmla="*/ 165271 w 2326735"/>
                <a:gd name="connsiteY86" fmla="*/ 34606 h 5689362"/>
                <a:gd name="connsiteX87" fmla="*/ 307072 w 2326735"/>
                <a:gd name="connsiteY87" fmla="*/ 319188 h 5689362"/>
                <a:gd name="connsiteX88" fmla="*/ 703856 w 2326735"/>
                <a:gd name="connsiteY88" fmla="*/ 529758 h 5689362"/>
                <a:gd name="connsiteX89" fmla="*/ 715424 w 2326735"/>
                <a:gd name="connsiteY89" fmla="*/ 532972 h 5689362"/>
                <a:gd name="connsiteX90" fmla="*/ 767813 w 2326735"/>
                <a:gd name="connsiteY90" fmla="*/ 575581 h 5689362"/>
                <a:gd name="connsiteX91" fmla="*/ 900985 w 2326735"/>
                <a:gd name="connsiteY91" fmla="*/ 707172 h 5689362"/>
                <a:gd name="connsiteX92" fmla="*/ 668036 w 2326735"/>
                <a:gd name="connsiteY92" fmla="*/ 653305 h 5689362"/>
                <a:gd name="connsiteX93" fmla="*/ 524070 w 2326735"/>
                <a:gd name="connsiteY93" fmla="*/ 669822 h 5689362"/>
                <a:gd name="connsiteX94" fmla="*/ 522282 w 2326735"/>
                <a:gd name="connsiteY94" fmla="*/ 670097 h 5689362"/>
                <a:gd name="connsiteX95" fmla="*/ 480945 w 2326735"/>
                <a:gd name="connsiteY95" fmla="*/ 676079 h 5689362"/>
                <a:gd name="connsiteX96" fmla="*/ 393768 w 2326735"/>
                <a:gd name="connsiteY96" fmla="*/ 690156 h 5689362"/>
                <a:gd name="connsiteX97" fmla="*/ 351056 w 2326735"/>
                <a:gd name="connsiteY97" fmla="*/ 710558 h 5689362"/>
                <a:gd name="connsiteX98" fmla="*/ 351503 w 2326735"/>
                <a:gd name="connsiteY98" fmla="*/ 723844 h 5689362"/>
                <a:gd name="connsiteX99" fmla="*/ 358309 w 2326735"/>
                <a:gd name="connsiteY99" fmla="*/ 734277 h 5689362"/>
                <a:gd name="connsiteX100" fmla="*/ 627868 w 2326735"/>
                <a:gd name="connsiteY100" fmla="*/ 936184 h 5689362"/>
                <a:gd name="connsiteX101" fmla="*/ 976097 w 2326735"/>
                <a:gd name="connsiteY101" fmla="*/ 924909 h 5689362"/>
                <a:gd name="connsiteX102" fmla="*/ 1033504 w 2326735"/>
                <a:gd name="connsiteY102" fmla="*/ 911623 h 5689362"/>
                <a:gd name="connsiteX103" fmla="*/ 1066798 w 2326735"/>
                <a:gd name="connsiteY103" fmla="*/ 915198 h 5689362"/>
                <a:gd name="connsiteX104" fmla="*/ 1083143 w 2326735"/>
                <a:gd name="connsiteY104" fmla="*/ 921935 h 5689362"/>
                <a:gd name="connsiteX105" fmla="*/ 1267845 w 2326735"/>
                <a:gd name="connsiteY105" fmla="*/ 1195155 h 5689362"/>
                <a:gd name="connsiteX106" fmla="*/ 1068791 w 2326735"/>
                <a:gd name="connsiteY106" fmla="*/ 1094898 h 5689362"/>
                <a:gd name="connsiteX107" fmla="*/ 840105 w 2326735"/>
                <a:gd name="connsiteY107" fmla="*/ 1069133 h 5689362"/>
                <a:gd name="connsiteX108" fmla="*/ 814959 w 2326735"/>
                <a:gd name="connsiteY108" fmla="*/ 1067861 h 5689362"/>
                <a:gd name="connsiteX109" fmla="*/ 743612 w 2326735"/>
                <a:gd name="connsiteY109" fmla="*/ 1063633 h 5689362"/>
                <a:gd name="connsiteX110" fmla="*/ 702945 w 2326735"/>
                <a:gd name="connsiteY110" fmla="*/ 1061124 h 5689362"/>
                <a:gd name="connsiteX111" fmla="*/ 689625 w 2326735"/>
                <a:gd name="connsiteY111" fmla="*/ 1067896 h 5689362"/>
                <a:gd name="connsiteX112" fmla="*/ 687424 w 2326735"/>
                <a:gd name="connsiteY112" fmla="*/ 1083674 h 5689362"/>
                <a:gd name="connsiteX113" fmla="*/ 693561 w 2326735"/>
                <a:gd name="connsiteY113" fmla="*/ 1098542 h 5689362"/>
                <a:gd name="connsiteX114" fmla="*/ 977798 w 2326735"/>
                <a:gd name="connsiteY114" fmla="*/ 1378637 h 5689362"/>
                <a:gd name="connsiteX115" fmla="*/ 1286184 w 2326735"/>
                <a:gd name="connsiteY115" fmla="*/ 1423962 h 5689362"/>
                <a:gd name="connsiteX116" fmla="*/ 1324961 w 2326735"/>
                <a:gd name="connsiteY116" fmla="*/ 1419699 h 5689362"/>
                <a:gd name="connsiteX117" fmla="*/ 1403269 w 2326735"/>
                <a:gd name="connsiteY117" fmla="*/ 1444656 h 5689362"/>
                <a:gd name="connsiteX118" fmla="*/ 1549504 w 2326735"/>
                <a:gd name="connsiteY118" fmla="*/ 1795841 h 5689362"/>
                <a:gd name="connsiteX119" fmla="*/ 1364631 w 2326735"/>
                <a:gd name="connsiteY119" fmla="*/ 1647904 h 5689362"/>
                <a:gd name="connsiteX120" fmla="*/ 1125511 w 2326735"/>
                <a:gd name="connsiteY120" fmla="*/ 1544312 h 5689362"/>
                <a:gd name="connsiteX121" fmla="*/ 1022366 w 2326735"/>
                <a:gd name="connsiteY121" fmla="*/ 1501290 h 5689362"/>
                <a:gd name="connsiteX122" fmla="*/ 1006468 w 2326735"/>
                <a:gd name="connsiteY122" fmla="*/ 1502665 h 5689362"/>
                <a:gd name="connsiteX123" fmla="*/ 999008 w 2326735"/>
                <a:gd name="connsiteY123" fmla="*/ 1516553 h 5689362"/>
                <a:gd name="connsiteX124" fmla="*/ 1278468 w 2326735"/>
                <a:gd name="connsiteY124" fmla="*/ 1968184 h 5689362"/>
                <a:gd name="connsiteX125" fmla="*/ 1534001 w 2326735"/>
                <a:gd name="connsiteY125" fmla="*/ 2073787 h 5689362"/>
                <a:gd name="connsiteX126" fmla="*/ 1622347 w 2326735"/>
                <a:gd name="connsiteY126" fmla="*/ 2106720 h 5689362"/>
                <a:gd name="connsiteX127" fmla="*/ 1636475 w 2326735"/>
                <a:gd name="connsiteY127" fmla="*/ 2116448 h 5689362"/>
                <a:gd name="connsiteX128" fmla="*/ 1651274 w 2326735"/>
                <a:gd name="connsiteY128" fmla="*/ 2141783 h 5689362"/>
                <a:gd name="connsiteX129" fmla="*/ 1725200 w 2326735"/>
                <a:gd name="connsiteY129" fmla="*/ 2580592 h 5689362"/>
                <a:gd name="connsiteX130" fmla="*/ 1709112 w 2326735"/>
                <a:gd name="connsiteY130" fmla="*/ 2534665 h 5689362"/>
                <a:gd name="connsiteX131" fmla="*/ 1512928 w 2326735"/>
                <a:gd name="connsiteY131" fmla="*/ 2275986 h 5689362"/>
                <a:gd name="connsiteX132" fmla="*/ 1360248 w 2326735"/>
                <a:gd name="connsiteY132" fmla="*/ 2151855 h 5689362"/>
                <a:gd name="connsiteX133" fmla="*/ 1357841 w 2326735"/>
                <a:gd name="connsiteY133" fmla="*/ 2149964 h 5689362"/>
                <a:gd name="connsiteX134" fmla="*/ 1288969 w 2326735"/>
                <a:gd name="connsiteY134" fmla="*/ 2095169 h 5689362"/>
                <a:gd name="connsiteX135" fmla="*/ 1274291 w 2326735"/>
                <a:gd name="connsiteY135" fmla="*/ 2082880 h 5689362"/>
                <a:gd name="connsiteX136" fmla="*/ 1260008 w 2326735"/>
                <a:gd name="connsiteY136" fmla="*/ 2070642 h 5689362"/>
                <a:gd name="connsiteX137" fmla="*/ 1241720 w 2326735"/>
                <a:gd name="connsiteY137" fmla="*/ 2068459 h 5689362"/>
                <a:gd name="connsiteX138" fmla="*/ 1232593 w 2326735"/>
                <a:gd name="connsiteY138" fmla="*/ 2084512 h 5689362"/>
                <a:gd name="connsiteX139" fmla="*/ 1234397 w 2326735"/>
                <a:gd name="connsiteY139" fmla="*/ 2113302 h 5689362"/>
                <a:gd name="connsiteX140" fmla="*/ 1234673 w 2326735"/>
                <a:gd name="connsiteY140" fmla="*/ 2117582 h 5689362"/>
                <a:gd name="connsiteX141" fmla="*/ 1238780 w 2326735"/>
                <a:gd name="connsiteY141" fmla="*/ 2171793 h 5689362"/>
                <a:gd name="connsiteX142" fmla="*/ 1394263 w 2326735"/>
                <a:gd name="connsiteY142" fmla="*/ 2608333 h 5689362"/>
                <a:gd name="connsiteX143" fmla="*/ 1645018 w 2326735"/>
                <a:gd name="connsiteY143" fmla="*/ 2820742 h 5689362"/>
                <a:gd name="connsiteX144" fmla="*/ 1718136 w 2326735"/>
                <a:gd name="connsiteY144" fmla="*/ 2876861 h 5689362"/>
                <a:gd name="connsiteX145" fmla="*/ 1743058 w 2326735"/>
                <a:gd name="connsiteY145" fmla="*/ 2960480 h 5689362"/>
                <a:gd name="connsiteX146" fmla="*/ 1715128 w 2326735"/>
                <a:gd name="connsiteY146" fmla="*/ 3350097 h 5689362"/>
                <a:gd name="connsiteX147" fmla="*/ 1690515 w 2326735"/>
                <a:gd name="connsiteY147" fmla="*/ 3239940 h 5689362"/>
                <a:gd name="connsiteX148" fmla="*/ 1566589 w 2326735"/>
                <a:gd name="connsiteY148" fmla="*/ 3005960 h 5689362"/>
                <a:gd name="connsiteX149" fmla="*/ 1415662 w 2326735"/>
                <a:gd name="connsiteY149" fmla="*/ 2803193 h 5689362"/>
                <a:gd name="connsiteX150" fmla="*/ 1412345 w 2326735"/>
                <a:gd name="connsiteY150" fmla="*/ 2798776 h 5689362"/>
                <a:gd name="connsiteX151" fmla="*/ 1353596 w 2326735"/>
                <a:gd name="connsiteY151" fmla="*/ 2720639 h 5689362"/>
                <a:gd name="connsiteX152" fmla="*/ 1341771 w 2326735"/>
                <a:gd name="connsiteY152" fmla="*/ 2712424 h 5689362"/>
                <a:gd name="connsiteX153" fmla="*/ 1327900 w 2326735"/>
                <a:gd name="connsiteY153" fmla="*/ 2712063 h 5689362"/>
                <a:gd name="connsiteX154" fmla="*/ 1318567 w 2326735"/>
                <a:gd name="connsiteY154" fmla="*/ 2722255 h 5689362"/>
                <a:gd name="connsiteX155" fmla="*/ 1317982 w 2326735"/>
                <a:gd name="connsiteY155" fmla="*/ 2724043 h 5689362"/>
                <a:gd name="connsiteX156" fmla="*/ 1316161 w 2326735"/>
                <a:gd name="connsiteY156" fmla="*/ 2730712 h 5689362"/>
                <a:gd name="connsiteX157" fmla="*/ 1380616 w 2326735"/>
                <a:gd name="connsiteY157" fmla="*/ 3292225 h 5689362"/>
                <a:gd name="connsiteX158" fmla="*/ 1559302 w 2326735"/>
                <a:gd name="connsiteY158" fmla="*/ 3541313 h 5689362"/>
                <a:gd name="connsiteX159" fmla="*/ 1650432 w 2326735"/>
                <a:gd name="connsiteY159" fmla="*/ 3665479 h 5689362"/>
                <a:gd name="connsiteX160" fmla="*/ 1653629 w 2326735"/>
                <a:gd name="connsiteY160" fmla="*/ 3682238 h 5689362"/>
                <a:gd name="connsiteX161" fmla="*/ 1505641 w 2326735"/>
                <a:gd name="connsiteY161" fmla="*/ 4135158 h 5689362"/>
                <a:gd name="connsiteX162" fmla="*/ 1502375 w 2326735"/>
                <a:gd name="connsiteY162" fmla="*/ 3897465 h 5689362"/>
                <a:gd name="connsiteX163" fmla="*/ 1395311 w 2326735"/>
                <a:gd name="connsiteY163" fmla="*/ 3570516 h 5689362"/>
                <a:gd name="connsiteX164" fmla="*/ 1383744 w 2326735"/>
                <a:gd name="connsiteY164" fmla="*/ 3541485 h 5689362"/>
                <a:gd name="connsiteX165" fmla="*/ 1328605 w 2326735"/>
                <a:gd name="connsiteY165" fmla="*/ 3402813 h 5689362"/>
                <a:gd name="connsiteX166" fmla="*/ 1312774 w 2326735"/>
                <a:gd name="connsiteY166" fmla="*/ 3392225 h 5689362"/>
                <a:gd name="connsiteX167" fmla="*/ 1298268 w 2326735"/>
                <a:gd name="connsiteY167" fmla="*/ 3401283 h 5689362"/>
                <a:gd name="connsiteX168" fmla="*/ 1292200 w 2326735"/>
                <a:gd name="connsiteY168" fmla="*/ 3412696 h 5689362"/>
                <a:gd name="connsiteX169" fmla="*/ 1284913 w 2326735"/>
                <a:gd name="connsiteY169" fmla="*/ 3427168 h 5689362"/>
                <a:gd name="connsiteX170" fmla="*/ 1207000 w 2326735"/>
                <a:gd name="connsiteY170" fmla="*/ 3961026 h 5689362"/>
                <a:gd name="connsiteX171" fmla="*/ 1308993 w 2326735"/>
                <a:gd name="connsiteY171" fmla="*/ 4258258 h 5689362"/>
                <a:gd name="connsiteX172" fmla="*/ 1366092 w 2326735"/>
                <a:gd name="connsiteY172" fmla="*/ 4397910 h 5689362"/>
                <a:gd name="connsiteX173" fmla="*/ 1360884 w 2326735"/>
                <a:gd name="connsiteY173" fmla="*/ 4430052 h 5689362"/>
                <a:gd name="connsiteX174" fmla="*/ 1141341 w 2326735"/>
                <a:gd name="connsiteY174" fmla="*/ 4753839 h 5689362"/>
                <a:gd name="connsiteX175" fmla="*/ 1142253 w 2326735"/>
                <a:gd name="connsiteY175" fmla="*/ 4752189 h 5689362"/>
                <a:gd name="connsiteX176" fmla="*/ 1196000 w 2326735"/>
                <a:gd name="connsiteY176" fmla="*/ 4433953 h 5689362"/>
                <a:gd name="connsiteX177" fmla="*/ 1172005 w 2326735"/>
                <a:gd name="connsiteY177" fmla="*/ 4184986 h 5689362"/>
                <a:gd name="connsiteX178" fmla="*/ 1171472 w 2326735"/>
                <a:gd name="connsiteY178" fmla="*/ 4180293 h 5689362"/>
                <a:gd name="connsiteX179" fmla="*/ 1160644 w 2326735"/>
                <a:gd name="connsiteY179" fmla="*/ 4082803 h 5689362"/>
                <a:gd name="connsiteX180" fmla="*/ 1154250 w 2326735"/>
                <a:gd name="connsiteY180" fmla="*/ 4027200 h 5689362"/>
                <a:gd name="connsiteX181" fmla="*/ 1151276 w 2326735"/>
                <a:gd name="connsiteY181" fmla="*/ 4001865 h 5689362"/>
                <a:gd name="connsiteX182" fmla="*/ 1142287 w 2326735"/>
                <a:gd name="connsiteY182" fmla="*/ 3988974 h 5689362"/>
                <a:gd name="connsiteX183" fmla="*/ 1102360 w 2326735"/>
                <a:gd name="connsiteY183" fmla="*/ 4010476 h 5689362"/>
                <a:gd name="connsiteX184" fmla="*/ 899731 w 2326735"/>
                <a:gd name="connsiteY184" fmla="*/ 4446879 h 5689362"/>
                <a:gd name="connsiteX185" fmla="*/ 942081 w 2326735"/>
                <a:gd name="connsiteY185" fmla="*/ 4879964 h 5689362"/>
                <a:gd name="connsiteX186" fmla="*/ 943474 w 2326735"/>
                <a:gd name="connsiteY186" fmla="*/ 4892443 h 5689362"/>
                <a:gd name="connsiteX187" fmla="*/ 940569 w 2326735"/>
                <a:gd name="connsiteY187" fmla="*/ 4964873 h 5689362"/>
                <a:gd name="connsiteX188" fmla="*/ 935120 w 2326735"/>
                <a:gd name="connsiteY188" fmla="*/ 4978142 h 5689362"/>
                <a:gd name="connsiteX189" fmla="*/ 575067 w 2326735"/>
                <a:gd name="connsiteY189" fmla="*/ 5252049 h 5689362"/>
                <a:gd name="connsiteX190" fmla="*/ 709099 w 2326735"/>
                <a:gd name="connsiteY190" fmla="*/ 5032576 h 5689362"/>
                <a:gd name="connsiteX191" fmla="*/ 772797 w 2326735"/>
                <a:gd name="connsiteY191" fmla="*/ 4722660 h 5689362"/>
                <a:gd name="connsiteX192" fmla="*/ 774172 w 2326735"/>
                <a:gd name="connsiteY192" fmla="*/ 4713533 h 5689362"/>
                <a:gd name="connsiteX193" fmla="*/ 791532 w 2326735"/>
                <a:gd name="connsiteY193" fmla="*/ 4604802 h 5689362"/>
                <a:gd name="connsiteX194" fmla="*/ 798252 w 2326735"/>
                <a:gd name="connsiteY194" fmla="*/ 4563259 h 5689362"/>
                <a:gd name="connsiteX195" fmla="*/ 792134 w 2326735"/>
                <a:gd name="connsiteY195" fmla="*/ 4547531 h 5689362"/>
                <a:gd name="connsiteX196" fmla="*/ 775375 w 2326735"/>
                <a:gd name="connsiteY196" fmla="*/ 4545228 h 5689362"/>
                <a:gd name="connsiteX197" fmla="*/ 769514 w 2326735"/>
                <a:gd name="connsiteY197" fmla="*/ 4547652 h 5689362"/>
                <a:gd name="connsiteX198" fmla="*/ 752670 w 2326735"/>
                <a:gd name="connsiteY198" fmla="*/ 4555129 h 5689362"/>
                <a:gd name="connsiteX199" fmla="*/ 369189 w 2326735"/>
                <a:gd name="connsiteY199" fmla="*/ 5233693 h 5689362"/>
                <a:gd name="connsiteX200" fmla="*/ 357295 w 2326735"/>
                <a:gd name="connsiteY200" fmla="*/ 5355418 h 5689362"/>
                <a:gd name="connsiteX201" fmla="*/ 351331 w 2326735"/>
                <a:gd name="connsiteY201" fmla="*/ 5363565 h 5689362"/>
                <a:gd name="connsiteX202" fmla="*/ 13003 w 2326735"/>
                <a:gd name="connsiteY202" fmla="*/ 5473018 h 5689362"/>
                <a:gd name="connsiteX203" fmla="*/ 885 w 2326735"/>
                <a:gd name="connsiteY203" fmla="*/ 5483950 h 5689362"/>
                <a:gd name="connsiteX204" fmla="*/ 3962 w 2326735"/>
                <a:gd name="connsiteY204" fmla="*/ 5500072 h 5689362"/>
                <a:gd name="connsiteX205" fmla="*/ 35261 w 2326735"/>
                <a:gd name="connsiteY205" fmla="*/ 5545964 h 5689362"/>
                <a:gd name="connsiteX206" fmla="*/ 53635 w 2326735"/>
                <a:gd name="connsiteY206" fmla="*/ 5554300 h 5689362"/>
                <a:gd name="connsiteX207" fmla="*/ 316250 w 2326735"/>
                <a:gd name="connsiteY207" fmla="*/ 5474599 h 5689362"/>
                <a:gd name="connsiteX208" fmla="*/ 332991 w 2326735"/>
                <a:gd name="connsiteY208" fmla="*/ 5471385 h 5689362"/>
                <a:gd name="connsiteX209" fmla="*/ 393046 w 2326735"/>
                <a:gd name="connsiteY209" fmla="*/ 5483090 h 5689362"/>
                <a:gd name="connsiteX210" fmla="*/ 401348 w 2326735"/>
                <a:gd name="connsiteY210" fmla="*/ 5486081 h 5689362"/>
                <a:gd name="connsiteX211" fmla="*/ 651760 w 2326735"/>
                <a:gd name="connsiteY211" fmla="*/ 5671006 h 5689362"/>
                <a:gd name="connsiteX212" fmla="*/ 732371 w 2326735"/>
                <a:gd name="connsiteY212" fmla="*/ 5684825 h 5689362"/>
                <a:gd name="connsiteX213" fmla="*/ 826698 w 2326735"/>
                <a:gd name="connsiteY213" fmla="*/ 5689363 h 5689362"/>
                <a:gd name="connsiteX214" fmla="*/ 908084 w 2326735"/>
                <a:gd name="connsiteY214" fmla="*/ 5686407 h 5689362"/>
                <a:gd name="connsiteX215" fmla="*/ 1181596 w 2326735"/>
                <a:gd name="connsiteY215" fmla="*/ 5614303 h 5689362"/>
                <a:gd name="connsiteX216" fmla="*/ 1279654 w 2326735"/>
                <a:gd name="connsiteY216" fmla="*/ 5542681 h 5689362"/>
                <a:gd name="connsiteX217" fmla="*/ 1277574 w 2326735"/>
                <a:gd name="connsiteY217" fmla="*/ 5519890 h 5689362"/>
                <a:gd name="connsiteX218" fmla="*/ 1026939 w 2326735"/>
                <a:gd name="connsiteY218" fmla="*/ 5362104 h 5689362"/>
                <a:gd name="connsiteX219" fmla="*/ 660732 w 2326735"/>
                <a:gd name="connsiteY219" fmla="*/ 5318567 h 5689362"/>
                <a:gd name="connsiteX220" fmla="*/ 609752 w 2326735"/>
                <a:gd name="connsiteY220" fmla="*/ 5331114 h 5689362"/>
                <a:gd name="connsiteX221" fmla="*/ 921937 w 2326735"/>
                <a:gd name="connsiteY221" fmla="*/ 5101947 h 5689362"/>
                <a:gd name="connsiteX222" fmla="*/ 929363 w 2326735"/>
                <a:gd name="connsiteY222" fmla="*/ 5098286 h 5689362"/>
                <a:gd name="connsiteX223" fmla="*/ 988867 w 2326735"/>
                <a:gd name="connsiteY223" fmla="*/ 5090723 h 5689362"/>
                <a:gd name="connsiteX224" fmla="*/ 993766 w 2326735"/>
                <a:gd name="connsiteY224" fmla="*/ 5091806 h 5689362"/>
                <a:gd name="connsiteX225" fmla="*/ 1227866 w 2326735"/>
                <a:gd name="connsiteY225" fmla="*/ 5190654 h 5689362"/>
                <a:gd name="connsiteX226" fmla="*/ 1242888 w 2326735"/>
                <a:gd name="connsiteY226" fmla="*/ 5190379 h 5689362"/>
                <a:gd name="connsiteX227" fmla="*/ 1561622 w 2326735"/>
                <a:gd name="connsiteY227" fmla="*/ 5103236 h 5689362"/>
                <a:gd name="connsiteX228" fmla="*/ 1781697 w 2326735"/>
                <a:gd name="connsiteY228" fmla="*/ 4948166 h 5689362"/>
                <a:gd name="connsiteX229" fmla="*/ 1819991 w 2326735"/>
                <a:gd name="connsiteY229" fmla="*/ 4900143 h 5689362"/>
                <a:gd name="connsiteX230" fmla="*/ 1821091 w 2326735"/>
                <a:gd name="connsiteY230" fmla="*/ 4898647 h 5689362"/>
                <a:gd name="connsiteX231" fmla="*/ 1836286 w 2326735"/>
                <a:gd name="connsiteY231" fmla="*/ 4878366 h 5689362"/>
                <a:gd name="connsiteX232" fmla="*/ 1839551 w 2326735"/>
                <a:gd name="connsiteY232" fmla="*/ 4865354 h 5689362"/>
                <a:gd name="connsiteX233" fmla="*/ 1831645 w 2326735"/>
                <a:gd name="connsiteY233" fmla="*/ 4853856 h 5689362"/>
                <a:gd name="connsiteX234" fmla="*/ 1778328 w 2326735"/>
                <a:gd name="connsiteY234" fmla="*/ 4828968 h 5689362"/>
                <a:gd name="connsiteX235" fmla="*/ 1282610 w 2326735"/>
                <a:gd name="connsiteY235" fmla="*/ 4809683 h 5689362"/>
                <a:gd name="connsiteX236" fmla="*/ 1132370 w 2326735"/>
                <a:gd name="connsiteY236" fmla="*/ 4887011 h 5689362"/>
                <a:gd name="connsiteX237" fmla="*/ 1378879 w 2326735"/>
                <a:gd name="connsiteY237" fmla="*/ 4547721 h 5689362"/>
                <a:gd name="connsiteX238" fmla="*/ 1382506 w 2326735"/>
                <a:gd name="connsiteY238" fmla="*/ 4542307 h 5689362"/>
                <a:gd name="connsiteX239" fmla="*/ 1402444 w 2326735"/>
                <a:gd name="connsiteY239" fmla="*/ 4530275 h 5689362"/>
                <a:gd name="connsiteX240" fmla="*/ 1438487 w 2326735"/>
                <a:gd name="connsiteY240" fmla="*/ 4507312 h 5689362"/>
                <a:gd name="connsiteX241" fmla="*/ 1461020 w 2326735"/>
                <a:gd name="connsiteY241" fmla="*/ 4506178 h 5689362"/>
                <a:gd name="connsiteX242" fmla="*/ 1505675 w 2326735"/>
                <a:gd name="connsiteY242" fmla="*/ 4523778 h 5689362"/>
                <a:gd name="connsiteX243" fmla="*/ 1766021 w 2326735"/>
                <a:gd name="connsiteY243" fmla="*/ 4490845 h 5689362"/>
                <a:gd name="connsiteX244" fmla="*/ 1974133 w 2326735"/>
                <a:gd name="connsiteY244" fmla="*/ 4326065 h 5689362"/>
                <a:gd name="connsiteX245" fmla="*/ 2147405 w 2326735"/>
                <a:gd name="connsiteY245" fmla="*/ 4069053 h 5689362"/>
                <a:gd name="connsiteX246" fmla="*/ 2164920 w 2326735"/>
                <a:gd name="connsiteY246" fmla="*/ 4013587 h 5689362"/>
                <a:gd name="connsiteX247" fmla="*/ 2171709 w 2326735"/>
                <a:gd name="connsiteY247" fmla="*/ 3989490 h 5689362"/>
                <a:gd name="connsiteX248" fmla="*/ 2161345 w 2326735"/>
                <a:gd name="connsiteY248" fmla="*/ 3968967 h 5689362"/>
                <a:gd name="connsiteX249" fmla="*/ 2154366 w 2326735"/>
                <a:gd name="connsiteY249" fmla="*/ 3968435 h 5689362"/>
                <a:gd name="connsiteX250" fmla="*/ 1634241 w 2326735"/>
                <a:gd name="connsiteY250" fmla="*/ 4147413 h 5689362"/>
                <a:gd name="connsiteX251" fmla="*/ 1528363 w 2326735"/>
                <a:gd name="connsiteY251" fmla="*/ 4269516 h 5689362"/>
                <a:gd name="connsiteX252" fmla="*/ 1707891 w 2326735"/>
                <a:gd name="connsiteY252" fmla="*/ 3796744 h 5689362"/>
                <a:gd name="connsiteX253" fmla="*/ 1708596 w 2326735"/>
                <a:gd name="connsiteY253" fmla="*/ 3794338 h 5689362"/>
                <a:gd name="connsiteX254" fmla="*/ 1710642 w 2326735"/>
                <a:gd name="connsiteY254" fmla="*/ 3788459 h 5689362"/>
                <a:gd name="connsiteX255" fmla="*/ 1757530 w 2326735"/>
                <a:gd name="connsiteY255" fmla="*/ 3724073 h 5689362"/>
                <a:gd name="connsiteX256" fmla="*/ 1762240 w 2326735"/>
                <a:gd name="connsiteY256" fmla="*/ 3721495 h 5689362"/>
                <a:gd name="connsiteX257" fmla="*/ 1766330 w 2326735"/>
                <a:gd name="connsiteY257" fmla="*/ 3721667 h 5689362"/>
                <a:gd name="connsiteX258" fmla="*/ 1776351 w 2326735"/>
                <a:gd name="connsiteY258" fmla="*/ 3722268 h 5689362"/>
                <a:gd name="connsiteX259" fmla="*/ 1848678 w 2326735"/>
                <a:gd name="connsiteY259" fmla="*/ 3721478 h 5689362"/>
                <a:gd name="connsiteX260" fmla="*/ 2032882 w 2326735"/>
                <a:gd name="connsiteY260" fmla="*/ 3618677 h 5689362"/>
                <a:gd name="connsiteX261" fmla="*/ 2314300 w 2326735"/>
                <a:gd name="connsiteY261" fmla="*/ 3095578 h 5689362"/>
                <a:gd name="connsiteX262" fmla="*/ 2323719 w 2326735"/>
                <a:gd name="connsiteY262" fmla="*/ 3024677 h 5689362"/>
                <a:gd name="connsiteX263" fmla="*/ 2326658 w 2326735"/>
                <a:gd name="connsiteY263" fmla="*/ 2990095 h 5689362"/>
                <a:gd name="connsiteX264" fmla="*/ 2320660 w 2326735"/>
                <a:gd name="connsiteY264" fmla="*/ 2975382 h 56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</a:cxnLst>
              <a:rect l="l" t="t" r="r" b="b"/>
              <a:pathLst>
                <a:path w="2326735" h="5689362">
                  <a:moveTo>
                    <a:pt x="2320660" y="2975382"/>
                  </a:moveTo>
                  <a:cubicBezTo>
                    <a:pt x="2316329" y="2971807"/>
                    <a:pt x="2310038" y="2970673"/>
                    <a:pt x="2305139" y="2972323"/>
                  </a:cubicBezTo>
                  <a:cubicBezTo>
                    <a:pt x="2299158" y="2974162"/>
                    <a:pt x="2293675" y="2975761"/>
                    <a:pt x="2288501" y="2977273"/>
                  </a:cubicBezTo>
                  <a:lnTo>
                    <a:pt x="2285974" y="2978012"/>
                  </a:lnTo>
                  <a:cubicBezTo>
                    <a:pt x="2273221" y="2981742"/>
                    <a:pt x="2262203" y="2984939"/>
                    <a:pt x="2251289" y="2989322"/>
                  </a:cubicBezTo>
                  <a:cubicBezTo>
                    <a:pt x="2078859" y="3057833"/>
                    <a:pt x="1943109" y="3175210"/>
                    <a:pt x="1836268" y="3348138"/>
                  </a:cubicBezTo>
                  <a:cubicBezTo>
                    <a:pt x="1809885" y="3390867"/>
                    <a:pt x="1789448" y="3435281"/>
                    <a:pt x="1773171" y="3479574"/>
                  </a:cubicBezTo>
                  <a:cubicBezTo>
                    <a:pt x="1799864" y="3330589"/>
                    <a:pt x="1806052" y="3272545"/>
                    <a:pt x="1810779" y="3105839"/>
                  </a:cubicBezTo>
                  <a:cubicBezTo>
                    <a:pt x="1811002" y="3098844"/>
                    <a:pt x="1811002" y="3091728"/>
                    <a:pt x="1811002" y="3084663"/>
                  </a:cubicBezTo>
                  <a:cubicBezTo>
                    <a:pt x="1811002" y="3065378"/>
                    <a:pt x="1811002" y="3047159"/>
                    <a:pt x="1815213" y="3030539"/>
                  </a:cubicBezTo>
                  <a:cubicBezTo>
                    <a:pt x="1820266" y="3010841"/>
                    <a:pt x="1830424" y="2991195"/>
                    <a:pt x="1840256" y="2972185"/>
                  </a:cubicBezTo>
                  <a:cubicBezTo>
                    <a:pt x="1843023" y="2966805"/>
                    <a:pt x="1845791" y="2961426"/>
                    <a:pt x="1848077" y="2956699"/>
                  </a:cubicBezTo>
                  <a:cubicBezTo>
                    <a:pt x="1848867" y="2955771"/>
                    <a:pt x="1851428" y="2954207"/>
                    <a:pt x="1852425" y="2954052"/>
                  </a:cubicBezTo>
                  <a:cubicBezTo>
                    <a:pt x="1901738" y="2946524"/>
                    <a:pt x="1945343" y="2925589"/>
                    <a:pt x="1985770" y="2890061"/>
                  </a:cubicBezTo>
                  <a:cubicBezTo>
                    <a:pt x="2026505" y="2854087"/>
                    <a:pt x="2060005" y="2810051"/>
                    <a:pt x="2085356" y="2759140"/>
                  </a:cubicBezTo>
                  <a:cubicBezTo>
                    <a:pt x="2176350" y="2576673"/>
                    <a:pt x="2221881" y="2374989"/>
                    <a:pt x="2220729" y="2159762"/>
                  </a:cubicBezTo>
                  <a:cubicBezTo>
                    <a:pt x="2220626" y="2138998"/>
                    <a:pt x="2218185" y="2118785"/>
                    <a:pt x="2215504" y="2096802"/>
                  </a:cubicBezTo>
                  <a:cubicBezTo>
                    <a:pt x="2214284" y="2086953"/>
                    <a:pt x="2213046" y="2076881"/>
                    <a:pt x="2212015" y="2066448"/>
                  </a:cubicBezTo>
                  <a:cubicBezTo>
                    <a:pt x="2211431" y="2060725"/>
                    <a:pt x="2207907" y="2055637"/>
                    <a:pt x="2202802" y="2053162"/>
                  </a:cubicBezTo>
                  <a:cubicBezTo>
                    <a:pt x="2197766" y="2050721"/>
                    <a:pt x="2191681" y="2050893"/>
                    <a:pt x="2186594" y="2053970"/>
                  </a:cubicBezTo>
                  <a:cubicBezTo>
                    <a:pt x="2183517" y="2055895"/>
                    <a:pt x="2180887" y="2057459"/>
                    <a:pt x="2178498" y="2058851"/>
                  </a:cubicBezTo>
                  <a:cubicBezTo>
                    <a:pt x="2173875" y="2061601"/>
                    <a:pt x="2170351" y="2063750"/>
                    <a:pt x="2167017" y="2066156"/>
                  </a:cubicBezTo>
                  <a:cubicBezTo>
                    <a:pt x="2089396" y="2121793"/>
                    <a:pt x="2020936" y="2191061"/>
                    <a:pt x="1963511" y="2271982"/>
                  </a:cubicBezTo>
                  <a:cubicBezTo>
                    <a:pt x="1869802" y="2404243"/>
                    <a:pt x="1815299" y="2553796"/>
                    <a:pt x="1800621" y="2718319"/>
                  </a:cubicBezTo>
                  <a:cubicBezTo>
                    <a:pt x="1799159" y="2699979"/>
                    <a:pt x="1797681" y="2681640"/>
                    <a:pt x="1796203" y="2663300"/>
                  </a:cubicBezTo>
                  <a:lnTo>
                    <a:pt x="1795688" y="2656649"/>
                  </a:lnTo>
                  <a:cubicBezTo>
                    <a:pt x="1789930" y="2584751"/>
                    <a:pt x="1783983" y="2510396"/>
                    <a:pt x="1779136" y="2437278"/>
                  </a:cubicBezTo>
                  <a:cubicBezTo>
                    <a:pt x="1777915" y="2418767"/>
                    <a:pt x="1774357" y="2400754"/>
                    <a:pt x="1770920" y="2383326"/>
                  </a:cubicBezTo>
                  <a:cubicBezTo>
                    <a:pt x="1764285" y="2349826"/>
                    <a:pt x="1758012" y="2318183"/>
                    <a:pt x="1768049" y="2285027"/>
                  </a:cubicBezTo>
                  <a:cubicBezTo>
                    <a:pt x="1770335" y="2277534"/>
                    <a:pt x="1772260" y="2269988"/>
                    <a:pt x="1774185" y="2262460"/>
                  </a:cubicBezTo>
                  <a:cubicBezTo>
                    <a:pt x="1778929" y="2243811"/>
                    <a:pt x="1801841" y="2215090"/>
                    <a:pt x="1837025" y="2183687"/>
                  </a:cubicBezTo>
                  <a:lnTo>
                    <a:pt x="1838348" y="2182501"/>
                  </a:lnTo>
                  <a:cubicBezTo>
                    <a:pt x="1851325" y="2171501"/>
                    <a:pt x="1917980" y="2110518"/>
                    <a:pt x="1955794" y="1989893"/>
                  </a:cubicBezTo>
                  <a:cubicBezTo>
                    <a:pt x="1994174" y="1867343"/>
                    <a:pt x="1991269" y="1739292"/>
                    <a:pt x="1989156" y="1645790"/>
                  </a:cubicBezTo>
                  <a:lnTo>
                    <a:pt x="1989104" y="1643297"/>
                  </a:lnTo>
                  <a:cubicBezTo>
                    <a:pt x="1986285" y="1514766"/>
                    <a:pt x="1972397" y="1417911"/>
                    <a:pt x="1944071" y="1329204"/>
                  </a:cubicBezTo>
                  <a:cubicBezTo>
                    <a:pt x="1940411" y="1317860"/>
                    <a:pt x="1936062" y="1306671"/>
                    <a:pt x="1931456" y="1294914"/>
                  </a:cubicBezTo>
                  <a:cubicBezTo>
                    <a:pt x="1929066" y="1288795"/>
                    <a:pt x="1926626" y="1282470"/>
                    <a:pt x="1924116" y="1275853"/>
                  </a:cubicBezTo>
                  <a:cubicBezTo>
                    <a:pt x="1922054" y="1270250"/>
                    <a:pt x="1917103" y="1266176"/>
                    <a:pt x="1911311" y="1265214"/>
                  </a:cubicBezTo>
                  <a:lnTo>
                    <a:pt x="1908475" y="1264956"/>
                  </a:lnTo>
                  <a:cubicBezTo>
                    <a:pt x="1903456" y="1264956"/>
                    <a:pt x="1898764" y="1267207"/>
                    <a:pt x="1895584" y="1271092"/>
                  </a:cubicBezTo>
                  <a:lnTo>
                    <a:pt x="1868066" y="1304626"/>
                  </a:lnTo>
                  <a:cubicBezTo>
                    <a:pt x="1736131" y="1465539"/>
                    <a:pt x="1671316" y="1654263"/>
                    <a:pt x="1675372" y="1865572"/>
                  </a:cubicBezTo>
                  <a:cubicBezTo>
                    <a:pt x="1676077" y="1902784"/>
                    <a:pt x="1678861" y="1940959"/>
                    <a:pt x="1683794" y="1980371"/>
                  </a:cubicBezTo>
                  <a:cubicBezTo>
                    <a:pt x="1650260" y="1864644"/>
                    <a:pt x="1610934" y="1751994"/>
                    <a:pt x="1566211" y="1643624"/>
                  </a:cubicBezTo>
                  <a:cubicBezTo>
                    <a:pt x="1565283" y="1641252"/>
                    <a:pt x="1564681" y="1638313"/>
                    <a:pt x="1564613" y="1635821"/>
                  </a:cubicBezTo>
                  <a:lnTo>
                    <a:pt x="1564303" y="1621005"/>
                  </a:lnTo>
                  <a:cubicBezTo>
                    <a:pt x="1563839" y="1599623"/>
                    <a:pt x="1563358" y="1577502"/>
                    <a:pt x="1564269" y="1555742"/>
                  </a:cubicBezTo>
                  <a:cubicBezTo>
                    <a:pt x="1564406" y="1552132"/>
                    <a:pt x="1566744" y="1545652"/>
                    <a:pt x="1571608" y="1539276"/>
                  </a:cubicBezTo>
                  <a:cubicBezTo>
                    <a:pt x="1578518" y="1530149"/>
                    <a:pt x="1586183" y="1521228"/>
                    <a:pt x="1594124" y="1511947"/>
                  </a:cubicBezTo>
                  <a:cubicBezTo>
                    <a:pt x="1607651" y="1496203"/>
                    <a:pt x="1621625" y="1479943"/>
                    <a:pt x="1632694" y="1461380"/>
                  </a:cubicBezTo>
                  <a:cubicBezTo>
                    <a:pt x="1668342" y="1401669"/>
                    <a:pt x="1685083" y="1331129"/>
                    <a:pt x="1685358" y="1239363"/>
                  </a:cubicBezTo>
                  <a:cubicBezTo>
                    <a:pt x="1685839" y="1131337"/>
                    <a:pt x="1669184" y="1017655"/>
                    <a:pt x="1632883" y="881578"/>
                  </a:cubicBezTo>
                  <a:cubicBezTo>
                    <a:pt x="1613048" y="807343"/>
                    <a:pt x="1583107" y="710902"/>
                    <a:pt x="1527349" y="623466"/>
                  </a:cubicBezTo>
                  <a:cubicBezTo>
                    <a:pt x="1523568" y="617588"/>
                    <a:pt x="1519339" y="612054"/>
                    <a:pt x="1514836" y="606192"/>
                  </a:cubicBezTo>
                  <a:cubicBezTo>
                    <a:pt x="1512808" y="603597"/>
                    <a:pt x="1510677" y="600830"/>
                    <a:pt x="1508511" y="597856"/>
                  </a:cubicBezTo>
                  <a:cubicBezTo>
                    <a:pt x="1505348" y="593611"/>
                    <a:pt x="1500983" y="591136"/>
                    <a:pt x="1493936" y="591136"/>
                  </a:cubicBezTo>
                  <a:cubicBezTo>
                    <a:pt x="1488315" y="591548"/>
                    <a:pt x="1483296" y="594745"/>
                    <a:pt x="1480495" y="599713"/>
                  </a:cubicBezTo>
                  <a:cubicBezTo>
                    <a:pt x="1410505" y="726027"/>
                    <a:pt x="1375648" y="860970"/>
                    <a:pt x="1373998" y="1012258"/>
                  </a:cubicBezTo>
                  <a:cubicBezTo>
                    <a:pt x="1372589" y="1138401"/>
                    <a:pt x="1392286" y="1246943"/>
                    <a:pt x="1416985" y="1332728"/>
                  </a:cubicBezTo>
                  <a:cubicBezTo>
                    <a:pt x="1354129" y="1217895"/>
                    <a:pt x="1284277" y="1106947"/>
                    <a:pt x="1208564" y="1001705"/>
                  </a:cubicBezTo>
                  <a:lnTo>
                    <a:pt x="1206828" y="999316"/>
                  </a:lnTo>
                  <a:cubicBezTo>
                    <a:pt x="1205109" y="997030"/>
                    <a:pt x="1204387" y="995912"/>
                    <a:pt x="1204508" y="996703"/>
                  </a:cubicBezTo>
                  <a:cubicBezTo>
                    <a:pt x="1199746" y="962654"/>
                    <a:pt x="1196446" y="935411"/>
                    <a:pt x="1194161" y="911691"/>
                  </a:cubicBezTo>
                  <a:cubicBezTo>
                    <a:pt x="1194212" y="911330"/>
                    <a:pt x="1194659" y="909337"/>
                    <a:pt x="1198199" y="903424"/>
                  </a:cubicBezTo>
                  <a:cubicBezTo>
                    <a:pt x="1203201" y="894899"/>
                    <a:pt x="1208684" y="886545"/>
                    <a:pt x="1214511" y="877711"/>
                  </a:cubicBezTo>
                  <a:cubicBezTo>
                    <a:pt x="1226199" y="859938"/>
                    <a:pt x="1238265" y="841547"/>
                    <a:pt x="1245999" y="820956"/>
                  </a:cubicBezTo>
                  <a:cubicBezTo>
                    <a:pt x="1269341" y="758804"/>
                    <a:pt x="1274583" y="688317"/>
                    <a:pt x="1261984" y="605539"/>
                  </a:cubicBezTo>
                  <a:cubicBezTo>
                    <a:pt x="1234328" y="422333"/>
                    <a:pt x="1153563" y="257363"/>
                    <a:pt x="1015130" y="101175"/>
                  </a:cubicBezTo>
                  <a:cubicBezTo>
                    <a:pt x="1000881" y="85139"/>
                    <a:pt x="985137" y="70959"/>
                    <a:pt x="968482" y="55971"/>
                  </a:cubicBezTo>
                  <a:lnTo>
                    <a:pt x="963876" y="51794"/>
                  </a:lnTo>
                  <a:cubicBezTo>
                    <a:pt x="957362" y="45899"/>
                    <a:pt x="950675" y="39866"/>
                    <a:pt x="943921" y="33489"/>
                  </a:cubicBezTo>
                  <a:cubicBezTo>
                    <a:pt x="939624" y="29399"/>
                    <a:pt x="933470" y="27869"/>
                    <a:pt x="927506" y="29622"/>
                  </a:cubicBezTo>
                  <a:cubicBezTo>
                    <a:pt x="921869" y="31410"/>
                    <a:pt x="917520" y="36085"/>
                    <a:pt x="916179" y="41894"/>
                  </a:cubicBezTo>
                  <a:lnTo>
                    <a:pt x="913154" y="55163"/>
                  </a:lnTo>
                  <a:cubicBezTo>
                    <a:pt x="911091" y="63963"/>
                    <a:pt x="909493" y="70907"/>
                    <a:pt x="908307" y="77886"/>
                  </a:cubicBezTo>
                  <a:cubicBezTo>
                    <a:pt x="889675" y="189092"/>
                    <a:pt x="891033" y="308205"/>
                    <a:pt x="912484" y="442064"/>
                  </a:cubicBezTo>
                  <a:cubicBezTo>
                    <a:pt x="933762" y="574824"/>
                    <a:pt x="976165" y="689331"/>
                    <a:pt x="1041222" y="788797"/>
                  </a:cubicBezTo>
                  <a:cubicBezTo>
                    <a:pt x="943663" y="673844"/>
                    <a:pt x="848768" y="577317"/>
                    <a:pt x="749593" y="491772"/>
                  </a:cubicBezTo>
                  <a:cubicBezTo>
                    <a:pt x="749146" y="491188"/>
                    <a:pt x="748493" y="489417"/>
                    <a:pt x="748442" y="488970"/>
                  </a:cubicBezTo>
                  <a:cubicBezTo>
                    <a:pt x="756194" y="422195"/>
                    <a:pt x="739727" y="359287"/>
                    <a:pt x="698064" y="296654"/>
                  </a:cubicBezTo>
                  <a:cubicBezTo>
                    <a:pt x="643354" y="214341"/>
                    <a:pt x="567332" y="151605"/>
                    <a:pt x="472111" y="110216"/>
                  </a:cubicBezTo>
                  <a:cubicBezTo>
                    <a:pt x="415133" y="85500"/>
                    <a:pt x="356092" y="63620"/>
                    <a:pt x="298289" y="42186"/>
                  </a:cubicBezTo>
                  <a:cubicBezTo>
                    <a:pt x="270599" y="31908"/>
                    <a:pt x="242909" y="21664"/>
                    <a:pt x="214394" y="10681"/>
                  </a:cubicBezTo>
                  <a:cubicBezTo>
                    <a:pt x="185742" y="-715"/>
                    <a:pt x="173487" y="-2743"/>
                    <a:pt x="166835" y="3410"/>
                  </a:cubicBezTo>
                  <a:cubicBezTo>
                    <a:pt x="158276" y="11386"/>
                    <a:pt x="160338" y="18192"/>
                    <a:pt x="164068" y="30567"/>
                  </a:cubicBezTo>
                  <a:lnTo>
                    <a:pt x="165271" y="34606"/>
                  </a:lnTo>
                  <a:cubicBezTo>
                    <a:pt x="200215" y="152310"/>
                    <a:pt x="246588" y="245400"/>
                    <a:pt x="307072" y="319188"/>
                  </a:cubicBezTo>
                  <a:cubicBezTo>
                    <a:pt x="418106" y="454784"/>
                    <a:pt x="547961" y="523673"/>
                    <a:pt x="703856" y="529758"/>
                  </a:cubicBezTo>
                  <a:cubicBezTo>
                    <a:pt x="709322" y="530084"/>
                    <a:pt x="713653" y="531597"/>
                    <a:pt x="715424" y="532972"/>
                  </a:cubicBezTo>
                  <a:cubicBezTo>
                    <a:pt x="737373" y="549403"/>
                    <a:pt x="753529" y="562552"/>
                    <a:pt x="767813" y="575581"/>
                  </a:cubicBezTo>
                  <a:cubicBezTo>
                    <a:pt x="812983" y="616866"/>
                    <a:pt x="857465" y="660850"/>
                    <a:pt x="900985" y="707172"/>
                  </a:cubicBezTo>
                  <a:cubicBezTo>
                    <a:pt x="836255" y="666952"/>
                    <a:pt x="757139" y="648801"/>
                    <a:pt x="668036" y="653305"/>
                  </a:cubicBezTo>
                  <a:cubicBezTo>
                    <a:pt x="619274" y="655763"/>
                    <a:pt x="570873" y="662913"/>
                    <a:pt x="524070" y="669822"/>
                  </a:cubicBezTo>
                  <a:lnTo>
                    <a:pt x="522282" y="670097"/>
                  </a:lnTo>
                  <a:cubicBezTo>
                    <a:pt x="508446" y="672125"/>
                    <a:pt x="494679" y="674137"/>
                    <a:pt x="480945" y="676079"/>
                  </a:cubicBezTo>
                  <a:cubicBezTo>
                    <a:pt x="450866" y="680152"/>
                    <a:pt x="420547" y="685480"/>
                    <a:pt x="393768" y="690156"/>
                  </a:cubicBezTo>
                  <a:cubicBezTo>
                    <a:pt x="382922" y="692098"/>
                    <a:pt x="357020" y="697993"/>
                    <a:pt x="351056" y="710558"/>
                  </a:cubicBezTo>
                  <a:cubicBezTo>
                    <a:pt x="348993" y="714855"/>
                    <a:pt x="349165" y="719564"/>
                    <a:pt x="351503" y="723844"/>
                  </a:cubicBezTo>
                  <a:cubicBezTo>
                    <a:pt x="353566" y="727574"/>
                    <a:pt x="355834" y="731080"/>
                    <a:pt x="358309" y="734277"/>
                  </a:cubicBezTo>
                  <a:cubicBezTo>
                    <a:pt x="435603" y="834569"/>
                    <a:pt x="523778" y="900622"/>
                    <a:pt x="627868" y="936184"/>
                  </a:cubicBezTo>
                  <a:cubicBezTo>
                    <a:pt x="754784" y="979773"/>
                    <a:pt x="871353" y="976181"/>
                    <a:pt x="976097" y="924909"/>
                  </a:cubicBezTo>
                  <a:cubicBezTo>
                    <a:pt x="992116" y="916091"/>
                    <a:pt x="1011435" y="911623"/>
                    <a:pt x="1033504" y="911623"/>
                  </a:cubicBezTo>
                  <a:cubicBezTo>
                    <a:pt x="1050159" y="911623"/>
                    <a:pt x="1062655" y="914252"/>
                    <a:pt x="1066798" y="915198"/>
                  </a:cubicBezTo>
                  <a:cubicBezTo>
                    <a:pt x="1073002" y="916229"/>
                    <a:pt x="1081424" y="919701"/>
                    <a:pt x="1083143" y="921935"/>
                  </a:cubicBezTo>
                  <a:cubicBezTo>
                    <a:pt x="1148286" y="1007583"/>
                    <a:pt x="1210111" y="1099058"/>
                    <a:pt x="1267845" y="1195155"/>
                  </a:cubicBezTo>
                  <a:cubicBezTo>
                    <a:pt x="1219065" y="1147717"/>
                    <a:pt x="1155453" y="1115730"/>
                    <a:pt x="1068791" y="1094898"/>
                  </a:cubicBezTo>
                  <a:cubicBezTo>
                    <a:pt x="992838" y="1076799"/>
                    <a:pt x="915182" y="1072915"/>
                    <a:pt x="840105" y="1069133"/>
                  </a:cubicBezTo>
                  <a:lnTo>
                    <a:pt x="814959" y="1067861"/>
                  </a:lnTo>
                  <a:cubicBezTo>
                    <a:pt x="791412" y="1066658"/>
                    <a:pt x="767864" y="1065163"/>
                    <a:pt x="743612" y="1063633"/>
                  </a:cubicBezTo>
                  <a:lnTo>
                    <a:pt x="702945" y="1061124"/>
                  </a:lnTo>
                  <a:cubicBezTo>
                    <a:pt x="697686" y="1061124"/>
                    <a:pt x="692684" y="1063667"/>
                    <a:pt x="689625" y="1067896"/>
                  </a:cubicBezTo>
                  <a:cubicBezTo>
                    <a:pt x="686238" y="1072450"/>
                    <a:pt x="685431" y="1078363"/>
                    <a:pt x="687424" y="1083674"/>
                  </a:cubicBezTo>
                  <a:cubicBezTo>
                    <a:pt x="689057" y="1088109"/>
                    <a:pt x="692031" y="1095929"/>
                    <a:pt x="693561" y="1098542"/>
                  </a:cubicBezTo>
                  <a:cubicBezTo>
                    <a:pt x="772746" y="1230992"/>
                    <a:pt x="865733" y="1322604"/>
                    <a:pt x="977798" y="1378637"/>
                  </a:cubicBezTo>
                  <a:cubicBezTo>
                    <a:pt x="1087354" y="1433363"/>
                    <a:pt x="1186340" y="1447836"/>
                    <a:pt x="1286184" y="1423962"/>
                  </a:cubicBezTo>
                  <a:cubicBezTo>
                    <a:pt x="1297735" y="1421177"/>
                    <a:pt x="1311125" y="1419699"/>
                    <a:pt x="1324961" y="1419699"/>
                  </a:cubicBezTo>
                  <a:cubicBezTo>
                    <a:pt x="1367432" y="1419699"/>
                    <a:pt x="1397047" y="1432659"/>
                    <a:pt x="1403269" y="1444656"/>
                  </a:cubicBezTo>
                  <a:cubicBezTo>
                    <a:pt x="1458202" y="1557976"/>
                    <a:pt x="1507222" y="1675731"/>
                    <a:pt x="1549504" y="1795841"/>
                  </a:cubicBezTo>
                  <a:cubicBezTo>
                    <a:pt x="1505160" y="1734703"/>
                    <a:pt x="1443145" y="1685047"/>
                    <a:pt x="1364631" y="1647904"/>
                  </a:cubicBezTo>
                  <a:cubicBezTo>
                    <a:pt x="1286631" y="1611087"/>
                    <a:pt x="1205419" y="1577433"/>
                    <a:pt x="1125511" y="1544312"/>
                  </a:cubicBezTo>
                  <a:cubicBezTo>
                    <a:pt x="1091170" y="1530115"/>
                    <a:pt x="1056691" y="1515866"/>
                    <a:pt x="1022366" y="1501290"/>
                  </a:cubicBezTo>
                  <a:cubicBezTo>
                    <a:pt x="1017262" y="1499056"/>
                    <a:pt x="1011229" y="1499520"/>
                    <a:pt x="1006468" y="1502665"/>
                  </a:cubicBezTo>
                  <a:cubicBezTo>
                    <a:pt x="1001792" y="1505776"/>
                    <a:pt x="999008" y="1510967"/>
                    <a:pt x="999008" y="1516553"/>
                  </a:cubicBezTo>
                  <a:cubicBezTo>
                    <a:pt x="999008" y="1527279"/>
                    <a:pt x="1112964" y="1843554"/>
                    <a:pt x="1278468" y="1968184"/>
                  </a:cubicBezTo>
                  <a:cubicBezTo>
                    <a:pt x="1345982" y="2019026"/>
                    <a:pt x="1429137" y="2071329"/>
                    <a:pt x="1534001" y="2073787"/>
                  </a:cubicBezTo>
                  <a:cubicBezTo>
                    <a:pt x="1565386" y="2074423"/>
                    <a:pt x="1597837" y="2078858"/>
                    <a:pt x="1622347" y="2106720"/>
                  </a:cubicBezTo>
                  <a:cubicBezTo>
                    <a:pt x="1626094" y="2111154"/>
                    <a:pt x="1631061" y="2114609"/>
                    <a:pt x="1636475" y="2116448"/>
                  </a:cubicBezTo>
                  <a:cubicBezTo>
                    <a:pt x="1644846" y="2119198"/>
                    <a:pt x="1647149" y="2124320"/>
                    <a:pt x="1651274" y="2141783"/>
                  </a:cubicBezTo>
                  <a:cubicBezTo>
                    <a:pt x="1685238" y="2284374"/>
                    <a:pt x="1709971" y="2431349"/>
                    <a:pt x="1725200" y="2580592"/>
                  </a:cubicBezTo>
                  <a:cubicBezTo>
                    <a:pt x="1720594" y="2565449"/>
                    <a:pt x="1715248" y="2550152"/>
                    <a:pt x="1709112" y="2534665"/>
                  </a:cubicBezTo>
                  <a:cubicBezTo>
                    <a:pt x="1672072" y="2440733"/>
                    <a:pt x="1609731" y="2358540"/>
                    <a:pt x="1512928" y="2275986"/>
                  </a:cubicBezTo>
                  <a:cubicBezTo>
                    <a:pt x="1463032" y="2233257"/>
                    <a:pt x="1410780" y="2191886"/>
                    <a:pt x="1360248" y="2151855"/>
                  </a:cubicBezTo>
                  <a:lnTo>
                    <a:pt x="1357841" y="2149964"/>
                  </a:lnTo>
                  <a:cubicBezTo>
                    <a:pt x="1334827" y="2131728"/>
                    <a:pt x="1311864" y="2113560"/>
                    <a:pt x="1288969" y="2095169"/>
                  </a:cubicBezTo>
                  <a:cubicBezTo>
                    <a:pt x="1284243" y="2091370"/>
                    <a:pt x="1279636" y="2087452"/>
                    <a:pt x="1274291" y="2082880"/>
                  </a:cubicBezTo>
                  <a:lnTo>
                    <a:pt x="1260008" y="2070642"/>
                  </a:lnTo>
                  <a:cubicBezTo>
                    <a:pt x="1255006" y="2066414"/>
                    <a:pt x="1247563" y="2065537"/>
                    <a:pt x="1241720" y="2068459"/>
                  </a:cubicBezTo>
                  <a:cubicBezTo>
                    <a:pt x="1235721" y="2071501"/>
                    <a:pt x="1232129" y="2077792"/>
                    <a:pt x="1232593" y="2084512"/>
                  </a:cubicBezTo>
                  <a:cubicBezTo>
                    <a:pt x="1233297" y="2094602"/>
                    <a:pt x="1233865" y="2104141"/>
                    <a:pt x="1234397" y="2113302"/>
                  </a:cubicBezTo>
                  <a:lnTo>
                    <a:pt x="1234673" y="2117582"/>
                  </a:lnTo>
                  <a:cubicBezTo>
                    <a:pt x="1235807" y="2136438"/>
                    <a:pt x="1236872" y="2154227"/>
                    <a:pt x="1238780" y="2171793"/>
                  </a:cubicBezTo>
                  <a:cubicBezTo>
                    <a:pt x="1256690" y="2342831"/>
                    <a:pt x="1307549" y="2485628"/>
                    <a:pt x="1394263" y="2608333"/>
                  </a:cubicBezTo>
                  <a:cubicBezTo>
                    <a:pt x="1447941" y="2684184"/>
                    <a:pt x="1524943" y="2776896"/>
                    <a:pt x="1645018" y="2820742"/>
                  </a:cubicBezTo>
                  <a:cubicBezTo>
                    <a:pt x="1674238" y="2831467"/>
                    <a:pt x="1695430" y="2847710"/>
                    <a:pt x="1718136" y="2876861"/>
                  </a:cubicBezTo>
                  <a:cubicBezTo>
                    <a:pt x="1739552" y="2904155"/>
                    <a:pt x="1743539" y="2929095"/>
                    <a:pt x="1743058" y="2960480"/>
                  </a:cubicBezTo>
                  <a:cubicBezTo>
                    <a:pt x="1741013" y="3091951"/>
                    <a:pt x="1731645" y="3222373"/>
                    <a:pt x="1715128" y="3350097"/>
                  </a:cubicBezTo>
                  <a:cubicBezTo>
                    <a:pt x="1711260" y="3314553"/>
                    <a:pt x="1703079" y="3277959"/>
                    <a:pt x="1690515" y="3239940"/>
                  </a:cubicBezTo>
                  <a:cubicBezTo>
                    <a:pt x="1664509" y="3161219"/>
                    <a:pt x="1623980" y="3084681"/>
                    <a:pt x="1566589" y="3005960"/>
                  </a:cubicBezTo>
                  <a:cubicBezTo>
                    <a:pt x="1517053" y="2937792"/>
                    <a:pt x="1465507" y="2869384"/>
                    <a:pt x="1415662" y="2803193"/>
                  </a:cubicBezTo>
                  <a:lnTo>
                    <a:pt x="1412345" y="2798776"/>
                  </a:lnTo>
                  <a:cubicBezTo>
                    <a:pt x="1392578" y="2772564"/>
                    <a:pt x="1372829" y="2746318"/>
                    <a:pt x="1353596" y="2720639"/>
                  </a:cubicBezTo>
                  <a:cubicBezTo>
                    <a:pt x="1349986" y="2715363"/>
                    <a:pt x="1344779" y="2713472"/>
                    <a:pt x="1341771" y="2712424"/>
                  </a:cubicBezTo>
                  <a:cubicBezTo>
                    <a:pt x="1337508" y="2710344"/>
                    <a:pt x="1332420" y="2710137"/>
                    <a:pt x="1327900" y="2712063"/>
                  </a:cubicBezTo>
                  <a:cubicBezTo>
                    <a:pt x="1323465" y="2713953"/>
                    <a:pt x="1320062" y="2717683"/>
                    <a:pt x="1318567" y="2722255"/>
                  </a:cubicBezTo>
                  <a:lnTo>
                    <a:pt x="1317982" y="2724043"/>
                  </a:lnTo>
                  <a:cubicBezTo>
                    <a:pt x="1317157" y="2726449"/>
                    <a:pt x="1316504" y="2728580"/>
                    <a:pt x="1316161" y="2730712"/>
                  </a:cubicBezTo>
                  <a:cubicBezTo>
                    <a:pt x="1281785" y="2935695"/>
                    <a:pt x="1302874" y="3119349"/>
                    <a:pt x="1380616" y="3292225"/>
                  </a:cubicBezTo>
                  <a:cubicBezTo>
                    <a:pt x="1418583" y="3376756"/>
                    <a:pt x="1469512" y="3472458"/>
                    <a:pt x="1559302" y="3541313"/>
                  </a:cubicBezTo>
                  <a:cubicBezTo>
                    <a:pt x="1600295" y="3572750"/>
                    <a:pt x="1632660" y="3616855"/>
                    <a:pt x="1650432" y="3665479"/>
                  </a:cubicBezTo>
                  <a:cubicBezTo>
                    <a:pt x="1654196" y="3675947"/>
                    <a:pt x="1654059" y="3680484"/>
                    <a:pt x="1653629" y="3682238"/>
                  </a:cubicBezTo>
                  <a:cubicBezTo>
                    <a:pt x="1615627" y="3839645"/>
                    <a:pt x="1565988" y="3991466"/>
                    <a:pt x="1505641" y="4135158"/>
                  </a:cubicBezTo>
                  <a:cubicBezTo>
                    <a:pt x="1521178" y="4059428"/>
                    <a:pt x="1520113" y="3979881"/>
                    <a:pt x="1502375" y="3897465"/>
                  </a:cubicBezTo>
                  <a:cubicBezTo>
                    <a:pt x="1477195" y="3780656"/>
                    <a:pt x="1433915" y="3667456"/>
                    <a:pt x="1395311" y="3570516"/>
                  </a:cubicBezTo>
                  <a:lnTo>
                    <a:pt x="1383744" y="3541485"/>
                  </a:lnTo>
                  <a:cubicBezTo>
                    <a:pt x="1365645" y="3496058"/>
                    <a:pt x="1347426" y="3450269"/>
                    <a:pt x="1328605" y="3402813"/>
                  </a:cubicBezTo>
                  <a:cubicBezTo>
                    <a:pt x="1326215" y="3396745"/>
                    <a:pt x="1320458" y="3392603"/>
                    <a:pt x="1312774" y="3392225"/>
                  </a:cubicBezTo>
                  <a:cubicBezTo>
                    <a:pt x="1306724" y="3392225"/>
                    <a:pt x="1301155" y="3395680"/>
                    <a:pt x="1298268" y="3401283"/>
                  </a:cubicBezTo>
                  <a:lnTo>
                    <a:pt x="1292200" y="3412696"/>
                  </a:lnTo>
                  <a:cubicBezTo>
                    <a:pt x="1289536" y="3417697"/>
                    <a:pt x="1287044" y="3422355"/>
                    <a:pt x="1284913" y="3427168"/>
                  </a:cubicBezTo>
                  <a:cubicBezTo>
                    <a:pt x="1207258" y="3602382"/>
                    <a:pt x="1181029" y="3781997"/>
                    <a:pt x="1207000" y="3961026"/>
                  </a:cubicBezTo>
                  <a:cubicBezTo>
                    <a:pt x="1225563" y="4089042"/>
                    <a:pt x="1257017" y="4180706"/>
                    <a:pt x="1308993" y="4258258"/>
                  </a:cubicBezTo>
                  <a:cubicBezTo>
                    <a:pt x="1335892" y="4298341"/>
                    <a:pt x="1361451" y="4342995"/>
                    <a:pt x="1366092" y="4397910"/>
                  </a:cubicBezTo>
                  <a:cubicBezTo>
                    <a:pt x="1367192" y="4410904"/>
                    <a:pt x="1366676" y="4419860"/>
                    <a:pt x="1360884" y="4430052"/>
                  </a:cubicBezTo>
                  <a:cubicBezTo>
                    <a:pt x="1295329" y="4544851"/>
                    <a:pt x="1221833" y="4653186"/>
                    <a:pt x="1141341" y="4753839"/>
                  </a:cubicBezTo>
                  <a:cubicBezTo>
                    <a:pt x="1141651" y="4753289"/>
                    <a:pt x="1141943" y="4752739"/>
                    <a:pt x="1142253" y="4752189"/>
                  </a:cubicBezTo>
                  <a:cubicBezTo>
                    <a:pt x="1200159" y="4646362"/>
                    <a:pt x="1201912" y="4531942"/>
                    <a:pt x="1196000" y="4433953"/>
                  </a:cubicBezTo>
                  <a:cubicBezTo>
                    <a:pt x="1190895" y="4349956"/>
                    <a:pt x="1181270" y="4266078"/>
                    <a:pt x="1172005" y="4184986"/>
                  </a:cubicBezTo>
                  <a:lnTo>
                    <a:pt x="1171472" y="4180293"/>
                  </a:lnTo>
                  <a:cubicBezTo>
                    <a:pt x="1167742" y="4147808"/>
                    <a:pt x="1164030" y="4115340"/>
                    <a:pt x="1160644" y="4082803"/>
                  </a:cubicBezTo>
                  <a:cubicBezTo>
                    <a:pt x="1158684" y="4064360"/>
                    <a:pt x="1156502" y="4045918"/>
                    <a:pt x="1154250" y="4027200"/>
                  </a:cubicBezTo>
                  <a:lnTo>
                    <a:pt x="1151276" y="4001865"/>
                  </a:lnTo>
                  <a:cubicBezTo>
                    <a:pt x="1150623" y="3996262"/>
                    <a:pt x="1147203" y="3991415"/>
                    <a:pt x="1142287" y="3988974"/>
                  </a:cubicBezTo>
                  <a:cubicBezTo>
                    <a:pt x="1133143" y="3984196"/>
                    <a:pt x="1118344" y="3991570"/>
                    <a:pt x="1102360" y="4010476"/>
                  </a:cubicBezTo>
                  <a:cubicBezTo>
                    <a:pt x="992511" y="4140400"/>
                    <a:pt x="924343" y="4287220"/>
                    <a:pt x="899731" y="4446879"/>
                  </a:cubicBezTo>
                  <a:cubicBezTo>
                    <a:pt x="874206" y="4612416"/>
                    <a:pt x="888042" y="4754079"/>
                    <a:pt x="942081" y="4879964"/>
                  </a:cubicBezTo>
                  <a:cubicBezTo>
                    <a:pt x="943526" y="4883316"/>
                    <a:pt x="943491" y="4890157"/>
                    <a:pt x="943474" y="4892443"/>
                  </a:cubicBezTo>
                  <a:lnTo>
                    <a:pt x="940569" y="4964873"/>
                  </a:lnTo>
                  <a:cubicBezTo>
                    <a:pt x="940139" y="4970081"/>
                    <a:pt x="937389" y="4975959"/>
                    <a:pt x="935120" y="4978142"/>
                  </a:cubicBezTo>
                  <a:cubicBezTo>
                    <a:pt x="825427" y="5083779"/>
                    <a:pt x="704664" y="5175615"/>
                    <a:pt x="575067" y="5252049"/>
                  </a:cubicBezTo>
                  <a:cubicBezTo>
                    <a:pt x="636411" y="5196601"/>
                    <a:pt x="680515" y="5124257"/>
                    <a:pt x="709099" y="5032576"/>
                  </a:cubicBezTo>
                  <a:cubicBezTo>
                    <a:pt x="740776" y="4930961"/>
                    <a:pt x="757036" y="4825203"/>
                    <a:pt x="772797" y="4722660"/>
                  </a:cubicBezTo>
                  <a:lnTo>
                    <a:pt x="774172" y="4713533"/>
                  </a:lnTo>
                  <a:cubicBezTo>
                    <a:pt x="779758" y="4677507"/>
                    <a:pt x="785585" y="4641550"/>
                    <a:pt x="791532" y="4604802"/>
                  </a:cubicBezTo>
                  <a:lnTo>
                    <a:pt x="798252" y="4563259"/>
                  </a:lnTo>
                  <a:cubicBezTo>
                    <a:pt x="799215" y="4557209"/>
                    <a:pt x="796826" y="4551158"/>
                    <a:pt x="792134" y="4547531"/>
                  </a:cubicBezTo>
                  <a:cubicBezTo>
                    <a:pt x="787476" y="4543819"/>
                    <a:pt x="780738" y="4542925"/>
                    <a:pt x="775375" y="4545228"/>
                  </a:cubicBezTo>
                  <a:lnTo>
                    <a:pt x="769514" y="4547652"/>
                  </a:lnTo>
                  <a:cubicBezTo>
                    <a:pt x="763258" y="4550213"/>
                    <a:pt x="757809" y="4552499"/>
                    <a:pt x="752670" y="4555129"/>
                  </a:cubicBezTo>
                  <a:cubicBezTo>
                    <a:pt x="507673" y="4677490"/>
                    <a:pt x="346398" y="4962879"/>
                    <a:pt x="369189" y="5233693"/>
                  </a:cubicBezTo>
                  <a:cubicBezTo>
                    <a:pt x="372765" y="5276112"/>
                    <a:pt x="368880" y="5315954"/>
                    <a:pt x="357295" y="5355418"/>
                  </a:cubicBezTo>
                  <a:cubicBezTo>
                    <a:pt x="356212" y="5359010"/>
                    <a:pt x="352740" y="5362912"/>
                    <a:pt x="351331" y="5363565"/>
                  </a:cubicBezTo>
                  <a:cubicBezTo>
                    <a:pt x="234969" y="5412636"/>
                    <a:pt x="124329" y="5448439"/>
                    <a:pt x="13003" y="5473018"/>
                  </a:cubicBezTo>
                  <a:cubicBezTo>
                    <a:pt x="7279" y="5474341"/>
                    <a:pt x="2742" y="5478432"/>
                    <a:pt x="885" y="5483950"/>
                  </a:cubicBezTo>
                  <a:cubicBezTo>
                    <a:pt x="-988" y="5489501"/>
                    <a:pt x="146" y="5495534"/>
                    <a:pt x="3962" y="5500072"/>
                  </a:cubicBezTo>
                  <a:cubicBezTo>
                    <a:pt x="16062" y="5514407"/>
                    <a:pt x="26599" y="5529824"/>
                    <a:pt x="35261" y="5545964"/>
                  </a:cubicBezTo>
                  <a:cubicBezTo>
                    <a:pt x="38819" y="5552564"/>
                    <a:pt x="47293" y="5555950"/>
                    <a:pt x="53635" y="5554300"/>
                  </a:cubicBezTo>
                  <a:cubicBezTo>
                    <a:pt x="144336" y="5533605"/>
                    <a:pt x="232665" y="5506809"/>
                    <a:pt x="316250" y="5474599"/>
                  </a:cubicBezTo>
                  <a:cubicBezTo>
                    <a:pt x="323005" y="5471884"/>
                    <a:pt x="328162" y="5470594"/>
                    <a:pt x="332991" y="5471385"/>
                  </a:cubicBezTo>
                  <a:cubicBezTo>
                    <a:pt x="351589" y="5473860"/>
                    <a:pt x="371235" y="5477676"/>
                    <a:pt x="393046" y="5483090"/>
                  </a:cubicBezTo>
                  <a:cubicBezTo>
                    <a:pt x="397549" y="5484190"/>
                    <a:pt x="401279" y="5486270"/>
                    <a:pt x="401348" y="5486081"/>
                  </a:cubicBezTo>
                  <a:cubicBezTo>
                    <a:pt x="448993" y="5581062"/>
                    <a:pt x="530876" y="5641563"/>
                    <a:pt x="651760" y="5671006"/>
                  </a:cubicBezTo>
                  <a:cubicBezTo>
                    <a:pt x="678057" y="5677314"/>
                    <a:pt x="705180" y="5681972"/>
                    <a:pt x="732371" y="5684825"/>
                  </a:cubicBezTo>
                  <a:cubicBezTo>
                    <a:pt x="760834" y="5687833"/>
                    <a:pt x="792581" y="5689363"/>
                    <a:pt x="826698" y="5689363"/>
                  </a:cubicBezTo>
                  <a:cubicBezTo>
                    <a:pt x="873965" y="5689363"/>
                    <a:pt x="907671" y="5686441"/>
                    <a:pt x="908084" y="5686407"/>
                  </a:cubicBezTo>
                  <a:cubicBezTo>
                    <a:pt x="1012862" y="5674684"/>
                    <a:pt x="1102342" y="5651103"/>
                    <a:pt x="1181596" y="5614303"/>
                  </a:cubicBezTo>
                  <a:cubicBezTo>
                    <a:pt x="1214115" y="5599229"/>
                    <a:pt x="1251173" y="5578930"/>
                    <a:pt x="1279654" y="5542681"/>
                  </a:cubicBezTo>
                  <a:cubicBezTo>
                    <a:pt x="1285102" y="5535737"/>
                    <a:pt x="1284191" y="5525716"/>
                    <a:pt x="1277574" y="5519890"/>
                  </a:cubicBezTo>
                  <a:cubicBezTo>
                    <a:pt x="1197065" y="5448851"/>
                    <a:pt x="1115096" y="5397236"/>
                    <a:pt x="1026939" y="5362104"/>
                  </a:cubicBezTo>
                  <a:cubicBezTo>
                    <a:pt x="896327" y="5310196"/>
                    <a:pt x="777352" y="5296137"/>
                    <a:pt x="660732" y="5318567"/>
                  </a:cubicBezTo>
                  <a:cubicBezTo>
                    <a:pt x="643303" y="5321953"/>
                    <a:pt x="626287" y="5326216"/>
                    <a:pt x="609752" y="5331114"/>
                  </a:cubicBezTo>
                  <a:cubicBezTo>
                    <a:pt x="718844" y="5265903"/>
                    <a:pt x="823295" y="5189261"/>
                    <a:pt x="921937" y="5101947"/>
                  </a:cubicBezTo>
                  <a:cubicBezTo>
                    <a:pt x="923828" y="5100228"/>
                    <a:pt x="926939" y="5098716"/>
                    <a:pt x="929363" y="5098286"/>
                  </a:cubicBezTo>
                  <a:cubicBezTo>
                    <a:pt x="945502" y="5095605"/>
                    <a:pt x="966936" y="5092304"/>
                    <a:pt x="988867" y="5090723"/>
                  </a:cubicBezTo>
                  <a:cubicBezTo>
                    <a:pt x="990895" y="5090723"/>
                    <a:pt x="993473" y="5091703"/>
                    <a:pt x="993766" y="5091806"/>
                  </a:cubicBezTo>
                  <a:cubicBezTo>
                    <a:pt x="1053202" y="5158323"/>
                    <a:pt x="1129774" y="5190654"/>
                    <a:pt x="1227866" y="5190654"/>
                  </a:cubicBezTo>
                  <a:cubicBezTo>
                    <a:pt x="1232868" y="5190654"/>
                    <a:pt x="1237886" y="5190551"/>
                    <a:pt x="1242888" y="5190379"/>
                  </a:cubicBezTo>
                  <a:cubicBezTo>
                    <a:pt x="1349539" y="5186941"/>
                    <a:pt x="1456758" y="5157636"/>
                    <a:pt x="1561622" y="5103236"/>
                  </a:cubicBezTo>
                  <a:cubicBezTo>
                    <a:pt x="1637833" y="5063480"/>
                    <a:pt x="1717276" y="5017193"/>
                    <a:pt x="1781697" y="4948166"/>
                  </a:cubicBezTo>
                  <a:cubicBezTo>
                    <a:pt x="1795980" y="4932817"/>
                    <a:pt x="1808733" y="4915457"/>
                    <a:pt x="1819991" y="4900143"/>
                  </a:cubicBezTo>
                  <a:lnTo>
                    <a:pt x="1821091" y="4898647"/>
                  </a:lnTo>
                  <a:cubicBezTo>
                    <a:pt x="1826076" y="4891893"/>
                    <a:pt x="1831112" y="4885086"/>
                    <a:pt x="1836286" y="4878366"/>
                  </a:cubicBezTo>
                  <a:cubicBezTo>
                    <a:pt x="1839104" y="4874739"/>
                    <a:pt x="1840290" y="4870064"/>
                    <a:pt x="1839551" y="4865354"/>
                  </a:cubicBezTo>
                  <a:cubicBezTo>
                    <a:pt x="1838761" y="4860817"/>
                    <a:pt x="1836131" y="4856778"/>
                    <a:pt x="1831645" y="4853856"/>
                  </a:cubicBezTo>
                  <a:cubicBezTo>
                    <a:pt x="1830510" y="4853237"/>
                    <a:pt x="1803233" y="4838610"/>
                    <a:pt x="1778328" y="4828968"/>
                  </a:cubicBezTo>
                  <a:cubicBezTo>
                    <a:pt x="1611570" y="4764530"/>
                    <a:pt x="1443214" y="4757929"/>
                    <a:pt x="1282610" y="4809683"/>
                  </a:cubicBezTo>
                  <a:cubicBezTo>
                    <a:pt x="1230031" y="4826578"/>
                    <a:pt x="1180547" y="4851948"/>
                    <a:pt x="1132370" y="4887011"/>
                  </a:cubicBezTo>
                  <a:cubicBezTo>
                    <a:pt x="1221472" y="4783436"/>
                    <a:pt x="1303974" y="4669893"/>
                    <a:pt x="1378879" y="4547721"/>
                  </a:cubicBezTo>
                  <a:cubicBezTo>
                    <a:pt x="1379687" y="4546432"/>
                    <a:pt x="1381819" y="4542942"/>
                    <a:pt x="1382506" y="4542307"/>
                  </a:cubicBezTo>
                  <a:cubicBezTo>
                    <a:pt x="1389055" y="4538130"/>
                    <a:pt x="1395758" y="4534177"/>
                    <a:pt x="1402444" y="4530275"/>
                  </a:cubicBezTo>
                  <a:cubicBezTo>
                    <a:pt x="1414424" y="4523245"/>
                    <a:pt x="1426834" y="4515974"/>
                    <a:pt x="1438487" y="4507312"/>
                  </a:cubicBezTo>
                  <a:cubicBezTo>
                    <a:pt x="1448319" y="4499972"/>
                    <a:pt x="1451086" y="4499784"/>
                    <a:pt x="1461020" y="4506178"/>
                  </a:cubicBezTo>
                  <a:cubicBezTo>
                    <a:pt x="1475081" y="4515304"/>
                    <a:pt x="1491426" y="4520048"/>
                    <a:pt x="1505675" y="4523778"/>
                  </a:cubicBezTo>
                  <a:cubicBezTo>
                    <a:pt x="1589037" y="4545125"/>
                    <a:pt x="1673069" y="4534486"/>
                    <a:pt x="1766021" y="4490845"/>
                  </a:cubicBezTo>
                  <a:cubicBezTo>
                    <a:pt x="1850930" y="4451039"/>
                    <a:pt x="1916210" y="4388113"/>
                    <a:pt x="1974133" y="4326065"/>
                  </a:cubicBezTo>
                  <a:cubicBezTo>
                    <a:pt x="2058388" y="4235553"/>
                    <a:pt x="2113442" y="4153893"/>
                    <a:pt x="2147405" y="4069053"/>
                  </a:cubicBezTo>
                  <a:cubicBezTo>
                    <a:pt x="2154538" y="4051246"/>
                    <a:pt x="2159626" y="4032838"/>
                    <a:pt x="2164920" y="4013587"/>
                  </a:cubicBezTo>
                  <a:cubicBezTo>
                    <a:pt x="2167103" y="4005509"/>
                    <a:pt x="2169337" y="3997430"/>
                    <a:pt x="2171709" y="3989490"/>
                  </a:cubicBezTo>
                  <a:cubicBezTo>
                    <a:pt x="2174304" y="3980965"/>
                    <a:pt x="2169767" y="3971941"/>
                    <a:pt x="2161345" y="3968967"/>
                  </a:cubicBezTo>
                  <a:lnTo>
                    <a:pt x="2154366" y="3968435"/>
                  </a:lnTo>
                  <a:cubicBezTo>
                    <a:pt x="2120008" y="3968435"/>
                    <a:pt x="1813512" y="3973471"/>
                    <a:pt x="1634241" y="4147413"/>
                  </a:cubicBezTo>
                  <a:cubicBezTo>
                    <a:pt x="1595242" y="4185261"/>
                    <a:pt x="1560281" y="4225480"/>
                    <a:pt x="1528363" y="4269516"/>
                  </a:cubicBezTo>
                  <a:cubicBezTo>
                    <a:pt x="1599281" y="4119328"/>
                    <a:pt x="1659422" y="3961044"/>
                    <a:pt x="1707891" y="3796744"/>
                  </a:cubicBezTo>
                  <a:lnTo>
                    <a:pt x="1708596" y="3794338"/>
                  </a:lnTo>
                  <a:cubicBezTo>
                    <a:pt x="1709181" y="3792327"/>
                    <a:pt x="1710057" y="3789284"/>
                    <a:pt x="1710642" y="3788459"/>
                  </a:cubicBezTo>
                  <a:lnTo>
                    <a:pt x="1757530" y="3724073"/>
                  </a:lnTo>
                  <a:cubicBezTo>
                    <a:pt x="1759284" y="3721495"/>
                    <a:pt x="1759490" y="3721495"/>
                    <a:pt x="1762240" y="3721495"/>
                  </a:cubicBezTo>
                  <a:cubicBezTo>
                    <a:pt x="1763460" y="3721495"/>
                    <a:pt x="1764801" y="3721581"/>
                    <a:pt x="1766330" y="3721667"/>
                  </a:cubicBezTo>
                  <a:lnTo>
                    <a:pt x="1776351" y="3722268"/>
                  </a:lnTo>
                  <a:cubicBezTo>
                    <a:pt x="1811243" y="3724434"/>
                    <a:pt x="1831782" y="3724125"/>
                    <a:pt x="1848678" y="3721478"/>
                  </a:cubicBezTo>
                  <a:cubicBezTo>
                    <a:pt x="1915436" y="3710941"/>
                    <a:pt x="1975697" y="3677322"/>
                    <a:pt x="2032882" y="3618677"/>
                  </a:cubicBezTo>
                  <a:cubicBezTo>
                    <a:pt x="2166621" y="3481516"/>
                    <a:pt x="2258680" y="3310393"/>
                    <a:pt x="2314300" y="3095578"/>
                  </a:cubicBezTo>
                  <a:cubicBezTo>
                    <a:pt x="2320265" y="3072563"/>
                    <a:pt x="2321932" y="3049325"/>
                    <a:pt x="2323719" y="3024677"/>
                  </a:cubicBezTo>
                  <a:cubicBezTo>
                    <a:pt x="2324510" y="3013505"/>
                    <a:pt x="2325386" y="3001989"/>
                    <a:pt x="2326658" y="2990095"/>
                  </a:cubicBezTo>
                  <a:cubicBezTo>
                    <a:pt x="2327191" y="2984389"/>
                    <a:pt x="2324957" y="2978940"/>
                    <a:pt x="2320660" y="29753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6C744FF-99E0-8923-888E-F1D5A9B0259D}"/>
                </a:ext>
              </a:extLst>
            </p:cNvPr>
            <p:cNvSpPr/>
            <p:nvPr/>
          </p:nvSpPr>
          <p:spPr>
            <a:xfrm>
              <a:off x="-4653512" y="542621"/>
              <a:ext cx="2326729" cy="5689259"/>
            </a:xfrm>
            <a:custGeom>
              <a:avLst/>
              <a:gdLst>
                <a:gd name="connsiteX0" fmla="*/ 2313708 w 2326728"/>
                <a:gd name="connsiteY0" fmla="*/ 5472982 h 5689258"/>
                <a:gd name="connsiteX1" fmla="*/ 1975465 w 2326728"/>
                <a:gd name="connsiteY1" fmla="*/ 5363546 h 5689258"/>
                <a:gd name="connsiteX2" fmla="*/ 1969536 w 2326728"/>
                <a:gd name="connsiteY2" fmla="*/ 5355485 h 5689258"/>
                <a:gd name="connsiteX3" fmla="*/ 1957624 w 2326728"/>
                <a:gd name="connsiteY3" fmla="*/ 5233674 h 5689258"/>
                <a:gd name="connsiteX4" fmla="*/ 1574195 w 2326728"/>
                <a:gd name="connsiteY4" fmla="*/ 4555127 h 5689258"/>
                <a:gd name="connsiteX5" fmla="*/ 1557299 w 2326728"/>
                <a:gd name="connsiteY5" fmla="*/ 4547633 h 5689258"/>
                <a:gd name="connsiteX6" fmla="*/ 1551490 w 2326728"/>
                <a:gd name="connsiteY6" fmla="*/ 4545227 h 5689258"/>
                <a:gd name="connsiteX7" fmla="*/ 1534800 w 2326728"/>
                <a:gd name="connsiteY7" fmla="*/ 4547427 h 5689258"/>
                <a:gd name="connsiteX8" fmla="*/ 1528578 w 2326728"/>
                <a:gd name="connsiteY8" fmla="*/ 4563257 h 5689258"/>
                <a:gd name="connsiteX9" fmla="*/ 1535282 w 2326728"/>
                <a:gd name="connsiteY9" fmla="*/ 4604784 h 5689258"/>
                <a:gd name="connsiteX10" fmla="*/ 1552641 w 2326728"/>
                <a:gd name="connsiteY10" fmla="*/ 4713480 h 5689258"/>
                <a:gd name="connsiteX11" fmla="*/ 1554051 w 2326728"/>
                <a:gd name="connsiteY11" fmla="*/ 4722900 h 5689258"/>
                <a:gd name="connsiteX12" fmla="*/ 1617715 w 2326728"/>
                <a:gd name="connsiteY12" fmla="*/ 5032575 h 5689258"/>
                <a:gd name="connsiteX13" fmla="*/ 1751747 w 2326728"/>
                <a:gd name="connsiteY13" fmla="*/ 5252031 h 5689258"/>
                <a:gd name="connsiteX14" fmla="*/ 1391711 w 2326728"/>
                <a:gd name="connsiteY14" fmla="*/ 4978158 h 5689258"/>
                <a:gd name="connsiteX15" fmla="*/ 1386279 w 2326728"/>
                <a:gd name="connsiteY15" fmla="*/ 4965215 h 5689258"/>
                <a:gd name="connsiteX16" fmla="*/ 1383340 w 2326728"/>
                <a:gd name="connsiteY16" fmla="*/ 4892734 h 5689258"/>
                <a:gd name="connsiteX17" fmla="*/ 1384749 w 2326728"/>
                <a:gd name="connsiteY17" fmla="*/ 4879929 h 5689258"/>
                <a:gd name="connsiteX18" fmla="*/ 1427083 w 2326728"/>
                <a:gd name="connsiteY18" fmla="*/ 4446878 h 5689258"/>
                <a:gd name="connsiteX19" fmla="*/ 1224454 w 2326728"/>
                <a:gd name="connsiteY19" fmla="*/ 4010475 h 5689258"/>
                <a:gd name="connsiteX20" fmla="*/ 1190732 w 2326728"/>
                <a:gd name="connsiteY20" fmla="*/ 3987563 h 5689258"/>
                <a:gd name="connsiteX21" fmla="*/ 1184664 w 2326728"/>
                <a:gd name="connsiteY21" fmla="*/ 3988887 h 5689258"/>
                <a:gd name="connsiteX22" fmla="*/ 1175520 w 2326728"/>
                <a:gd name="connsiteY22" fmla="*/ 4001881 h 5689258"/>
                <a:gd name="connsiteX23" fmla="*/ 1172581 w 2326728"/>
                <a:gd name="connsiteY23" fmla="*/ 4027165 h 5689258"/>
                <a:gd name="connsiteX24" fmla="*/ 1166170 w 2326728"/>
                <a:gd name="connsiteY24" fmla="*/ 4082819 h 5689258"/>
                <a:gd name="connsiteX25" fmla="*/ 1155341 w 2326728"/>
                <a:gd name="connsiteY25" fmla="*/ 4180292 h 5689258"/>
                <a:gd name="connsiteX26" fmla="*/ 1154809 w 2326728"/>
                <a:gd name="connsiteY26" fmla="*/ 4184984 h 5689258"/>
                <a:gd name="connsiteX27" fmla="*/ 1130814 w 2326728"/>
                <a:gd name="connsiteY27" fmla="*/ 4433953 h 5689258"/>
                <a:gd name="connsiteX28" fmla="*/ 1184561 w 2326728"/>
                <a:gd name="connsiteY28" fmla="*/ 4752188 h 5689258"/>
                <a:gd name="connsiteX29" fmla="*/ 1185455 w 2326728"/>
                <a:gd name="connsiteY29" fmla="*/ 4753820 h 5689258"/>
                <a:gd name="connsiteX30" fmla="*/ 965930 w 2326728"/>
                <a:gd name="connsiteY30" fmla="*/ 4430068 h 5689258"/>
                <a:gd name="connsiteX31" fmla="*/ 960722 w 2326728"/>
                <a:gd name="connsiteY31" fmla="*/ 4397909 h 5689258"/>
                <a:gd name="connsiteX32" fmla="*/ 1017821 w 2326728"/>
                <a:gd name="connsiteY32" fmla="*/ 4258257 h 5689258"/>
                <a:gd name="connsiteX33" fmla="*/ 1119814 w 2326728"/>
                <a:gd name="connsiteY33" fmla="*/ 3961025 h 5689258"/>
                <a:gd name="connsiteX34" fmla="*/ 1041901 w 2326728"/>
                <a:gd name="connsiteY34" fmla="*/ 3427184 h 5689258"/>
                <a:gd name="connsiteX35" fmla="*/ 1034613 w 2326728"/>
                <a:gd name="connsiteY35" fmla="*/ 3412695 h 5689258"/>
                <a:gd name="connsiteX36" fmla="*/ 1028546 w 2326728"/>
                <a:gd name="connsiteY36" fmla="*/ 3401247 h 5689258"/>
                <a:gd name="connsiteX37" fmla="*/ 1012888 w 2326728"/>
                <a:gd name="connsiteY37" fmla="*/ 3392275 h 5689258"/>
                <a:gd name="connsiteX38" fmla="*/ 998226 w 2326728"/>
                <a:gd name="connsiteY38" fmla="*/ 3402777 h 5689258"/>
                <a:gd name="connsiteX39" fmla="*/ 943070 w 2326728"/>
                <a:gd name="connsiteY39" fmla="*/ 3541484 h 5689258"/>
                <a:gd name="connsiteX40" fmla="*/ 931503 w 2326728"/>
                <a:gd name="connsiteY40" fmla="*/ 3570515 h 5689258"/>
                <a:gd name="connsiteX41" fmla="*/ 824439 w 2326728"/>
                <a:gd name="connsiteY41" fmla="*/ 3897464 h 5689258"/>
                <a:gd name="connsiteX42" fmla="*/ 821173 w 2326728"/>
                <a:gd name="connsiteY42" fmla="*/ 4135157 h 5689258"/>
                <a:gd name="connsiteX43" fmla="*/ 673185 w 2326728"/>
                <a:gd name="connsiteY43" fmla="*/ 3682237 h 5689258"/>
                <a:gd name="connsiteX44" fmla="*/ 676381 w 2326728"/>
                <a:gd name="connsiteY44" fmla="*/ 3665478 h 5689258"/>
                <a:gd name="connsiteX45" fmla="*/ 767529 w 2326728"/>
                <a:gd name="connsiteY45" fmla="*/ 3541295 h 5689258"/>
                <a:gd name="connsiteX46" fmla="*/ 946198 w 2326728"/>
                <a:gd name="connsiteY46" fmla="*/ 3292207 h 5689258"/>
                <a:gd name="connsiteX47" fmla="*/ 1010653 w 2326728"/>
                <a:gd name="connsiteY47" fmla="*/ 2730710 h 5689258"/>
                <a:gd name="connsiteX48" fmla="*/ 1008866 w 2326728"/>
                <a:gd name="connsiteY48" fmla="*/ 2724110 h 5689258"/>
                <a:gd name="connsiteX49" fmla="*/ 1008247 w 2326728"/>
                <a:gd name="connsiteY49" fmla="*/ 2722254 h 5689258"/>
                <a:gd name="connsiteX50" fmla="*/ 998845 w 2326728"/>
                <a:gd name="connsiteY50" fmla="*/ 2712010 h 5689258"/>
                <a:gd name="connsiteX51" fmla="*/ 985490 w 2326728"/>
                <a:gd name="connsiteY51" fmla="*/ 2712199 h 5689258"/>
                <a:gd name="connsiteX52" fmla="*/ 973458 w 2326728"/>
                <a:gd name="connsiteY52" fmla="*/ 2720329 h 5689258"/>
                <a:gd name="connsiteX53" fmla="*/ 914486 w 2326728"/>
                <a:gd name="connsiteY53" fmla="*/ 2798758 h 5689258"/>
                <a:gd name="connsiteX54" fmla="*/ 911169 w 2326728"/>
                <a:gd name="connsiteY54" fmla="*/ 2803175 h 5689258"/>
                <a:gd name="connsiteX55" fmla="*/ 760242 w 2326728"/>
                <a:gd name="connsiteY55" fmla="*/ 3005924 h 5689258"/>
                <a:gd name="connsiteX56" fmla="*/ 636316 w 2326728"/>
                <a:gd name="connsiteY56" fmla="*/ 3239921 h 5689258"/>
                <a:gd name="connsiteX57" fmla="*/ 611703 w 2326728"/>
                <a:gd name="connsiteY57" fmla="*/ 3350079 h 5689258"/>
                <a:gd name="connsiteX58" fmla="*/ 583773 w 2326728"/>
                <a:gd name="connsiteY58" fmla="*/ 2960462 h 5689258"/>
                <a:gd name="connsiteX59" fmla="*/ 608712 w 2326728"/>
                <a:gd name="connsiteY59" fmla="*/ 2876825 h 5689258"/>
                <a:gd name="connsiteX60" fmla="*/ 681813 w 2326728"/>
                <a:gd name="connsiteY60" fmla="*/ 2820724 h 5689258"/>
                <a:gd name="connsiteX61" fmla="*/ 932568 w 2326728"/>
                <a:gd name="connsiteY61" fmla="*/ 2608315 h 5689258"/>
                <a:gd name="connsiteX62" fmla="*/ 1088051 w 2326728"/>
                <a:gd name="connsiteY62" fmla="*/ 2171809 h 5689258"/>
                <a:gd name="connsiteX63" fmla="*/ 1092158 w 2326728"/>
                <a:gd name="connsiteY63" fmla="*/ 2117564 h 5689258"/>
                <a:gd name="connsiteX64" fmla="*/ 1092434 w 2326728"/>
                <a:gd name="connsiteY64" fmla="*/ 2113284 h 5689258"/>
                <a:gd name="connsiteX65" fmla="*/ 1094255 w 2326728"/>
                <a:gd name="connsiteY65" fmla="*/ 2084477 h 5689258"/>
                <a:gd name="connsiteX66" fmla="*/ 1085111 w 2326728"/>
                <a:gd name="connsiteY66" fmla="*/ 2068441 h 5689258"/>
                <a:gd name="connsiteX67" fmla="*/ 1066806 w 2326728"/>
                <a:gd name="connsiteY67" fmla="*/ 2070658 h 5689258"/>
                <a:gd name="connsiteX68" fmla="*/ 1052557 w 2326728"/>
                <a:gd name="connsiteY68" fmla="*/ 2082861 h 5689258"/>
                <a:gd name="connsiteX69" fmla="*/ 1037844 w 2326728"/>
                <a:gd name="connsiteY69" fmla="*/ 2095168 h 5689258"/>
                <a:gd name="connsiteX70" fmla="*/ 968990 w 2326728"/>
                <a:gd name="connsiteY70" fmla="*/ 2149963 h 5689258"/>
                <a:gd name="connsiteX71" fmla="*/ 966583 w 2326728"/>
                <a:gd name="connsiteY71" fmla="*/ 2151854 h 5689258"/>
                <a:gd name="connsiteX72" fmla="*/ 813920 w 2326728"/>
                <a:gd name="connsiteY72" fmla="*/ 2275968 h 5689258"/>
                <a:gd name="connsiteX73" fmla="*/ 617719 w 2326728"/>
                <a:gd name="connsiteY73" fmla="*/ 2534664 h 5689258"/>
                <a:gd name="connsiteX74" fmla="*/ 601631 w 2326728"/>
                <a:gd name="connsiteY74" fmla="*/ 2580625 h 5689258"/>
                <a:gd name="connsiteX75" fmla="*/ 675556 w 2326728"/>
                <a:gd name="connsiteY75" fmla="*/ 2141765 h 5689258"/>
                <a:gd name="connsiteX76" fmla="*/ 690458 w 2326728"/>
                <a:gd name="connsiteY76" fmla="*/ 2116412 h 5689258"/>
                <a:gd name="connsiteX77" fmla="*/ 704381 w 2326728"/>
                <a:gd name="connsiteY77" fmla="*/ 2106839 h 5689258"/>
                <a:gd name="connsiteX78" fmla="*/ 792864 w 2326728"/>
                <a:gd name="connsiteY78" fmla="*/ 2073769 h 5689258"/>
                <a:gd name="connsiteX79" fmla="*/ 1048364 w 2326728"/>
                <a:gd name="connsiteY79" fmla="*/ 1968166 h 5689258"/>
                <a:gd name="connsiteX80" fmla="*/ 1327823 w 2326728"/>
                <a:gd name="connsiteY80" fmla="*/ 1516535 h 5689258"/>
                <a:gd name="connsiteX81" fmla="*/ 1320312 w 2326728"/>
                <a:gd name="connsiteY81" fmla="*/ 1502596 h 5689258"/>
                <a:gd name="connsiteX82" fmla="*/ 1304619 w 2326728"/>
                <a:gd name="connsiteY82" fmla="*/ 1501203 h 5689258"/>
                <a:gd name="connsiteX83" fmla="*/ 1199961 w 2326728"/>
                <a:gd name="connsiteY83" fmla="*/ 1544844 h 5689258"/>
                <a:gd name="connsiteX84" fmla="*/ 962200 w 2326728"/>
                <a:gd name="connsiteY84" fmla="*/ 1647868 h 5689258"/>
                <a:gd name="connsiteX85" fmla="*/ 777326 w 2326728"/>
                <a:gd name="connsiteY85" fmla="*/ 1795805 h 5689258"/>
                <a:gd name="connsiteX86" fmla="*/ 923459 w 2326728"/>
                <a:gd name="connsiteY86" fmla="*/ 1444827 h 5689258"/>
                <a:gd name="connsiteX87" fmla="*/ 1001887 w 2326728"/>
                <a:gd name="connsiteY87" fmla="*/ 1419664 h 5689258"/>
                <a:gd name="connsiteX88" fmla="*/ 1040663 w 2326728"/>
                <a:gd name="connsiteY88" fmla="*/ 1423926 h 5689258"/>
                <a:gd name="connsiteX89" fmla="*/ 1349033 w 2326728"/>
                <a:gd name="connsiteY89" fmla="*/ 1378601 h 5689258"/>
                <a:gd name="connsiteX90" fmla="*/ 1633305 w 2326728"/>
                <a:gd name="connsiteY90" fmla="*/ 1098455 h 5689258"/>
                <a:gd name="connsiteX91" fmla="*/ 1639389 w 2326728"/>
                <a:gd name="connsiteY91" fmla="*/ 1083690 h 5689258"/>
                <a:gd name="connsiteX92" fmla="*/ 1637258 w 2326728"/>
                <a:gd name="connsiteY92" fmla="*/ 1067929 h 5689258"/>
                <a:gd name="connsiteX93" fmla="*/ 1622906 w 2326728"/>
                <a:gd name="connsiteY93" fmla="*/ 1061122 h 5689258"/>
                <a:gd name="connsiteX94" fmla="*/ 1622768 w 2326728"/>
                <a:gd name="connsiteY94" fmla="*/ 1061122 h 5689258"/>
                <a:gd name="connsiteX95" fmla="*/ 1583202 w 2326728"/>
                <a:gd name="connsiteY95" fmla="*/ 1063615 h 5689258"/>
                <a:gd name="connsiteX96" fmla="*/ 1511854 w 2326728"/>
                <a:gd name="connsiteY96" fmla="*/ 1067843 h 5689258"/>
                <a:gd name="connsiteX97" fmla="*/ 1486708 w 2326728"/>
                <a:gd name="connsiteY97" fmla="*/ 1069115 h 5689258"/>
                <a:gd name="connsiteX98" fmla="*/ 1258005 w 2326728"/>
                <a:gd name="connsiteY98" fmla="*/ 1094880 h 5689258"/>
                <a:gd name="connsiteX99" fmla="*/ 1058969 w 2326728"/>
                <a:gd name="connsiteY99" fmla="*/ 1195137 h 5689258"/>
                <a:gd name="connsiteX100" fmla="*/ 1243653 w 2326728"/>
                <a:gd name="connsiteY100" fmla="*/ 921951 h 5689258"/>
                <a:gd name="connsiteX101" fmla="*/ 1260704 w 2326728"/>
                <a:gd name="connsiteY101" fmla="*/ 915059 h 5689258"/>
                <a:gd name="connsiteX102" fmla="*/ 1293292 w 2326728"/>
                <a:gd name="connsiteY102" fmla="*/ 911621 h 5689258"/>
                <a:gd name="connsiteX103" fmla="*/ 1351061 w 2326728"/>
                <a:gd name="connsiteY103" fmla="*/ 925114 h 5689258"/>
                <a:gd name="connsiteX104" fmla="*/ 1698911 w 2326728"/>
                <a:gd name="connsiteY104" fmla="*/ 936200 h 5689258"/>
                <a:gd name="connsiteX105" fmla="*/ 1968436 w 2326728"/>
                <a:gd name="connsiteY105" fmla="*/ 734328 h 5689258"/>
                <a:gd name="connsiteX106" fmla="*/ 1975276 w 2326728"/>
                <a:gd name="connsiteY106" fmla="*/ 723860 h 5689258"/>
                <a:gd name="connsiteX107" fmla="*/ 1975723 w 2326728"/>
                <a:gd name="connsiteY107" fmla="*/ 710574 h 5689258"/>
                <a:gd name="connsiteX108" fmla="*/ 1932960 w 2326728"/>
                <a:gd name="connsiteY108" fmla="*/ 690172 h 5689258"/>
                <a:gd name="connsiteX109" fmla="*/ 1845868 w 2326728"/>
                <a:gd name="connsiteY109" fmla="*/ 676095 h 5689258"/>
                <a:gd name="connsiteX110" fmla="*/ 1804497 w 2326728"/>
                <a:gd name="connsiteY110" fmla="*/ 670113 h 5689258"/>
                <a:gd name="connsiteX111" fmla="*/ 1802726 w 2326728"/>
                <a:gd name="connsiteY111" fmla="*/ 669838 h 5689258"/>
                <a:gd name="connsiteX112" fmla="*/ 1658743 w 2326728"/>
                <a:gd name="connsiteY112" fmla="*/ 653321 h 5689258"/>
                <a:gd name="connsiteX113" fmla="*/ 1425777 w 2326728"/>
                <a:gd name="connsiteY113" fmla="*/ 707205 h 5689258"/>
                <a:gd name="connsiteX114" fmla="*/ 1558967 w 2326728"/>
                <a:gd name="connsiteY114" fmla="*/ 575597 h 5689258"/>
                <a:gd name="connsiteX115" fmla="*/ 1611424 w 2326728"/>
                <a:gd name="connsiteY115" fmla="*/ 532953 h 5689258"/>
                <a:gd name="connsiteX116" fmla="*/ 1622768 w 2326728"/>
                <a:gd name="connsiteY116" fmla="*/ 529808 h 5689258"/>
                <a:gd name="connsiteX117" fmla="*/ 2019707 w 2326728"/>
                <a:gd name="connsiteY117" fmla="*/ 319238 h 5689258"/>
                <a:gd name="connsiteX118" fmla="*/ 2161508 w 2326728"/>
                <a:gd name="connsiteY118" fmla="*/ 34640 h 5689258"/>
                <a:gd name="connsiteX119" fmla="*/ 2162711 w 2326728"/>
                <a:gd name="connsiteY119" fmla="*/ 30601 h 5689258"/>
                <a:gd name="connsiteX120" fmla="*/ 2159927 w 2326728"/>
                <a:gd name="connsiteY120" fmla="*/ 3443 h 5689258"/>
                <a:gd name="connsiteX121" fmla="*/ 2111371 w 2326728"/>
                <a:gd name="connsiteY121" fmla="*/ 11109 h 5689258"/>
                <a:gd name="connsiteX122" fmla="*/ 2027786 w 2326728"/>
                <a:gd name="connsiteY122" fmla="*/ 42477 h 5689258"/>
                <a:gd name="connsiteX123" fmla="*/ 1854686 w 2326728"/>
                <a:gd name="connsiteY123" fmla="*/ 110232 h 5689258"/>
                <a:gd name="connsiteX124" fmla="*/ 1628715 w 2326728"/>
                <a:gd name="connsiteY124" fmla="*/ 296670 h 5689258"/>
                <a:gd name="connsiteX125" fmla="*/ 1578337 w 2326728"/>
                <a:gd name="connsiteY125" fmla="*/ 488711 h 5689258"/>
                <a:gd name="connsiteX126" fmla="*/ 1577530 w 2326728"/>
                <a:gd name="connsiteY126" fmla="*/ 491427 h 5689258"/>
                <a:gd name="connsiteX127" fmla="*/ 1285558 w 2326728"/>
                <a:gd name="connsiteY127" fmla="*/ 788848 h 5689258"/>
                <a:gd name="connsiteX128" fmla="*/ 1414295 w 2326728"/>
                <a:gd name="connsiteY128" fmla="*/ 442098 h 5689258"/>
                <a:gd name="connsiteX129" fmla="*/ 1418472 w 2326728"/>
                <a:gd name="connsiteY129" fmla="*/ 77919 h 5689258"/>
                <a:gd name="connsiteX130" fmla="*/ 1413642 w 2326728"/>
                <a:gd name="connsiteY130" fmla="*/ 55282 h 5689258"/>
                <a:gd name="connsiteX131" fmla="*/ 1410600 w 2326728"/>
                <a:gd name="connsiteY131" fmla="*/ 41859 h 5689258"/>
                <a:gd name="connsiteX132" fmla="*/ 1399204 w 2326728"/>
                <a:gd name="connsiteY132" fmla="*/ 29655 h 5689258"/>
                <a:gd name="connsiteX133" fmla="*/ 1382893 w 2326728"/>
                <a:gd name="connsiteY133" fmla="*/ 33505 h 5689258"/>
                <a:gd name="connsiteX134" fmla="*/ 1362903 w 2326728"/>
                <a:gd name="connsiteY134" fmla="*/ 51845 h 5689258"/>
                <a:gd name="connsiteX135" fmla="*/ 1358314 w 2326728"/>
                <a:gd name="connsiteY135" fmla="*/ 55987 h 5689258"/>
                <a:gd name="connsiteX136" fmla="*/ 1311649 w 2326728"/>
                <a:gd name="connsiteY136" fmla="*/ 101226 h 5689258"/>
                <a:gd name="connsiteX137" fmla="*/ 1064795 w 2326728"/>
                <a:gd name="connsiteY137" fmla="*/ 605572 h 5689258"/>
                <a:gd name="connsiteX138" fmla="*/ 1080780 w 2326728"/>
                <a:gd name="connsiteY138" fmla="*/ 821006 h 5689258"/>
                <a:gd name="connsiteX139" fmla="*/ 1112595 w 2326728"/>
                <a:gd name="connsiteY139" fmla="*/ 878242 h 5689258"/>
                <a:gd name="connsiteX140" fmla="*/ 1128631 w 2326728"/>
                <a:gd name="connsiteY140" fmla="*/ 903543 h 5689258"/>
                <a:gd name="connsiteX141" fmla="*/ 1132636 w 2326728"/>
                <a:gd name="connsiteY141" fmla="*/ 911020 h 5689258"/>
                <a:gd name="connsiteX142" fmla="*/ 1122633 w 2326728"/>
                <a:gd name="connsiteY142" fmla="*/ 995568 h 5689258"/>
                <a:gd name="connsiteX143" fmla="*/ 1119848 w 2326728"/>
                <a:gd name="connsiteY143" fmla="*/ 999555 h 5689258"/>
                <a:gd name="connsiteX144" fmla="*/ 1118250 w 2326728"/>
                <a:gd name="connsiteY144" fmla="*/ 1001772 h 5689258"/>
                <a:gd name="connsiteX145" fmla="*/ 909829 w 2326728"/>
                <a:gd name="connsiteY145" fmla="*/ 1332795 h 5689258"/>
                <a:gd name="connsiteX146" fmla="*/ 952833 w 2326728"/>
                <a:gd name="connsiteY146" fmla="*/ 1012326 h 5689258"/>
                <a:gd name="connsiteX147" fmla="*/ 846285 w 2326728"/>
                <a:gd name="connsiteY147" fmla="*/ 599729 h 5689258"/>
                <a:gd name="connsiteX148" fmla="*/ 831469 w 2326728"/>
                <a:gd name="connsiteY148" fmla="*/ 591135 h 5689258"/>
                <a:gd name="connsiteX149" fmla="*/ 818234 w 2326728"/>
                <a:gd name="connsiteY149" fmla="*/ 597975 h 5689258"/>
                <a:gd name="connsiteX150" fmla="*/ 811977 w 2326728"/>
                <a:gd name="connsiteY150" fmla="*/ 606260 h 5689258"/>
                <a:gd name="connsiteX151" fmla="*/ 799447 w 2326728"/>
                <a:gd name="connsiteY151" fmla="*/ 623551 h 5689258"/>
                <a:gd name="connsiteX152" fmla="*/ 693930 w 2326728"/>
                <a:gd name="connsiteY152" fmla="*/ 881628 h 5689258"/>
                <a:gd name="connsiteX153" fmla="*/ 641456 w 2326728"/>
                <a:gd name="connsiteY153" fmla="*/ 1239413 h 5689258"/>
                <a:gd name="connsiteX154" fmla="*/ 694102 w 2326728"/>
                <a:gd name="connsiteY154" fmla="*/ 1461413 h 5689258"/>
                <a:gd name="connsiteX155" fmla="*/ 733171 w 2326728"/>
                <a:gd name="connsiteY155" fmla="*/ 1512616 h 5689258"/>
                <a:gd name="connsiteX156" fmla="*/ 755188 w 2326728"/>
                <a:gd name="connsiteY156" fmla="*/ 1539361 h 5689258"/>
                <a:gd name="connsiteX157" fmla="*/ 762510 w 2326728"/>
                <a:gd name="connsiteY157" fmla="*/ 1555810 h 5689258"/>
                <a:gd name="connsiteX158" fmla="*/ 762476 w 2326728"/>
                <a:gd name="connsiteY158" fmla="*/ 1621072 h 5689258"/>
                <a:gd name="connsiteX159" fmla="*/ 762149 w 2326728"/>
                <a:gd name="connsiteY159" fmla="*/ 1635854 h 5689258"/>
                <a:gd name="connsiteX160" fmla="*/ 760637 w 2326728"/>
                <a:gd name="connsiteY160" fmla="*/ 1643554 h 5689258"/>
                <a:gd name="connsiteX161" fmla="*/ 642985 w 2326728"/>
                <a:gd name="connsiteY161" fmla="*/ 1980438 h 5689258"/>
                <a:gd name="connsiteX162" fmla="*/ 651407 w 2326728"/>
                <a:gd name="connsiteY162" fmla="*/ 1865640 h 5689258"/>
                <a:gd name="connsiteX163" fmla="*/ 458713 w 2326728"/>
                <a:gd name="connsiteY163" fmla="*/ 1304693 h 5689258"/>
                <a:gd name="connsiteX164" fmla="*/ 431212 w 2326728"/>
                <a:gd name="connsiteY164" fmla="*/ 1271194 h 5689258"/>
                <a:gd name="connsiteX165" fmla="*/ 418304 w 2326728"/>
                <a:gd name="connsiteY165" fmla="*/ 1265023 h 5689258"/>
                <a:gd name="connsiteX166" fmla="*/ 415554 w 2326728"/>
                <a:gd name="connsiteY166" fmla="*/ 1265264 h 5689258"/>
                <a:gd name="connsiteX167" fmla="*/ 402680 w 2326728"/>
                <a:gd name="connsiteY167" fmla="*/ 1275869 h 5689258"/>
                <a:gd name="connsiteX168" fmla="*/ 395324 w 2326728"/>
                <a:gd name="connsiteY168" fmla="*/ 1294965 h 5689258"/>
                <a:gd name="connsiteX169" fmla="*/ 382691 w 2326728"/>
                <a:gd name="connsiteY169" fmla="*/ 1329289 h 5689258"/>
                <a:gd name="connsiteX170" fmla="*/ 337675 w 2326728"/>
                <a:gd name="connsiteY170" fmla="*/ 1643331 h 5689258"/>
                <a:gd name="connsiteX171" fmla="*/ 337624 w 2326728"/>
                <a:gd name="connsiteY171" fmla="*/ 1645840 h 5689258"/>
                <a:gd name="connsiteX172" fmla="*/ 371003 w 2326728"/>
                <a:gd name="connsiteY172" fmla="*/ 1989943 h 5689258"/>
                <a:gd name="connsiteX173" fmla="*/ 488379 w 2326728"/>
                <a:gd name="connsiteY173" fmla="*/ 2182500 h 5689258"/>
                <a:gd name="connsiteX174" fmla="*/ 489754 w 2326728"/>
                <a:gd name="connsiteY174" fmla="*/ 2183737 h 5689258"/>
                <a:gd name="connsiteX175" fmla="*/ 552594 w 2326728"/>
                <a:gd name="connsiteY175" fmla="*/ 2262510 h 5689258"/>
                <a:gd name="connsiteX176" fmla="*/ 558713 w 2326728"/>
                <a:gd name="connsiteY176" fmla="*/ 2285044 h 5689258"/>
                <a:gd name="connsiteX177" fmla="*/ 555705 w 2326728"/>
                <a:gd name="connsiteY177" fmla="*/ 2384012 h 5689258"/>
                <a:gd name="connsiteX178" fmla="*/ 547609 w 2326728"/>
                <a:gd name="connsiteY178" fmla="*/ 2437329 h 5689258"/>
                <a:gd name="connsiteX179" fmla="*/ 531057 w 2326728"/>
                <a:gd name="connsiteY179" fmla="*/ 2656699 h 5689258"/>
                <a:gd name="connsiteX180" fmla="*/ 530542 w 2326728"/>
                <a:gd name="connsiteY180" fmla="*/ 2663351 h 5689258"/>
                <a:gd name="connsiteX181" fmla="*/ 526124 w 2326728"/>
                <a:gd name="connsiteY181" fmla="*/ 2718369 h 5689258"/>
                <a:gd name="connsiteX182" fmla="*/ 363217 w 2326728"/>
                <a:gd name="connsiteY182" fmla="*/ 2272032 h 5689258"/>
                <a:gd name="connsiteX183" fmla="*/ 159745 w 2326728"/>
                <a:gd name="connsiteY183" fmla="*/ 2066206 h 5689258"/>
                <a:gd name="connsiteX184" fmla="*/ 148161 w 2326728"/>
                <a:gd name="connsiteY184" fmla="*/ 2058850 h 5689258"/>
                <a:gd name="connsiteX185" fmla="*/ 140014 w 2326728"/>
                <a:gd name="connsiteY185" fmla="*/ 2053934 h 5689258"/>
                <a:gd name="connsiteX186" fmla="*/ 123943 w 2326728"/>
                <a:gd name="connsiteY186" fmla="*/ 2053212 h 5689258"/>
                <a:gd name="connsiteX187" fmla="*/ 114713 w 2326728"/>
                <a:gd name="connsiteY187" fmla="*/ 2066516 h 5689258"/>
                <a:gd name="connsiteX188" fmla="*/ 111155 w 2326728"/>
                <a:gd name="connsiteY188" fmla="*/ 2097437 h 5689258"/>
                <a:gd name="connsiteX189" fmla="*/ 105999 w 2326728"/>
                <a:gd name="connsiteY189" fmla="*/ 2159812 h 5689258"/>
                <a:gd name="connsiteX190" fmla="*/ 241371 w 2326728"/>
                <a:gd name="connsiteY190" fmla="*/ 2759191 h 5689258"/>
                <a:gd name="connsiteX191" fmla="*/ 340975 w 2326728"/>
                <a:gd name="connsiteY191" fmla="*/ 2890129 h 5689258"/>
                <a:gd name="connsiteX192" fmla="*/ 474199 w 2326728"/>
                <a:gd name="connsiteY192" fmla="*/ 2954085 h 5689258"/>
                <a:gd name="connsiteX193" fmla="*/ 478256 w 2326728"/>
                <a:gd name="connsiteY193" fmla="*/ 2956148 h 5689258"/>
                <a:gd name="connsiteX194" fmla="*/ 486454 w 2326728"/>
                <a:gd name="connsiteY194" fmla="*/ 2972236 h 5689258"/>
                <a:gd name="connsiteX195" fmla="*/ 511497 w 2326728"/>
                <a:gd name="connsiteY195" fmla="*/ 3030572 h 5689258"/>
                <a:gd name="connsiteX196" fmla="*/ 515708 w 2326728"/>
                <a:gd name="connsiteY196" fmla="*/ 3084714 h 5689258"/>
                <a:gd name="connsiteX197" fmla="*/ 515932 w 2326728"/>
                <a:gd name="connsiteY197" fmla="*/ 3105872 h 5689258"/>
                <a:gd name="connsiteX198" fmla="*/ 553539 w 2326728"/>
                <a:gd name="connsiteY198" fmla="*/ 3479625 h 5689258"/>
                <a:gd name="connsiteX199" fmla="*/ 490442 w 2326728"/>
                <a:gd name="connsiteY199" fmla="*/ 3348188 h 5689258"/>
                <a:gd name="connsiteX200" fmla="*/ 75490 w 2326728"/>
                <a:gd name="connsiteY200" fmla="*/ 2989389 h 5689258"/>
                <a:gd name="connsiteX201" fmla="*/ 40770 w 2326728"/>
                <a:gd name="connsiteY201" fmla="*/ 2978080 h 5689258"/>
                <a:gd name="connsiteX202" fmla="*/ 38227 w 2326728"/>
                <a:gd name="connsiteY202" fmla="*/ 2977323 h 5689258"/>
                <a:gd name="connsiteX203" fmla="*/ 21709 w 2326728"/>
                <a:gd name="connsiteY203" fmla="*/ 2972408 h 5689258"/>
                <a:gd name="connsiteX204" fmla="*/ 6068 w 2326728"/>
                <a:gd name="connsiteY204" fmla="*/ 2975433 h 5689258"/>
                <a:gd name="connsiteX205" fmla="*/ 86 w 2326728"/>
                <a:gd name="connsiteY205" fmla="*/ 2990111 h 5689258"/>
                <a:gd name="connsiteX206" fmla="*/ 3043 w 2326728"/>
                <a:gd name="connsiteY206" fmla="*/ 3024659 h 5689258"/>
                <a:gd name="connsiteX207" fmla="*/ 12445 w 2326728"/>
                <a:gd name="connsiteY207" fmla="*/ 3095508 h 5689258"/>
                <a:gd name="connsiteX208" fmla="*/ 293863 w 2326728"/>
                <a:gd name="connsiteY208" fmla="*/ 3618624 h 5689258"/>
                <a:gd name="connsiteX209" fmla="*/ 478084 w 2326728"/>
                <a:gd name="connsiteY209" fmla="*/ 3721425 h 5689258"/>
                <a:gd name="connsiteX210" fmla="*/ 550376 w 2326728"/>
                <a:gd name="connsiteY210" fmla="*/ 3722216 h 5689258"/>
                <a:gd name="connsiteX211" fmla="*/ 560414 w 2326728"/>
                <a:gd name="connsiteY211" fmla="*/ 3721614 h 5689258"/>
                <a:gd name="connsiteX212" fmla="*/ 564505 w 2326728"/>
                <a:gd name="connsiteY212" fmla="*/ 3721442 h 5689258"/>
                <a:gd name="connsiteX213" fmla="*/ 569386 w 2326728"/>
                <a:gd name="connsiteY213" fmla="*/ 3724261 h 5689258"/>
                <a:gd name="connsiteX214" fmla="*/ 616086 w 2326728"/>
                <a:gd name="connsiteY214" fmla="*/ 3788389 h 5689258"/>
                <a:gd name="connsiteX215" fmla="*/ 618166 w 2326728"/>
                <a:gd name="connsiteY215" fmla="*/ 3794371 h 5689258"/>
                <a:gd name="connsiteX216" fmla="*/ 618853 w 2326728"/>
                <a:gd name="connsiteY216" fmla="*/ 3796674 h 5689258"/>
                <a:gd name="connsiteX217" fmla="*/ 798382 w 2326728"/>
                <a:gd name="connsiteY217" fmla="*/ 4269464 h 5689258"/>
                <a:gd name="connsiteX218" fmla="*/ 692504 w 2326728"/>
                <a:gd name="connsiteY218" fmla="*/ 4147360 h 5689258"/>
                <a:gd name="connsiteX219" fmla="*/ 172379 w 2326728"/>
                <a:gd name="connsiteY219" fmla="*/ 3968382 h 5689258"/>
                <a:gd name="connsiteX220" fmla="*/ 168099 w 2326728"/>
                <a:gd name="connsiteY220" fmla="*/ 3968416 h 5689258"/>
                <a:gd name="connsiteX221" fmla="*/ 165400 w 2326728"/>
                <a:gd name="connsiteY221" fmla="*/ 3968915 h 5689258"/>
                <a:gd name="connsiteX222" fmla="*/ 155019 w 2326728"/>
                <a:gd name="connsiteY222" fmla="*/ 3989385 h 5689258"/>
                <a:gd name="connsiteX223" fmla="*/ 162203 w 2326728"/>
                <a:gd name="connsiteY223" fmla="*/ 4014944 h 5689258"/>
                <a:gd name="connsiteX224" fmla="*/ 179323 w 2326728"/>
                <a:gd name="connsiteY224" fmla="*/ 4068983 h 5689258"/>
                <a:gd name="connsiteX225" fmla="*/ 352612 w 2326728"/>
                <a:gd name="connsiteY225" fmla="*/ 4326012 h 5689258"/>
                <a:gd name="connsiteX226" fmla="*/ 560689 w 2326728"/>
                <a:gd name="connsiteY226" fmla="*/ 4490776 h 5689258"/>
                <a:gd name="connsiteX227" fmla="*/ 821087 w 2326728"/>
                <a:gd name="connsiteY227" fmla="*/ 4523708 h 5689258"/>
                <a:gd name="connsiteX228" fmla="*/ 865655 w 2326728"/>
                <a:gd name="connsiteY228" fmla="*/ 4506142 h 5689258"/>
                <a:gd name="connsiteX229" fmla="*/ 888223 w 2326728"/>
                <a:gd name="connsiteY229" fmla="*/ 4507259 h 5689258"/>
                <a:gd name="connsiteX230" fmla="*/ 924301 w 2326728"/>
                <a:gd name="connsiteY230" fmla="*/ 4530239 h 5689258"/>
                <a:gd name="connsiteX231" fmla="*/ 943912 w 2326728"/>
                <a:gd name="connsiteY231" fmla="*/ 4542030 h 5689258"/>
                <a:gd name="connsiteX232" fmla="*/ 947831 w 2326728"/>
                <a:gd name="connsiteY232" fmla="*/ 4547651 h 5689258"/>
                <a:gd name="connsiteX233" fmla="*/ 1194358 w 2326728"/>
                <a:gd name="connsiteY233" fmla="*/ 4886941 h 5689258"/>
                <a:gd name="connsiteX234" fmla="*/ 1044118 w 2326728"/>
                <a:gd name="connsiteY234" fmla="*/ 4809613 h 5689258"/>
                <a:gd name="connsiteX235" fmla="*/ 548400 w 2326728"/>
                <a:gd name="connsiteY235" fmla="*/ 4828915 h 5689258"/>
                <a:gd name="connsiteX236" fmla="*/ 494412 w 2326728"/>
                <a:gd name="connsiteY236" fmla="*/ 4854198 h 5689258"/>
                <a:gd name="connsiteX237" fmla="*/ 487142 w 2326728"/>
                <a:gd name="connsiteY237" fmla="*/ 4865422 h 5689258"/>
                <a:gd name="connsiteX238" fmla="*/ 490390 w 2326728"/>
                <a:gd name="connsiteY238" fmla="*/ 4878244 h 5689258"/>
                <a:gd name="connsiteX239" fmla="*/ 505619 w 2326728"/>
                <a:gd name="connsiteY239" fmla="*/ 4898577 h 5689258"/>
                <a:gd name="connsiteX240" fmla="*/ 506719 w 2326728"/>
                <a:gd name="connsiteY240" fmla="*/ 4900056 h 5689258"/>
                <a:gd name="connsiteX241" fmla="*/ 545031 w 2326728"/>
                <a:gd name="connsiteY241" fmla="*/ 4948096 h 5689258"/>
                <a:gd name="connsiteX242" fmla="*/ 765106 w 2326728"/>
                <a:gd name="connsiteY242" fmla="*/ 5103166 h 5689258"/>
                <a:gd name="connsiteX243" fmla="*/ 1083805 w 2326728"/>
                <a:gd name="connsiteY243" fmla="*/ 5190309 h 5689258"/>
                <a:gd name="connsiteX244" fmla="*/ 1098845 w 2326728"/>
                <a:gd name="connsiteY244" fmla="*/ 5190584 h 5689258"/>
                <a:gd name="connsiteX245" fmla="*/ 1332532 w 2326728"/>
                <a:gd name="connsiteY245" fmla="*/ 5092131 h 5689258"/>
                <a:gd name="connsiteX246" fmla="*/ 1337225 w 2326728"/>
                <a:gd name="connsiteY246" fmla="*/ 5090619 h 5689258"/>
                <a:gd name="connsiteX247" fmla="*/ 1397228 w 2326728"/>
                <a:gd name="connsiteY247" fmla="*/ 5098181 h 5689258"/>
                <a:gd name="connsiteX248" fmla="*/ 1404808 w 2326728"/>
                <a:gd name="connsiteY248" fmla="*/ 5101894 h 5689258"/>
                <a:gd name="connsiteX249" fmla="*/ 1716941 w 2326728"/>
                <a:gd name="connsiteY249" fmla="*/ 5331027 h 5689258"/>
                <a:gd name="connsiteX250" fmla="*/ 1665944 w 2326728"/>
                <a:gd name="connsiteY250" fmla="*/ 5318445 h 5689258"/>
                <a:gd name="connsiteX251" fmla="*/ 1299738 w 2326728"/>
                <a:gd name="connsiteY251" fmla="*/ 5362000 h 5689258"/>
                <a:gd name="connsiteX252" fmla="*/ 1049137 w 2326728"/>
                <a:gd name="connsiteY252" fmla="*/ 5519785 h 5689258"/>
                <a:gd name="connsiteX253" fmla="*/ 1047040 w 2326728"/>
                <a:gd name="connsiteY253" fmla="*/ 5542577 h 5689258"/>
                <a:gd name="connsiteX254" fmla="*/ 1145080 w 2326728"/>
                <a:gd name="connsiteY254" fmla="*/ 5614181 h 5689258"/>
                <a:gd name="connsiteX255" fmla="*/ 1418730 w 2326728"/>
                <a:gd name="connsiteY255" fmla="*/ 5686320 h 5689258"/>
                <a:gd name="connsiteX256" fmla="*/ 1500012 w 2326728"/>
                <a:gd name="connsiteY256" fmla="*/ 5689259 h 5689258"/>
                <a:gd name="connsiteX257" fmla="*/ 1594322 w 2326728"/>
                <a:gd name="connsiteY257" fmla="*/ 5684721 h 5689258"/>
                <a:gd name="connsiteX258" fmla="*/ 1674951 w 2326728"/>
                <a:gd name="connsiteY258" fmla="*/ 5670885 h 5689258"/>
                <a:gd name="connsiteX259" fmla="*/ 1924641 w 2326728"/>
                <a:gd name="connsiteY259" fmla="*/ 5487025 h 5689258"/>
                <a:gd name="connsiteX260" fmla="*/ 1933664 w 2326728"/>
                <a:gd name="connsiteY260" fmla="*/ 5483003 h 5689258"/>
                <a:gd name="connsiteX261" fmla="*/ 1993771 w 2326728"/>
                <a:gd name="connsiteY261" fmla="*/ 5471281 h 5689258"/>
                <a:gd name="connsiteX262" fmla="*/ 2010563 w 2326728"/>
                <a:gd name="connsiteY262" fmla="*/ 5474546 h 5689258"/>
                <a:gd name="connsiteX263" fmla="*/ 2272921 w 2326728"/>
                <a:gd name="connsiteY263" fmla="*/ 5554161 h 5689258"/>
                <a:gd name="connsiteX264" fmla="*/ 2276839 w 2326728"/>
                <a:gd name="connsiteY264" fmla="*/ 5554625 h 5689258"/>
                <a:gd name="connsiteX265" fmla="*/ 2291484 w 2326728"/>
                <a:gd name="connsiteY265" fmla="*/ 5545808 h 5689258"/>
                <a:gd name="connsiteX266" fmla="*/ 2322783 w 2326728"/>
                <a:gd name="connsiteY266" fmla="*/ 5499933 h 5689258"/>
                <a:gd name="connsiteX267" fmla="*/ 2325842 w 2326728"/>
                <a:gd name="connsiteY267" fmla="*/ 5483828 h 5689258"/>
                <a:gd name="connsiteX268" fmla="*/ 2313708 w 2326728"/>
                <a:gd name="connsiteY268" fmla="*/ 5472982 h 568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2326728" h="5689258">
                  <a:moveTo>
                    <a:pt x="2313708" y="5472982"/>
                  </a:moveTo>
                  <a:cubicBezTo>
                    <a:pt x="2202484" y="5448421"/>
                    <a:pt x="2091862" y="5412618"/>
                    <a:pt x="1975465" y="5363546"/>
                  </a:cubicBezTo>
                  <a:cubicBezTo>
                    <a:pt x="1974073" y="5362893"/>
                    <a:pt x="1970619" y="5358992"/>
                    <a:pt x="1969536" y="5355485"/>
                  </a:cubicBezTo>
                  <a:cubicBezTo>
                    <a:pt x="1957934" y="5315936"/>
                    <a:pt x="1954049" y="5276094"/>
                    <a:pt x="1957624" y="5233674"/>
                  </a:cubicBezTo>
                  <a:cubicBezTo>
                    <a:pt x="1980416" y="4962843"/>
                    <a:pt x="1819141" y="4677472"/>
                    <a:pt x="1574195" y="4555127"/>
                  </a:cubicBezTo>
                  <a:cubicBezTo>
                    <a:pt x="1568987" y="4552481"/>
                    <a:pt x="1563556" y="4550195"/>
                    <a:pt x="1557299" y="4547633"/>
                  </a:cubicBezTo>
                  <a:lnTo>
                    <a:pt x="1551490" y="4545227"/>
                  </a:lnTo>
                  <a:cubicBezTo>
                    <a:pt x="1545973" y="4542873"/>
                    <a:pt x="1539252" y="4543852"/>
                    <a:pt x="1534800" y="4547427"/>
                  </a:cubicBezTo>
                  <a:cubicBezTo>
                    <a:pt x="1529988" y="4551140"/>
                    <a:pt x="1527599" y="4557190"/>
                    <a:pt x="1528578" y="4563257"/>
                  </a:cubicBezTo>
                  <a:lnTo>
                    <a:pt x="1535282" y="4604784"/>
                  </a:lnTo>
                  <a:cubicBezTo>
                    <a:pt x="1541229" y="4641532"/>
                    <a:pt x="1547055" y="4677489"/>
                    <a:pt x="1552641" y="4713480"/>
                  </a:cubicBezTo>
                  <a:lnTo>
                    <a:pt x="1554051" y="4722900"/>
                  </a:lnTo>
                  <a:cubicBezTo>
                    <a:pt x="1569778" y="4825185"/>
                    <a:pt x="1586038" y="4930960"/>
                    <a:pt x="1617715" y="5032575"/>
                  </a:cubicBezTo>
                  <a:cubicBezTo>
                    <a:pt x="1646299" y="5124256"/>
                    <a:pt x="1690403" y="5196600"/>
                    <a:pt x="1751747" y="5252031"/>
                  </a:cubicBezTo>
                  <a:cubicBezTo>
                    <a:pt x="1622150" y="5175613"/>
                    <a:pt x="1501387" y="5083778"/>
                    <a:pt x="1391711" y="4978158"/>
                  </a:cubicBezTo>
                  <a:cubicBezTo>
                    <a:pt x="1389407" y="4975941"/>
                    <a:pt x="1386674" y="4970062"/>
                    <a:pt x="1386279" y="4965215"/>
                  </a:cubicBezTo>
                  <a:lnTo>
                    <a:pt x="1383340" y="4892734"/>
                  </a:lnTo>
                  <a:cubicBezTo>
                    <a:pt x="1383323" y="4890155"/>
                    <a:pt x="1383288" y="4883314"/>
                    <a:pt x="1384749" y="4879929"/>
                  </a:cubicBezTo>
                  <a:cubicBezTo>
                    <a:pt x="1438771" y="4754078"/>
                    <a:pt x="1452607" y="4612415"/>
                    <a:pt x="1427083" y="4446878"/>
                  </a:cubicBezTo>
                  <a:cubicBezTo>
                    <a:pt x="1402470" y="4287219"/>
                    <a:pt x="1334303" y="4140399"/>
                    <a:pt x="1224454" y="4010475"/>
                  </a:cubicBezTo>
                  <a:cubicBezTo>
                    <a:pt x="1211598" y="3995264"/>
                    <a:pt x="1200254" y="3987563"/>
                    <a:pt x="1190732" y="3987563"/>
                  </a:cubicBezTo>
                  <a:cubicBezTo>
                    <a:pt x="1188411" y="3987563"/>
                    <a:pt x="1186314" y="3988028"/>
                    <a:pt x="1184664" y="3988887"/>
                  </a:cubicBezTo>
                  <a:cubicBezTo>
                    <a:pt x="1179611" y="3991396"/>
                    <a:pt x="1176191" y="3996261"/>
                    <a:pt x="1175520" y="4001881"/>
                  </a:cubicBezTo>
                  <a:lnTo>
                    <a:pt x="1172581" y="4027165"/>
                  </a:lnTo>
                  <a:cubicBezTo>
                    <a:pt x="1170312" y="4045934"/>
                    <a:pt x="1168129" y="4064359"/>
                    <a:pt x="1166170" y="4082819"/>
                  </a:cubicBezTo>
                  <a:cubicBezTo>
                    <a:pt x="1162784" y="4115339"/>
                    <a:pt x="1159071" y="4147807"/>
                    <a:pt x="1155341" y="4180292"/>
                  </a:cubicBezTo>
                  <a:lnTo>
                    <a:pt x="1154809" y="4184984"/>
                  </a:lnTo>
                  <a:cubicBezTo>
                    <a:pt x="1145527" y="4266094"/>
                    <a:pt x="1135902" y="4349972"/>
                    <a:pt x="1130814" y="4433953"/>
                  </a:cubicBezTo>
                  <a:cubicBezTo>
                    <a:pt x="1124902" y="4531924"/>
                    <a:pt x="1126655" y="4646344"/>
                    <a:pt x="1184561" y="4752188"/>
                  </a:cubicBezTo>
                  <a:cubicBezTo>
                    <a:pt x="1184870" y="4752720"/>
                    <a:pt x="1185145" y="4753287"/>
                    <a:pt x="1185455" y="4753820"/>
                  </a:cubicBezTo>
                  <a:cubicBezTo>
                    <a:pt x="1104963" y="4653168"/>
                    <a:pt x="1031485" y="4544849"/>
                    <a:pt x="965930" y="4430068"/>
                  </a:cubicBezTo>
                  <a:cubicBezTo>
                    <a:pt x="960138" y="4419858"/>
                    <a:pt x="959639" y="4410903"/>
                    <a:pt x="960722" y="4397909"/>
                  </a:cubicBezTo>
                  <a:cubicBezTo>
                    <a:pt x="965380" y="4342959"/>
                    <a:pt x="990921" y="4298305"/>
                    <a:pt x="1017821" y="4258257"/>
                  </a:cubicBezTo>
                  <a:cubicBezTo>
                    <a:pt x="1069780" y="4180705"/>
                    <a:pt x="1101234" y="4089041"/>
                    <a:pt x="1119814" y="3961025"/>
                  </a:cubicBezTo>
                  <a:cubicBezTo>
                    <a:pt x="1145785" y="3781996"/>
                    <a:pt x="1119556" y="3602398"/>
                    <a:pt x="1041901" y="3427184"/>
                  </a:cubicBezTo>
                  <a:cubicBezTo>
                    <a:pt x="1039770" y="3422354"/>
                    <a:pt x="1037277" y="3417696"/>
                    <a:pt x="1034613" y="3412695"/>
                  </a:cubicBezTo>
                  <a:lnTo>
                    <a:pt x="1028546" y="3401247"/>
                  </a:lnTo>
                  <a:cubicBezTo>
                    <a:pt x="1025641" y="3395661"/>
                    <a:pt x="1019436" y="3391983"/>
                    <a:pt x="1012888" y="3392275"/>
                  </a:cubicBezTo>
                  <a:cubicBezTo>
                    <a:pt x="1006356" y="3392619"/>
                    <a:pt x="1000598" y="3396761"/>
                    <a:pt x="998226" y="3402777"/>
                  </a:cubicBezTo>
                  <a:cubicBezTo>
                    <a:pt x="979388" y="3450285"/>
                    <a:pt x="961169" y="3496056"/>
                    <a:pt x="943070" y="3541484"/>
                  </a:cubicBezTo>
                  <a:lnTo>
                    <a:pt x="931503" y="3570515"/>
                  </a:lnTo>
                  <a:cubicBezTo>
                    <a:pt x="892898" y="3667472"/>
                    <a:pt x="849602" y="3780672"/>
                    <a:pt x="824439" y="3897464"/>
                  </a:cubicBezTo>
                  <a:cubicBezTo>
                    <a:pt x="806701" y="3979881"/>
                    <a:pt x="805618" y="4059426"/>
                    <a:pt x="821173" y="4135157"/>
                  </a:cubicBezTo>
                  <a:cubicBezTo>
                    <a:pt x="760809" y="3991482"/>
                    <a:pt x="711187" y="3839661"/>
                    <a:pt x="673185" y="3682237"/>
                  </a:cubicBezTo>
                  <a:cubicBezTo>
                    <a:pt x="672755" y="3680483"/>
                    <a:pt x="672617" y="3675946"/>
                    <a:pt x="676381" y="3665478"/>
                  </a:cubicBezTo>
                  <a:cubicBezTo>
                    <a:pt x="694154" y="3616836"/>
                    <a:pt x="726519" y="3572732"/>
                    <a:pt x="767529" y="3541295"/>
                  </a:cubicBezTo>
                  <a:cubicBezTo>
                    <a:pt x="857302" y="3472440"/>
                    <a:pt x="908230" y="3376738"/>
                    <a:pt x="946198" y="3292207"/>
                  </a:cubicBezTo>
                  <a:cubicBezTo>
                    <a:pt x="1023939" y="3119331"/>
                    <a:pt x="1045029" y="2935677"/>
                    <a:pt x="1010653" y="2730710"/>
                  </a:cubicBezTo>
                  <a:cubicBezTo>
                    <a:pt x="1010292" y="2728562"/>
                    <a:pt x="1009639" y="2726431"/>
                    <a:pt x="1008866" y="2724110"/>
                  </a:cubicBezTo>
                  <a:lnTo>
                    <a:pt x="1008247" y="2722254"/>
                  </a:lnTo>
                  <a:cubicBezTo>
                    <a:pt x="1006751" y="2717665"/>
                    <a:pt x="1003348" y="2713952"/>
                    <a:pt x="998845" y="2712010"/>
                  </a:cubicBezTo>
                  <a:cubicBezTo>
                    <a:pt x="994445" y="2710171"/>
                    <a:pt x="988910" y="2710515"/>
                    <a:pt x="985490" y="2712199"/>
                  </a:cubicBezTo>
                  <a:cubicBezTo>
                    <a:pt x="982052" y="2713454"/>
                    <a:pt x="976844" y="2715362"/>
                    <a:pt x="973458" y="2720329"/>
                  </a:cubicBezTo>
                  <a:cubicBezTo>
                    <a:pt x="954002" y="2746317"/>
                    <a:pt x="934253" y="2772546"/>
                    <a:pt x="914486" y="2798758"/>
                  </a:cubicBezTo>
                  <a:lnTo>
                    <a:pt x="911169" y="2803175"/>
                  </a:lnTo>
                  <a:cubicBezTo>
                    <a:pt x="861324" y="2869366"/>
                    <a:pt x="809777" y="2937774"/>
                    <a:pt x="760242" y="3005924"/>
                  </a:cubicBezTo>
                  <a:cubicBezTo>
                    <a:pt x="702851" y="3084662"/>
                    <a:pt x="662322" y="3161200"/>
                    <a:pt x="636316" y="3239921"/>
                  </a:cubicBezTo>
                  <a:cubicBezTo>
                    <a:pt x="623769" y="3277941"/>
                    <a:pt x="615570" y="3314534"/>
                    <a:pt x="611703" y="3350079"/>
                  </a:cubicBezTo>
                  <a:cubicBezTo>
                    <a:pt x="595186" y="3222355"/>
                    <a:pt x="585818" y="3091950"/>
                    <a:pt x="583773" y="2960462"/>
                  </a:cubicBezTo>
                  <a:cubicBezTo>
                    <a:pt x="583291" y="2929077"/>
                    <a:pt x="587279" y="2904137"/>
                    <a:pt x="608712" y="2876825"/>
                  </a:cubicBezTo>
                  <a:cubicBezTo>
                    <a:pt x="631401" y="2847709"/>
                    <a:pt x="652593" y="2831449"/>
                    <a:pt x="681813" y="2820724"/>
                  </a:cubicBezTo>
                  <a:cubicBezTo>
                    <a:pt x="801871" y="2776860"/>
                    <a:pt x="878890" y="2684165"/>
                    <a:pt x="932568" y="2608315"/>
                  </a:cubicBezTo>
                  <a:cubicBezTo>
                    <a:pt x="1019281" y="2485610"/>
                    <a:pt x="1070141" y="2342830"/>
                    <a:pt x="1088051" y="2171809"/>
                  </a:cubicBezTo>
                  <a:cubicBezTo>
                    <a:pt x="1089958" y="2154209"/>
                    <a:pt x="1091041" y="2136402"/>
                    <a:pt x="1092158" y="2117564"/>
                  </a:cubicBezTo>
                  <a:lnTo>
                    <a:pt x="1092434" y="2113284"/>
                  </a:lnTo>
                  <a:cubicBezTo>
                    <a:pt x="1092966" y="2104123"/>
                    <a:pt x="1093534" y="2094583"/>
                    <a:pt x="1094255" y="2084477"/>
                  </a:cubicBezTo>
                  <a:cubicBezTo>
                    <a:pt x="1094702" y="2077774"/>
                    <a:pt x="1091110" y="2071483"/>
                    <a:pt x="1085111" y="2068441"/>
                  </a:cubicBezTo>
                  <a:cubicBezTo>
                    <a:pt x="1079302" y="2065519"/>
                    <a:pt x="1071859" y="2066378"/>
                    <a:pt x="1066806" y="2070658"/>
                  </a:cubicBezTo>
                  <a:lnTo>
                    <a:pt x="1052557" y="2082861"/>
                  </a:lnTo>
                  <a:cubicBezTo>
                    <a:pt x="1047195" y="2087433"/>
                    <a:pt x="1042606" y="2091352"/>
                    <a:pt x="1037844" y="2095168"/>
                  </a:cubicBezTo>
                  <a:cubicBezTo>
                    <a:pt x="1014967" y="2113542"/>
                    <a:pt x="992004" y="2131727"/>
                    <a:pt x="968990" y="2149963"/>
                  </a:cubicBezTo>
                  <a:lnTo>
                    <a:pt x="966583" y="2151854"/>
                  </a:lnTo>
                  <a:cubicBezTo>
                    <a:pt x="916068" y="2191868"/>
                    <a:pt x="863816" y="2233239"/>
                    <a:pt x="813920" y="2275968"/>
                  </a:cubicBezTo>
                  <a:cubicBezTo>
                    <a:pt x="717100" y="2358539"/>
                    <a:pt x="654759" y="2440732"/>
                    <a:pt x="617719" y="2534664"/>
                  </a:cubicBezTo>
                  <a:cubicBezTo>
                    <a:pt x="611600" y="2550151"/>
                    <a:pt x="606237" y="2565465"/>
                    <a:pt x="601631" y="2580625"/>
                  </a:cubicBezTo>
                  <a:cubicBezTo>
                    <a:pt x="616860" y="2431365"/>
                    <a:pt x="641593" y="2284373"/>
                    <a:pt x="675556" y="2141765"/>
                  </a:cubicBezTo>
                  <a:cubicBezTo>
                    <a:pt x="679682" y="2124319"/>
                    <a:pt x="681985" y="2119197"/>
                    <a:pt x="690458" y="2116412"/>
                  </a:cubicBezTo>
                  <a:cubicBezTo>
                    <a:pt x="695787" y="2114608"/>
                    <a:pt x="700754" y="2111136"/>
                    <a:pt x="704381" y="2106839"/>
                  </a:cubicBezTo>
                  <a:cubicBezTo>
                    <a:pt x="729011" y="2078839"/>
                    <a:pt x="761445" y="2074405"/>
                    <a:pt x="792864" y="2073769"/>
                  </a:cubicBezTo>
                  <a:cubicBezTo>
                    <a:pt x="897711" y="2071311"/>
                    <a:pt x="980866" y="2019008"/>
                    <a:pt x="1048364" y="1968166"/>
                  </a:cubicBezTo>
                  <a:cubicBezTo>
                    <a:pt x="1213867" y="1843519"/>
                    <a:pt x="1327823" y="1527260"/>
                    <a:pt x="1327823" y="1516535"/>
                  </a:cubicBezTo>
                  <a:cubicBezTo>
                    <a:pt x="1327823" y="1510949"/>
                    <a:pt x="1325038" y="1505741"/>
                    <a:pt x="1320312" y="1502596"/>
                  </a:cubicBezTo>
                  <a:cubicBezTo>
                    <a:pt x="1315654" y="1499519"/>
                    <a:pt x="1309363" y="1499089"/>
                    <a:pt x="1304619" y="1501203"/>
                  </a:cubicBezTo>
                  <a:cubicBezTo>
                    <a:pt x="1270140" y="1515830"/>
                    <a:pt x="1235661" y="1530079"/>
                    <a:pt x="1199961" y="1544844"/>
                  </a:cubicBezTo>
                  <a:cubicBezTo>
                    <a:pt x="1121412" y="1577415"/>
                    <a:pt x="1040199" y="1611069"/>
                    <a:pt x="962200" y="1647868"/>
                  </a:cubicBezTo>
                  <a:cubicBezTo>
                    <a:pt x="883703" y="1685011"/>
                    <a:pt x="821671" y="1734685"/>
                    <a:pt x="777326" y="1795805"/>
                  </a:cubicBezTo>
                  <a:cubicBezTo>
                    <a:pt x="819592" y="1675713"/>
                    <a:pt x="868595" y="1557975"/>
                    <a:pt x="923459" y="1444827"/>
                  </a:cubicBezTo>
                  <a:cubicBezTo>
                    <a:pt x="929767" y="1432623"/>
                    <a:pt x="959399" y="1419664"/>
                    <a:pt x="1001887" y="1419664"/>
                  </a:cubicBezTo>
                  <a:cubicBezTo>
                    <a:pt x="1015706" y="1419664"/>
                    <a:pt x="1029096" y="1421142"/>
                    <a:pt x="1040663" y="1423926"/>
                  </a:cubicBezTo>
                  <a:cubicBezTo>
                    <a:pt x="1140491" y="1447852"/>
                    <a:pt x="1239477" y="1433345"/>
                    <a:pt x="1349033" y="1378601"/>
                  </a:cubicBezTo>
                  <a:cubicBezTo>
                    <a:pt x="1461115" y="1322569"/>
                    <a:pt x="1554102" y="1230957"/>
                    <a:pt x="1633305" y="1098455"/>
                  </a:cubicBezTo>
                  <a:cubicBezTo>
                    <a:pt x="1634817" y="1095894"/>
                    <a:pt x="1637791" y="1088073"/>
                    <a:pt x="1639389" y="1083690"/>
                  </a:cubicBezTo>
                  <a:cubicBezTo>
                    <a:pt x="1641400" y="1078328"/>
                    <a:pt x="1640592" y="1072415"/>
                    <a:pt x="1637258" y="1067929"/>
                  </a:cubicBezTo>
                  <a:cubicBezTo>
                    <a:pt x="1634164" y="1063666"/>
                    <a:pt x="1629214" y="1061122"/>
                    <a:pt x="1622906" y="1061122"/>
                  </a:cubicBezTo>
                  <a:cubicBezTo>
                    <a:pt x="1622854" y="1061122"/>
                    <a:pt x="1622820" y="1061122"/>
                    <a:pt x="1622768" y="1061122"/>
                  </a:cubicBezTo>
                  <a:lnTo>
                    <a:pt x="1583202" y="1063615"/>
                  </a:lnTo>
                  <a:cubicBezTo>
                    <a:pt x="1558949" y="1065144"/>
                    <a:pt x="1535402" y="1066640"/>
                    <a:pt x="1511854" y="1067843"/>
                  </a:cubicBezTo>
                  <a:lnTo>
                    <a:pt x="1486708" y="1069115"/>
                  </a:lnTo>
                  <a:cubicBezTo>
                    <a:pt x="1411631" y="1072896"/>
                    <a:pt x="1333976" y="1076781"/>
                    <a:pt x="1258005" y="1094880"/>
                  </a:cubicBezTo>
                  <a:cubicBezTo>
                    <a:pt x="1171361" y="1115711"/>
                    <a:pt x="1107748" y="1147698"/>
                    <a:pt x="1058969" y="1195137"/>
                  </a:cubicBezTo>
                  <a:cubicBezTo>
                    <a:pt x="1116703" y="1099039"/>
                    <a:pt x="1178528" y="1007599"/>
                    <a:pt x="1243653" y="921951"/>
                  </a:cubicBezTo>
                  <a:cubicBezTo>
                    <a:pt x="1245406" y="919683"/>
                    <a:pt x="1253811" y="916211"/>
                    <a:pt x="1260704" y="915059"/>
                  </a:cubicBezTo>
                  <a:cubicBezTo>
                    <a:pt x="1264141" y="914251"/>
                    <a:pt x="1276654" y="911621"/>
                    <a:pt x="1293292" y="911621"/>
                  </a:cubicBezTo>
                  <a:cubicBezTo>
                    <a:pt x="1315362" y="911621"/>
                    <a:pt x="1334681" y="916108"/>
                    <a:pt x="1351061" y="925114"/>
                  </a:cubicBezTo>
                  <a:cubicBezTo>
                    <a:pt x="1455134" y="976008"/>
                    <a:pt x="1572012" y="979789"/>
                    <a:pt x="1698911" y="936200"/>
                  </a:cubicBezTo>
                  <a:cubicBezTo>
                    <a:pt x="1803001" y="900638"/>
                    <a:pt x="1891159" y="834585"/>
                    <a:pt x="1968436" y="734328"/>
                  </a:cubicBezTo>
                  <a:cubicBezTo>
                    <a:pt x="1970945" y="731096"/>
                    <a:pt x="1973214" y="727573"/>
                    <a:pt x="1975276" y="723860"/>
                  </a:cubicBezTo>
                  <a:cubicBezTo>
                    <a:pt x="1977631" y="719580"/>
                    <a:pt x="1977786" y="714871"/>
                    <a:pt x="1975723" y="710574"/>
                  </a:cubicBezTo>
                  <a:cubicBezTo>
                    <a:pt x="1969742" y="698027"/>
                    <a:pt x="1943857" y="692131"/>
                    <a:pt x="1932960" y="690172"/>
                  </a:cubicBezTo>
                  <a:cubicBezTo>
                    <a:pt x="1906215" y="685497"/>
                    <a:pt x="1875913" y="680168"/>
                    <a:pt x="1845868" y="676095"/>
                  </a:cubicBezTo>
                  <a:cubicBezTo>
                    <a:pt x="1832101" y="674170"/>
                    <a:pt x="1818316" y="672159"/>
                    <a:pt x="1804497" y="670113"/>
                  </a:cubicBezTo>
                  <a:lnTo>
                    <a:pt x="1802726" y="669838"/>
                  </a:lnTo>
                  <a:cubicBezTo>
                    <a:pt x="1755906" y="662929"/>
                    <a:pt x="1707505" y="655779"/>
                    <a:pt x="1658743" y="653321"/>
                  </a:cubicBezTo>
                  <a:cubicBezTo>
                    <a:pt x="1569640" y="648766"/>
                    <a:pt x="1490524" y="666951"/>
                    <a:pt x="1425777" y="707205"/>
                  </a:cubicBezTo>
                  <a:cubicBezTo>
                    <a:pt x="1469314" y="660866"/>
                    <a:pt x="1513797" y="616899"/>
                    <a:pt x="1558967" y="575597"/>
                  </a:cubicBezTo>
                  <a:cubicBezTo>
                    <a:pt x="1573250" y="562568"/>
                    <a:pt x="1589407" y="549437"/>
                    <a:pt x="1611424" y="532953"/>
                  </a:cubicBezTo>
                  <a:cubicBezTo>
                    <a:pt x="1613126" y="531647"/>
                    <a:pt x="1617457" y="530117"/>
                    <a:pt x="1622768" y="529808"/>
                  </a:cubicBezTo>
                  <a:cubicBezTo>
                    <a:pt x="1778818" y="523706"/>
                    <a:pt x="1908673" y="454817"/>
                    <a:pt x="2019707" y="319238"/>
                  </a:cubicBezTo>
                  <a:cubicBezTo>
                    <a:pt x="2080192" y="245433"/>
                    <a:pt x="2126565" y="152343"/>
                    <a:pt x="2161508" y="34640"/>
                  </a:cubicBezTo>
                  <a:lnTo>
                    <a:pt x="2162711" y="30601"/>
                  </a:lnTo>
                  <a:cubicBezTo>
                    <a:pt x="2166441" y="18225"/>
                    <a:pt x="2168504" y="11419"/>
                    <a:pt x="2159927" y="3443"/>
                  </a:cubicBezTo>
                  <a:cubicBezTo>
                    <a:pt x="2153309" y="-2710"/>
                    <a:pt x="2141656" y="-888"/>
                    <a:pt x="2111371" y="11109"/>
                  </a:cubicBezTo>
                  <a:cubicBezTo>
                    <a:pt x="2083870" y="21680"/>
                    <a:pt x="2056197" y="31941"/>
                    <a:pt x="2027786" y="42477"/>
                  </a:cubicBezTo>
                  <a:cubicBezTo>
                    <a:pt x="1970704" y="63636"/>
                    <a:pt x="1911664" y="85516"/>
                    <a:pt x="1854686" y="110232"/>
                  </a:cubicBezTo>
                  <a:cubicBezTo>
                    <a:pt x="1759464" y="151621"/>
                    <a:pt x="1683425" y="214357"/>
                    <a:pt x="1628715" y="296670"/>
                  </a:cubicBezTo>
                  <a:cubicBezTo>
                    <a:pt x="1587052" y="359303"/>
                    <a:pt x="1570586" y="422228"/>
                    <a:pt x="1578337" y="488711"/>
                  </a:cubicBezTo>
                  <a:cubicBezTo>
                    <a:pt x="1578286" y="489451"/>
                    <a:pt x="1577633" y="491221"/>
                    <a:pt x="1577530" y="491427"/>
                  </a:cubicBezTo>
                  <a:cubicBezTo>
                    <a:pt x="1478132" y="577247"/>
                    <a:pt x="1383117" y="673860"/>
                    <a:pt x="1285558" y="788848"/>
                  </a:cubicBezTo>
                  <a:cubicBezTo>
                    <a:pt x="1350614" y="689381"/>
                    <a:pt x="1393017" y="574858"/>
                    <a:pt x="1414295" y="442098"/>
                  </a:cubicBezTo>
                  <a:cubicBezTo>
                    <a:pt x="1435746" y="308255"/>
                    <a:pt x="1437104" y="189125"/>
                    <a:pt x="1418472" y="77919"/>
                  </a:cubicBezTo>
                  <a:cubicBezTo>
                    <a:pt x="1417286" y="70958"/>
                    <a:pt x="1415688" y="63997"/>
                    <a:pt x="1413642" y="55282"/>
                  </a:cubicBezTo>
                  <a:lnTo>
                    <a:pt x="1410600" y="41859"/>
                  </a:lnTo>
                  <a:cubicBezTo>
                    <a:pt x="1409225" y="36101"/>
                    <a:pt x="1404894" y="31443"/>
                    <a:pt x="1399204" y="29655"/>
                  </a:cubicBezTo>
                  <a:cubicBezTo>
                    <a:pt x="1393515" y="27971"/>
                    <a:pt x="1387138" y="29466"/>
                    <a:pt x="1382893" y="33505"/>
                  </a:cubicBezTo>
                  <a:cubicBezTo>
                    <a:pt x="1376087" y="39916"/>
                    <a:pt x="1369418" y="45967"/>
                    <a:pt x="1362903" y="51845"/>
                  </a:cubicBezTo>
                  <a:lnTo>
                    <a:pt x="1358314" y="55987"/>
                  </a:lnTo>
                  <a:cubicBezTo>
                    <a:pt x="1341642" y="71009"/>
                    <a:pt x="1325898" y="85189"/>
                    <a:pt x="1311649" y="101226"/>
                  </a:cubicBezTo>
                  <a:cubicBezTo>
                    <a:pt x="1173200" y="257413"/>
                    <a:pt x="1092451" y="422383"/>
                    <a:pt x="1064795" y="605572"/>
                  </a:cubicBezTo>
                  <a:cubicBezTo>
                    <a:pt x="1052197" y="688367"/>
                    <a:pt x="1057422" y="758855"/>
                    <a:pt x="1080780" y="821006"/>
                  </a:cubicBezTo>
                  <a:cubicBezTo>
                    <a:pt x="1088515" y="841598"/>
                    <a:pt x="1100581" y="859989"/>
                    <a:pt x="1112595" y="878242"/>
                  </a:cubicBezTo>
                  <a:cubicBezTo>
                    <a:pt x="1118095" y="886579"/>
                    <a:pt x="1123595" y="894949"/>
                    <a:pt x="1128631" y="903543"/>
                  </a:cubicBezTo>
                  <a:cubicBezTo>
                    <a:pt x="1132344" y="909714"/>
                    <a:pt x="1132653" y="911312"/>
                    <a:pt x="1132636" y="911020"/>
                  </a:cubicBezTo>
                  <a:cubicBezTo>
                    <a:pt x="1130350" y="935513"/>
                    <a:pt x="1127067" y="962807"/>
                    <a:pt x="1122633" y="995568"/>
                  </a:cubicBezTo>
                  <a:cubicBezTo>
                    <a:pt x="1122444" y="995980"/>
                    <a:pt x="1121825" y="996943"/>
                    <a:pt x="1119848" y="999555"/>
                  </a:cubicBezTo>
                  <a:lnTo>
                    <a:pt x="1118250" y="1001772"/>
                  </a:lnTo>
                  <a:cubicBezTo>
                    <a:pt x="1042537" y="1107014"/>
                    <a:pt x="972685" y="1217963"/>
                    <a:pt x="909829" y="1332795"/>
                  </a:cubicBezTo>
                  <a:cubicBezTo>
                    <a:pt x="934545" y="1247028"/>
                    <a:pt x="954225" y="1138468"/>
                    <a:pt x="952833" y="1012326"/>
                  </a:cubicBezTo>
                  <a:cubicBezTo>
                    <a:pt x="951148" y="861020"/>
                    <a:pt x="916308" y="726077"/>
                    <a:pt x="846285" y="599729"/>
                  </a:cubicBezTo>
                  <a:cubicBezTo>
                    <a:pt x="843517" y="594813"/>
                    <a:pt x="838498" y="591616"/>
                    <a:pt x="831469" y="591135"/>
                  </a:cubicBezTo>
                  <a:cubicBezTo>
                    <a:pt x="826364" y="591135"/>
                    <a:pt x="821448" y="593661"/>
                    <a:pt x="818234" y="597975"/>
                  </a:cubicBezTo>
                  <a:cubicBezTo>
                    <a:pt x="816137" y="600897"/>
                    <a:pt x="814006" y="603647"/>
                    <a:pt x="811977" y="606260"/>
                  </a:cubicBezTo>
                  <a:cubicBezTo>
                    <a:pt x="807457" y="612104"/>
                    <a:pt x="803229" y="617639"/>
                    <a:pt x="799447" y="623551"/>
                  </a:cubicBezTo>
                  <a:cubicBezTo>
                    <a:pt x="743690" y="710986"/>
                    <a:pt x="713782" y="807394"/>
                    <a:pt x="693930" y="881628"/>
                  </a:cubicBezTo>
                  <a:cubicBezTo>
                    <a:pt x="657647" y="1017774"/>
                    <a:pt x="640974" y="1131456"/>
                    <a:pt x="641456" y="1239413"/>
                  </a:cubicBezTo>
                  <a:cubicBezTo>
                    <a:pt x="641731" y="1331180"/>
                    <a:pt x="658454" y="1401719"/>
                    <a:pt x="694102" y="1461413"/>
                  </a:cubicBezTo>
                  <a:cubicBezTo>
                    <a:pt x="705188" y="1479993"/>
                    <a:pt x="719145" y="1496253"/>
                    <a:pt x="733171" y="1512616"/>
                  </a:cubicBezTo>
                  <a:cubicBezTo>
                    <a:pt x="740613" y="1521296"/>
                    <a:pt x="748262" y="1530217"/>
                    <a:pt x="755188" y="1539361"/>
                  </a:cubicBezTo>
                  <a:cubicBezTo>
                    <a:pt x="760035" y="1545720"/>
                    <a:pt x="762373" y="1552200"/>
                    <a:pt x="762510" y="1555810"/>
                  </a:cubicBezTo>
                  <a:cubicBezTo>
                    <a:pt x="763421" y="1577569"/>
                    <a:pt x="762940" y="1599690"/>
                    <a:pt x="762476" y="1621072"/>
                  </a:cubicBezTo>
                  <a:lnTo>
                    <a:pt x="762149" y="1635854"/>
                  </a:lnTo>
                  <a:cubicBezTo>
                    <a:pt x="762098" y="1638398"/>
                    <a:pt x="761513" y="1641320"/>
                    <a:pt x="760637" y="1643554"/>
                  </a:cubicBezTo>
                  <a:cubicBezTo>
                    <a:pt x="715879" y="1751993"/>
                    <a:pt x="676536" y="1864694"/>
                    <a:pt x="642985" y="1980438"/>
                  </a:cubicBezTo>
                  <a:cubicBezTo>
                    <a:pt x="647918" y="1941026"/>
                    <a:pt x="650703" y="1902869"/>
                    <a:pt x="651407" y="1865640"/>
                  </a:cubicBezTo>
                  <a:cubicBezTo>
                    <a:pt x="655464" y="1654331"/>
                    <a:pt x="590648" y="1465624"/>
                    <a:pt x="458713" y="1304693"/>
                  </a:cubicBezTo>
                  <a:lnTo>
                    <a:pt x="431212" y="1271194"/>
                  </a:lnTo>
                  <a:cubicBezTo>
                    <a:pt x="428032" y="1267258"/>
                    <a:pt x="423323" y="1265023"/>
                    <a:pt x="418304" y="1265023"/>
                  </a:cubicBezTo>
                  <a:lnTo>
                    <a:pt x="415554" y="1265264"/>
                  </a:lnTo>
                  <a:cubicBezTo>
                    <a:pt x="409676" y="1266244"/>
                    <a:pt x="404726" y="1270317"/>
                    <a:pt x="402680" y="1275869"/>
                  </a:cubicBezTo>
                  <a:cubicBezTo>
                    <a:pt x="400171" y="1282555"/>
                    <a:pt x="397713" y="1288863"/>
                    <a:pt x="395324" y="1294965"/>
                  </a:cubicBezTo>
                  <a:cubicBezTo>
                    <a:pt x="390717" y="1306756"/>
                    <a:pt x="386369" y="1317928"/>
                    <a:pt x="382691" y="1329289"/>
                  </a:cubicBezTo>
                  <a:cubicBezTo>
                    <a:pt x="354382" y="1417962"/>
                    <a:pt x="340494" y="1514833"/>
                    <a:pt x="337675" y="1643331"/>
                  </a:cubicBezTo>
                  <a:lnTo>
                    <a:pt x="337624" y="1645840"/>
                  </a:lnTo>
                  <a:cubicBezTo>
                    <a:pt x="335510" y="1739325"/>
                    <a:pt x="332605" y="1867393"/>
                    <a:pt x="371003" y="1989943"/>
                  </a:cubicBezTo>
                  <a:cubicBezTo>
                    <a:pt x="408799" y="2110586"/>
                    <a:pt x="475454" y="2171551"/>
                    <a:pt x="488379" y="2182500"/>
                  </a:cubicBezTo>
                  <a:lnTo>
                    <a:pt x="489754" y="2183737"/>
                  </a:lnTo>
                  <a:cubicBezTo>
                    <a:pt x="524938" y="2215140"/>
                    <a:pt x="547850" y="2243861"/>
                    <a:pt x="552594" y="2262510"/>
                  </a:cubicBezTo>
                  <a:cubicBezTo>
                    <a:pt x="554502" y="2270038"/>
                    <a:pt x="556444" y="2277584"/>
                    <a:pt x="558713" y="2285044"/>
                  </a:cubicBezTo>
                  <a:cubicBezTo>
                    <a:pt x="568750" y="2318234"/>
                    <a:pt x="562477" y="2349859"/>
                    <a:pt x="555705" y="2384012"/>
                  </a:cubicBezTo>
                  <a:cubicBezTo>
                    <a:pt x="552336" y="2401251"/>
                    <a:pt x="548830" y="2419058"/>
                    <a:pt x="547609" y="2437329"/>
                  </a:cubicBezTo>
                  <a:cubicBezTo>
                    <a:pt x="542762" y="2510447"/>
                    <a:pt x="536815" y="2584802"/>
                    <a:pt x="531057" y="2656699"/>
                  </a:cubicBezTo>
                  <a:lnTo>
                    <a:pt x="530542" y="2663351"/>
                  </a:lnTo>
                  <a:cubicBezTo>
                    <a:pt x="529063" y="2681690"/>
                    <a:pt x="527585" y="2700030"/>
                    <a:pt x="526124" y="2718369"/>
                  </a:cubicBezTo>
                  <a:cubicBezTo>
                    <a:pt x="511446" y="2553846"/>
                    <a:pt x="456960" y="2404294"/>
                    <a:pt x="363217" y="2272032"/>
                  </a:cubicBezTo>
                  <a:cubicBezTo>
                    <a:pt x="305809" y="2191111"/>
                    <a:pt x="237366" y="2121878"/>
                    <a:pt x="159745" y="2066206"/>
                  </a:cubicBezTo>
                  <a:cubicBezTo>
                    <a:pt x="156394" y="2063800"/>
                    <a:pt x="152870" y="2061651"/>
                    <a:pt x="148161" y="2058850"/>
                  </a:cubicBezTo>
                  <a:cubicBezTo>
                    <a:pt x="145875" y="2057526"/>
                    <a:pt x="143228" y="2055945"/>
                    <a:pt x="140014" y="2053934"/>
                  </a:cubicBezTo>
                  <a:cubicBezTo>
                    <a:pt x="135167" y="2051029"/>
                    <a:pt x="128945" y="2050771"/>
                    <a:pt x="123943" y="2053212"/>
                  </a:cubicBezTo>
                  <a:cubicBezTo>
                    <a:pt x="118821" y="2055704"/>
                    <a:pt x="115297" y="2060775"/>
                    <a:pt x="114713" y="2066516"/>
                  </a:cubicBezTo>
                  <a:cubicBezTo>
                    <a:pt x="113665" y="2076914"/>
                    <a:pt x="112444" y="2086986"/>
                    <a:pt x="111155" y="2097437"/>
                  </a:cubicBezTo>
                  <a:cubicBezTo>
                    <a:pt x="108560" y="2118836"/>
                    <a:pt x="106102" y="2139049"/>
                    <a:pt x="105999" y="2159812"/>
                  </a:cubicBezTo>
                  <a:cubicBezTo>
                    <a:pt x="104847" y="2375040"/>
                    <a:pt x="150378" y="2576723"/>
                    <a:pt x="241371" y="2759191"/>
                  </a:cubicBezTo>
                  <a:cubicBezTo>
                    <a:pt x="266723" y="2810102"/>
                    <a:pt x="300223" y="2854137"/>
                    <a:pt x="340975" y="2890129"/>
                  </a:cubicBezTo>
                  <a:cubicBezTo>
                    <a:pt x="381384" y="2925622"/>
                    <a:pt x="424990" y="2946557"/>
                    <a:pt x="474199" y="2954085"/>
                  </a:cubicBezTo>
                  <a:cubicBezTo>
                    <a:pt x="475282" y="2954274"/>
                    <a:pt x="477860" y="2955838"/>
                    <a:pt x="478256" y="2956148"/>
                  </a:cubicBezTo>
                  <a:cubicBezTo>
                    <a:pt x="480920" y="2961493"/>
                    <a:pt x="483687" y="2966856"/>
                    <a:pt x="486454" y="2972236"/>
                  </a:cubicBezTo>
                  <a:cubicBezTo>
                    <a:pt x="496286" y="2991229"/>
                    <a:pt x="506444" y="3010874"/>
                    <a:pt x="511497" y="3030572"/>
                  </a:cubicBezTo>
                  <a:cubicBezTo>
                    <a:pt x="515708" y="3047227"/>
                    <a:pt x="515708" y="3065429"/>
                    <a:pt x="515708" y="3084714"/>
                  </a:cubicBezTo>
                  <a:cubicBezTo>
                    <a:pt x="515708" y="3091778"/>
                    <a:pt x="515708" y="3098894"/>
                    <a:pt x="515932" y="3105872"/>
                  </a:cubicBezTo>
                  <a:cubicBezTo>
                    <a:pt x="520658" y="3272595"/>
                    <a:pt x="526863" y="3330657"/>
                    <a:pt x="553539" y="3479625"/>
                  </a:cubicBezTo>
                  <a:cubicBezTo>
                    <a:pt x="537262" y="3435331"/>
                    <a:pt x="516826" y="3390918"/>
                    <a:pt x="490442" y="3348188"/>
                  </a:cubicBezTo>
                  <a:cubicBezTo>
                    <a:pt x="383602" y="3175260"/>
                    <a:pt x="247868" y="3057883"/>
                    <a:pt x="75490" y="2989389"/>
                  </a:cubicBezTo>
                  <a:cubicBezTo>
                    <a:pt x="64524" y="2984972"/>
                    <a:pt x="53524" y="2981792"/>
                    <a:pt x="40770" y="2978080"/>
                  </a:cubicBezTo>
                  <a:lnTo>
                    <a:pt x="38227" y="2977323"/>
                  </a:lnTo>
                  <a:cubicBezTo>
                    <a:pt x="33053" y="2975811"/>
                    <a:pt x="27570" y="2974195"/>
                    <a:pt x="21709" y="2972408"/>
                  </a:cubicBezTo>
                  <a:cubicBezTo>
                    <a:pt x="16415" y="2970672"/>
                    <a:pt x="10382" y="2971858"/>
                    <a:pt x="6068" y="2975433"/>
                  </a:cubicBezTo>
                  <a:cubicBezTo>
                    <a:pt x="1771" y="2978991"/>
                    <a:pt x="-481" y="2984439"/>
                    <a:pt x="86" y="2990111"/>
                  </a:cubicBezTo>
                  <a:cubicBezTo>
                    <a:pt x="1358" y="3001937"/>
                    <a:pt x="2235" y="3013435"/>
                    <a:pt x="3043" y="3024659"/>
                  </a:cubicBezTo>
                  <a:cubicBezTo>
                    <a:pt x="4813" y="3049272"/>
                    <a:pt x="6480" y="3072510"/>
                    <a:pt x="12445" y="3095508"/>
                  </a:cubicBezTo>
                  <a:cubicBezTo>
                    <a:pt x="68065" y="3310340"/>
                    <a:pt x="160124" y="3481447"/>
                    <a:pt x="293863" y="3618624"/>
                  </a:cubicBezTo>
                  <a:cubicBezTo>
                    <a:pt x="351048" y="3677269"/>
                    <a:pt x="411309" y="3710889"/>
                    <a:pt x="478084" y="3721425"/>
                  </a:cubicBezTo>
                  <a:cubicBezTo>
                    <a:pt x="494928" y="3724055"/>
                    <a:pt x="515519" y="3724381"/>
                    <a:pt x="550376" y="3722216"/>
                  </a:cubicBezTo>
                  <a:lnTo>
                    <a:pt x="560414" y="3721614"/>
                  </a:lnTo>
                  <a:cubicBezTo>
                    <a:pt x="561944" y="3721528"/>
                    <a:pt x="563285" y="3721442"/>
                    <a:pt x="564505" y="3721442"/>
                  </a:cubicBezTo>
                  <a:cubicBezTo>
                    <a:pt x="567255" y="3721442"/>
                    <a:pt x="567479" y="3721442"/>
                    <a:pt x="569386" y="3724261"/>
                  </a:cubicBezTo>
                  <a:lnTo>
                    <a:pt x="616086" y="3788389"/>
                  </a:lnTo>
                  <a:cubicBezTo>
                    <a:pt x="616688" y="3789231"/>
                    <a:pt x="617564" y="3792274"/>
                    <a:pt x="618166" y="3794371"/>
                  </a:cubicBezTo>
                  <a:lnTo>
                    <a:pt x="618853" y="3796674"/>
                  </a:lnTo>
                  <a:cubicBezTo>
                    <a:pt x="667323" y="3960991"/>
                    <a:pt x="727464" y="4119257"/>
                    <a:pt x="798382" y="4269464"/>
                  </a:cubicBezTo>
                  <a:cubicBezTo>
                    <a:pt x="766464" y="4225411"/>
                    <a:pt x="731486" y="4185191"/>
                    <a:pt x="692504" y="4147360"/>
                  </a:cubicBezTo>
                  <a:cubicBezTo>
                    <a:pt x="513233" y="3973418"/>
                    <a:pt x="206737" y="3968382"/>
                    <a:pt x="172379" y="3968382"/>
                  </a:cubicBezTo>
                  <a:lnTo>
                    <a:pt x="168099" y="3968416"/>
                  </a:lnTo>
                  <a:lnTo>
                    <a:pt x="165400" y="3968915"/>
                  </a:lnTo>
                  <a:cubicBezTo>
                    <a:pt x="156978" y="3971905"/>
                    <a:pt x="152423" y="3980912"/>
                    <a:pt x="155019" y="3989385"/>
                  </a:cubicBezTo>
                  <a:cubicBezTo>
                    <a:pt x="157408" y="3997378"/>
                    <a:pt x="159642" y="4005456"/>
                    <a:pt x="162203" y="4014944"/>
                  </a:cubicBezTo>
                  <a:cubicBezTo>
                    <a:pt x="167102" y="4032768"/>
                    <a:pt x="172190" y="4051176"/>
                    <a:pt x="179323" y="4068983"/>
                  </a:cubicBezTo>
                  <a:cubicBezTo>
                    <a:pt x="213286" y="4153857"/>
                    <a:pt x="268339" y="4235500"/>
                    <a:pt x="352612" y="4326012"/>
                  </a:cubicBezTo>
                  <a:cubicBezTo>
                    <a:pt x="410518" y="4388060"/>
                    <a:pt x="475798" y="4450986"/>
                    <a:pt x="560689" y="4490776"/>
                  </a:cubicBezTo>
                  <a:cubicBezTo>
                    <a:pt x="653659" y="4534433"/>
                    <a:pt x="737605" y="4545090"/>
                    <a:pt x="821087" y="4523708"/>
                  </a:cubicBezTo>
                  <a:cubicBezTo>
                    <a:pt x="835284" y="4519978"/>
                    <a:pt x="851613" y="4515251"/>
                    <a:pt x="865655" y="4506142"/>
                  </a:cubicBezTo>
                  <a:cubicBezTo>
                    <a:pt x="875659" y="4499731"/>
                    <a:pt x="878392" y="4499937"/>
                    <a:pt x="888223" y="4507259"/>
                  </a:cubicBezTo>
                  <a:cubicBezTo>
                    <a:pt x="899877" y="4515922"/>
                    <a:pt x="912269" y="4523192"/>
                    <a:pt x="924301" y="4530239"/>
                  </a:cubicBezTo>
                  <a:cubicBezTo>
                    <a:pt x="930953" y="4534141"/>
                    <a:pt x="937656" y="4538077"/>
                    <a:pt x="943912" y="4542030"/>
                  </a:cubicBezTo>
                  <a:cubicBezTo>
                    <a:pt x="944909" y="4542873"/>
                    <a:pt x="947040" y="4546361"/>
                    <a:pt x="947831" y="4547651"/>
                  </a:cubicBezTo>
                  <a:cubicBezTo>
                    <a:pt x="1022736" y="4669823"/>
                    <a:pt x="1105256" y="4783366"/>
                    <a:pt x="1194358" y="4886941"/>
                  </a:cubicBezTo>
                  <a:cubicBezTo>
                    <a:pt x="1146163" y="4851878"/>
                    <a:pt x="1096679" y="4826508"/>
                    <a:pt x="1044118" y="4809613"/>
                  </a:cubicBezTo>
                  <a:cubicBezTo>
                    <a:pt x="883497" y="4757860"/>
                    <a:pt x="715140" y="4764443"/>
                    <a:pt x="548400" y="4828915"/>
                  </a:cubicBezTo>
                  <a:cubicBezTo>
                    <a:pt x="523512" y="4838557"/>
                    <a:pt x="496234" y="4853167"/>
                    <a:pt x="494412" y="4854198"/>
                  </a:cubicBezTo>
                  <a:cubicBezTo>
                    <a:pt x="490597" y="4856707"/>
                    <a:pt x="487967" y="4860764"/>
                    <a:pt x="487142" y="4865422"/>
                  </a:cubicBezTo>
                  <a:cubicBezTo>
                    <a:pt x="486420" y="4869994"/>
                    <a:pt x="487606" y="4874669"/>
                    <a:pt x="490390" y="4878244"/>
                  </a:cubicBezTo>
                  <a:cubicBezTo>
                    <a:pt x="495598" y="4885016"/>
                    <a:pt x="500634" y="4891823"/>
                    <a:pt x="505619" y="4898577"/>
                  </a:cubicBezTo>
                  <a:lnTo>
                    <a:pt x="506719" y="4900056"/>
                  </a:lnTo>
                  <a:cubicBezTo>
                    <a:pt x="517977" y="4915387"/>
                    <a:pt x="530731" y="4932730"/>
                    <a:pt x="545031" y="4948096"/>
                  </a:cubicBezTo>
                  <a:cubicBezTo>
                    <a:pt x="609434" y="5017140"/>
                    <a:pt x="688860" y="5063427"/>
                    <a:pt x="765106" y="5103166"/>
                  </a:cubicBezTo>
                  <a:cubicBezTo>
                    <a:pt x="869952" y="5157566"/>
                    <a:pt x="977171" y="5186871"/>
                    <a:pt x="1083805" y="5190309"/>
                  </a:cubicBezTo>
                  <a:cubicBezTo>
                    <a:pt x="1088824" y="5190481"/>
                    <a:pt x="1093843" y="5190584"/>
                    <a:pt x="1098845" y="5190584"/>
                  </a:cubicBezTo>
                  <a:cubicBezTo>
                    <a:pt x="1196936" y="5190584"/>
                    <a:pt x="1273509" y="5158253"/>
                    <a:pt x="1332532" y="5092131"/>
                  </a:cubicBezTo>
                  <a:cubicBezTo>
                    <a:pt x="1333254" y="5091616"/>
                    <a:pt x="1335815" y="5090636"/>
                    <a:pt x="1337225" y="5090619"/>
                  </a:cubicBezTo>
                  <a:cubicBezTo>
                    <a:pt x="1359775" y="5092234"/>
                    <a:pt x="1381209" y="5095517"/>
                    <a:pt x="1397228" y="5098181"/>
                  </a:cubicBezTo>
                  <a:cubicBezTo>
                    <a:pt x="1399754" y="5098628"/>
                    <a:pt x="1402865" y="5100141"/>
                    <a:pt x="1404808" y="5101894"/>
                  </a:cubicBezTo>
                  <a:cubicBezTo>
                    <a:pt x="1503415" y="5189192"/>
                    <a:pt x="1607849" y="5265816"/>
                    <a:pt x="1716941" y="5331027"/>
                  </a:cubicBezTo>
                  <a:cubicBezTo>
                    <a:pt x="1700406" y="5326128"/>
                    <a:pt x="1683373" y="5321866"/>
                    <a:pt x="1665944" y="5318445"/>
                  </a:cubicBezTo>
                  <a:cubicBezTo>
                    <a:pt x="1549359" y="5296032"/>
                    <a:pt x="1430383" y="5310092"/>
                    <a:pt x="1299738" y="5362000"/>
                  </a:cubicBezTo>
                  <a:cubicBezTo>
                    <a:pt x="1211598" y="5397132"/>
                    <a:pt x="1129628" y="5448747"/>
                    <a:pt x="1049137" y="5519785"/>
                  </a:cubicBezTo>
                  <a:cubicBezTo>
                    <a:pt x="1042502" y="5525612"/>
                    <a:pt x="1041574" y="5535632"/>
                    <a:pt x="1047040" y="5542577"/>
                  </a:cubicBezTo>
                  <a:cubicBezTo>
                    <a:pt x="1075521" y="5578826"/>
                    <a:pt x="1112578" y="5599125"/>
                    <a:pt x="1145080" y="5614181"/>
                  </a:cubicBezTo>
                  <a:cubicBezTo>
                    <a:pt x="1224351" y="5651015"/>
                    <a:pt x="1313832" y="5674597"/>
                    <a:pt x="1418730" y="5686320"/>
                  </a:cubicBezTo>
                  <a:cubicBezTo>
                    <a:pt x="1419039" y="5686336"/>
                    <a:pt x="1452745" y="5689259"/>
                    <a:pt x="1500012" y="5689259"/>
                  </a:cubicBezTo>
                  <a:cubicBezTo>
                    <a:pt x="1534130" y="5689259"/>
                    <a:pt x="1565876" y="5687729"/>
                    <a:pt x="1594322" y="5684721"/>
                  </a:cubicBezTo>
                  <a:cubicBezTo>
                    <a:pt x="1621514" y="5681868"/>
                    <a:pt x="1648636" y="5677210"/>
                    <a:pt x="1674951" y="5670885"/>
                  </a:cubicBezTo>
                  <a:cubicBezTo>
                    <a:pt x="1795817" y="5641459"/>
                    <a:pt x="1877717" y="5580957"/>
                    <a:pt x="1924641" y="5487025"/>
                  </a:cubicBezTo>
                  <a:cubicBezTo>
                    <a:pt x="1925483" y="5486217"/>
                    <a:pt x="1929092" y="5484120"/>
                    <a:pt x="1933664" y="5483003"/>
                  </a:cubicBezTo>
                  <a:cubicBezTo>
                    <a:pt x="1955476" y="5477589"/>
                    <a:pt x="1975104" y="5473773"/>
                    <a:pt x="1993771" y="5471281"/>
                  </a:cubicBezTo>
                  <a:cubicBezTo>
                    <a:pt x="1998171" y="5470576"/>
                    <a:pt x="2003654" y="5471762"/>
                    <a:pt x="2010563" y="5474546"/>
                  </a:cubicBezTo>
                  <a:cubicBezTo>
                    <a:pt x="2094028" y="5506705"/>
                    <a:pt x="2182357" y="5533501"/>
                    <a:pt x="2272921" y="5554161"/>
                  </a:cubicBezTo>
                  <a:cubicBezTo>
                    <a:pt x="2274193" y="5554470"/>
                    <a:pt x="2275516" y="5554625"/>
                    <a:pt x="2276839" y="5554625"/>
                  </a:cubicBezTo>
                  <a:cubicBezTo>
                    <a:pt x="2282924" y="5554625"/>
                    <a:pt x="2288527" y="5551273"/>
                    <a:pt x="2291484" y="5545808"/>
                  </a:cubicBezTo>
                  <a:cubicBezTo>
                    <a:pt x="2300129" y="5529720"/>
                    <a:pt x="2310665" y="5514285"/>
                    <a:pt x="2322783" y="5499933"/>
                  </a:cubicBezTo>
                  <a:cubicBezTo>
                    <a:pt x="2326581" y="5495412"/>
                    <a:pt x="2327716" y="5489397"/>
                    <a:pt x="2325842" y="5483828"/>
                  </a:cubicBezTo>
                  <a:cubicBezTo>
                    <a:pt x="2324055" y="5478431"/>
                    <a:pt x="2319517" y="5474340"/>
                    <a:pt x="2313708" y="54729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34" name="Graphic 10">
            <a:extLst>
              <a:ext uri="{FF2B5EF4-FFF2-40B4-BE49-F238E27FC236}">
                <a16:creationId xmlns:a16="http://schemas.microsoft.com/office/drawing/2014/main" id="{4180522F-B6E1-0D30-62FC-EFBD9C0FA3CF}"/>
              </a:ext>
            </a:extLst>
          </p:cNvPr>
          <p:cNvGrpSpPr/>
          <p:nvPr userDrawn="1"/>
        </p:nvGrpSpPr>
        <p:grpSpPr>
          <a:xfrm>
            <a:off x="741392" y="4350871"/>
            <a:ext cx="3253482" cy="1553208"/>
            <a:chOff x="-4653512" y="542621"/>
            <a:chExt cx="12250752" cy="5689460"/>
          </a:xfrm>
          <a:solidFill>
            <a:srgbClr val="E5DFD3"/>
          </a:solidFill>
        </p:grpSpPr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7211F511-5511-A015-410A-A2303064FF1A}"/>
                </a:ext>
              </a:extLst>
            </p:cNvPr>
            <p:cNvSpPr/>
            <p:nvPr/>
          </p:nvSpPr>
          <p:spPr>
            <a:xfrm>
              <a:off x="5270511" y="542720"/>
              <a:ext cx="2326729" cy="5689361"/>
            </a:xfrm>
            <a:custGeom>
              <a:avLst/>
              <a:gdLst>
                <a:gd name="connsiteX0" fmla="*/ 2320660 w 2326735"/>
                <a:gd name="connsiteY0" fmla="*/ 2975382 h 5689362"/>
                <a:gd name="connsiteX1" fmla="*/ 2305139 w 2326735"/>
                <a:gd name="connsiteY1" fmla="*/ 2972323 h 5689362"/>
                <a:gd name="connsiteX2" fmla="*/ 2288501 w 2326735"/>
                <a:gd name="connsiteY2" fmla="*/ 2977273 h 5689362"/>
                <a:gd name="connsiteX3" fmla="*/ 2285974 w 2326735"/>
                <a:gd name="connsiteY3" fmla="*/ 2978012 h 5689362"/>
                <a:gd name="connsiteX4" fmla="*/ 2251289 w 2326735"/>
                <a:gd name="connsiteY4" fmla="*/ 2989322 h 5689362"/>
                <a:gd name="connsiteX5" fmla="*/ 1836268 w 2326735"/>
                <a:gd name="connsiteY5" fmla="*/ 3348138 h 5689362"/>
                <a:gd name="connsiteX6" fmla="*/ 1773171 w 2326735"/>
                <a:gd name="connsiteY6" fmla="*/ 3479574 h 5689362"/>
                <a:gd name="connsiteX7" fmla="*/ 1810779 w 2326735"/>
                <a:gd name="connsiteY7" fmla="*/ 3105839 h 5689362"/>
                <a:gd name="connsiteX8" fmla="*/ 1811002 w 2326735"/>
                <a:gd name="connsiteY8" fmla="*/ 3084663 h 5689362"/>
                <a:gd name="connsiteX9" fmla="*/ 1815213 w 2326735"/>
                <a:gd name="connsiteY9" fmla="*/ 3030539 h 5689362"/>
                <a:gd name="connsiteX10" fmla="*/ 1840256 w 2326735"/>
                <a:gd name="connsiteY10" fmla="*/ 2972185 h 5689362"/>
                <a:gd name="connsiteX11" fmla="*/ 1848077 w 2326735"/>
                <a:gd name="connsiteY11" fmla="*/ 2956699 h 5689362"/>
                <a:gd name="connsiteX12" fmla="*/ 1852425 w 2326735"/>
                <a:gd name="connsiteY12" fmla="*/ 2954052 h 5689362"/>
                <a:gd name="connsiteX13" fmla="*/ 1985770 w 2326735"/>
                <a:gd name="connsiteY13" fmla="*/ 2890061 h 5689362"/>
                <a:gd name="connsiteX14" fmla="*/ 2085356 w 2326735"/>
                <a:gd name="connsiteY14" fmla="*/ 2759140 h 5689362"/>
                <a:gd name="connsiteX15" fmla="*/ 2220729 w 2326735"/>
                <a:gd name="connsiteY15" fmla="*/ 2159762 h 5689362"/>
                <a:gd name="connsiteX16" fmla="*/ 2215504 w 2326735"/>
                <a:gd name="connsiteY16" fmla="*/ 2096802 h 5689362"/>
                <a:gd name="connsiteX17" fmla="*/ 2212015 w 2326735"/>
                <a:gd name="connsiteY17" fmla="*/ 2066448 h 5689362"/>
                <a:gd name="connsiteX18" fmla="*/ 2202802 w 2326735"/>
                <a:gd name="connsiteY18" fmla="*/ 2053162 h 5689362"/>
                <a:gd name="connsiteX19" fmla="*/ 2186594 w 2326735"/>
                <a:gd name="connsiteY19" fmla="*/ 2053970 h 5689362"/>
                <a:gd name="connsiteX20" fmla="*/ 2178498 w 2326735"/>
                <a:gd name="connsiteY20" fmla="*/ 2058851 h 5689362"/>
                <a:gd name="connsiteX21" fmla="*/ 2167017 w 2326735"/>
                <a:gd name="connsiteY21" fmla="*/ 2066156 h 5689362"/>
                <a:gd name="connsiteX22" fmla="*/ 1963511 w 2326735"/>
                <a:gd name="connsiteY22" fmla="*/ 2271982 h 5689362"/>
                <a:gd name="connsiteX23" fmla="*/ 1800621 w 2326735"/>
                <a:gd name="connsiteY23" fmla="*/ 2718319 h 5689362"/>
                <a:gd name="connsiteX24" fmla="*/ 1796203 w 2326735"/>
                <a:gd name="connsiteY24" fmla="*/ 2663300 h 5689362"/>
                <a:gd name="connsiteX25" fmla="*/ 1795688 w 2326735"/>
                <a:gd name="connsiteY25" fmla="*/ 2656649 h 5689362"/>
                <a:gd name="connsiteX26" fmla="*/ 1779136 w 2326735"/>
                <a:gd name="connsiteY26" fmla="*/ 2437278 h 5689362"/>
                <a:gd name="connsiteX27" fmla="*/ 1770920 w 2326735"/>
                <a:gd name="connsiteY27" fmla="*/ 2383326 h 5689362"/>
                <a:gd name="connsiteX28" fmla="*/ 1768049 w 2326735"/>
                <a:gd name="connsiteY28" fmla="*/ 2285027 h 5689362"/>
                <a:gd name="connsiteX29" fmla="*/ 1774185 w 2326735"/>
                <a:gd name="connsiteY29" fmla="*/ 2262460 h 5689362"/>
                <a:gd name="connsiteX30" fmla="*/ 1837025 w 2326735"/>
                <a:gd name="connsiteY30" fmla="*/ 2183687 h 5689362"/>
                <a:gd name="connsiteX31" fmla="*/ 1838348 w 2326735"/>
                <a:gd name="connsiteY31" fmla="*/ 2182501 h 5689362"/>
                <a:gd name="connsiteX32" fmla="*/ 1955794 w 2326735"/>
                <a:gd name="connsiteY32" fmla="*/ 1989893 h 5689362"/>
                <a:gd name="connsiteX33" fmla="*/ 1989156 w 2326735"/>
                <a:gd name="connsiteY33" fmla="*/ 1645790 h 5689362"/>
                <a:gd name="connsiteX34" fmla="*/ 1989104 w 2326735"/>
                <a:gd name="connsiteY34" fmla="*/ 1643297 h 5689362"/>
                <a:gd name="connsiteX35" fmla="*/ 1944071 w 2326735"/>
                <a:gd name="connsiteY35" fmla="*/ 1329204 h 5689362"/>
                <a:gd name="connsiteX36" fmla="*/ 1931456 w 2326735"/>
                <a:gd name="connsiteY36" fmla="*/ 1294914 h 5689362"/>
                <a:gd name="connsiteX37" fmla="*/ 1924116 w 2326735"/>
                <a:gd name="connsiteY37" fmla="*/ 1275853 h 5689362"/>
                <a:gd name="connsiteX38" fmla="*/ 1911311 w 2326735"/>
                <a:gd name="connsiteY38" fmla="*/ 1265214 h 5689362"/>
                <a:gd name="connsiteX39" fmla="*/ 1908475 w 2326735"/>
                <a:gd name="connsiteY39" fmla="*/ 1264956 h 5689362"/>
                <a:gd name="connsiteX40" fmla="*/ 1895584 w 2326735"/>
                <a:gd name="connsiteY40" fmla="*/ 1271092 h 5689362"/>
                <a:gd name="connsiteX41" fmla="*/ 1868066 w 2326735"/>
                <a:gd name="connsiteY41" fmla="*/ 1304626 h 5689362"/>
                <a:gd name="connsiteX42" fmla="*/ 1675372 w 2326735"/>
                <a:gd name="connsiteY42" fmla="*/ 1865572 h 5689362"/>
                <a:gd name="connsiteX43" fmla="*/ 1683794 w 2326735"/>
                <a:gd name="connsiteY43" fmla="*/ 1980371 h 5689362"/>
                <a:gd name="connsiteX44" fmla="*/ 1566211 w 2326735"/>
                <a:gd name="connsiteY44" fmla="*/ 1643624 h 5689362"/>
                <a:gd name="connsiteX45" fmla="*/ 1564613 w 2326735"/>
                <a:gd name="connsiteY45" fmla="*/ 1635821 h 5689362"/>
                <a:gd name="connsiteX46" fmla="*/ 1564303 w 2326735"/>
                <a:gd name="connsiteY46" fmla="*/ 1621005 h 5689362"/>
                <a:gd name="connsiteX47" fmla="*/ 1564269 w 2326735"/>
                <a:gd name="connsiteY47" fmla="*/ 1555742 h 5689362"/>
                <a:gd name="connsiteX48" fmla="*/ 1571608 w 2326735"/>
                <a:gd name="connsiteY48" fmla="*/ 1539276 h 5689362"/>
                <a:gd name="connsiteX49" fmla="*/ 1594124 w 2326735"/>
                <a:gd name="connsiteY49" fmla="*/ 1511947 h 5689362"/>
                <a:gd name="connsiteX50" fmla="*/ 1632694 w 2326735"/>
                <a:gd name="connsiteY50" fmla="*/ 1461380 h 5689362"/>
                <a:gd name="connsiteX51" fmla="*/ 1685358 w 2326735"/>
                <a:gd name="connsiteY51" fmla="*/ 1239363 h 5689362"/>
                <a:gd name="connsiteX52" fmla="*/ 1632883 w 2326735"/>
                <a:gd name="connsiteY52" fmla="*/ 881578 h 5689362"/>
                <a:gd name="connsiteX53" fmla="*/ 1527349 w 2326735"/>
                <a:gd name="connsiteY53" fmla="*/ 623466 h 5689362"/>
                <a:gd name="connsiteX54" fmla="*/ 1514836 w 2326735"/>
                <a:gd name="connsiteY54" fmla="*/ 606192 h 5689362"/>
                <a:gd name="connsiteX55" fmla="*/ 1508511 w 2326735"/>
                <a:gd name="connsiteY55" fmla="*/ 597856 h 5689362"/>
                <a:gd name="connsiteX56" fmla="*/ 1493936 w 2326735"/>
                <a:gd name="connsiteY56" fmla="*/ 591136 h 5689362"/>
                <a:gd name="connsiteX57" fmla="*/ 1480495 w 2326735"/>
                <a:gd name="connsiteY57" fmla="*/ 599713 h 5689362"/>
                <a:gd name="connsiteX58" fmla="*/ 1373998 w 2326735"/>
                <a:gd name="connsiteY58" fmla="*/ 1012258 h 5689362"/>
                <a:gd name="connsiteX59" fmla="*/ 1416985 w 2326735"/>
                <a:gd name="connsiteY59" fmla="*/ 1332728 h 5689362"/>
                <a:gd name="connsiteX60" fmla="*/ 1208564 w 2326735"/>
                <a:gd name="connsiteY60" fmla="*/ 1001705 h 5689362"/>
                <a:gd name="connsiteX61" fmla="*/ 1206828 w 2326735"/>
                <a:gd name="connsiteY61" fmla="*/ 999316 h 5689362"/>
                <a:gd name="connsiteX62" fmla="*/ 1204508 w 2326735"/>
                <a:gd name="connsiteY62" fmla="*/ 996703 h 5689362"/>
                <a:gd name="connsiteX63" fmla="*/ 1194161 w 2326735"/>
                <a:gd name="connsiteY63" fmla="*/ 911691 h 5689362"/>
                <a:gd name="connsiteX64" fmla="*/ 1198199 w 2326735"/>
                <a:gd name="connsiteY64" fmla="*/ 903424 h 5689362"/>
                <a:gd name="connsiteX65" fmla="*/ 1214511 w 2326735"/>
                <a:gd name="connsiteY65" fmla="*/ 877711 h 5689362"/>
                <a:gd name="connsiteX66" fmla="*/ 1245999 w 2326735"/>
                <a:gd name="connsiteY66" fmla="*/ 820956 h 5689362"/>
                <a:gd name="connsiteX67" fmla="*/ 1261984 w 2326735"/>
                <a:gd name="connsiteY67" fmla="*/ 605539 h 5689362"/>
                <a:gd name="connsiteX68" fmla="*/ 1015130 w 2326735"/>
                <a:gd name="connsiteY68" fmla="*/ 101175 h 5689362"/>
                <a:gd name="connsiteX69" fmla="*/ 968482 w 2326735"/>
                <a:gd name="connsiteY69" fmla="*/ 55971 h 5689362"/>
                <a:gd name="connsiteX70" fmla="*/ 963876 w 2326735"/>
                <a:gd name="connsiteY70" fmla="*/ 51794 h 5689362"/>
                <a:gd name="connsiteX71" fmla="*/ 943921 w 2326735"/>
                <a:gd name="connsiteY71" fmla="*/ 33489 h 5689362"/>
                <a:gd name="connsiteX72" fmla="*/ 927506 w 2326735"/>
                <a:gd name="connsiteY72" fmla="*/ 29622 h 5689362"/>
                <a:gd name="connsiteX73" fmla="*/ 916179 w 2326735"/>
                <a:gd name="connsiteY73" fmla="*/ 41894 h 5689362"/>
                <a:gd name="connsiteX74" fmla="*/ 913154 w 2326735"/>
                <a:gd name="connsiteY74" fmla="*/ 55163 h 5689362"/>
                <a:gd name="connsiteX75" fmla="*/ 908307 w 2326735"/>
                <a:gd name="connsiteY75" fmla="*/ 77886 h 5689362"/>
                <a:gd name="connsiteX76" fmla="*/ 912484 w 2326735"/>
                <a:gd name="connsiteY76" fmla="*/ 442064 h 5689362"/>
                <a:gd name="connsiteX77" fmla="*/ 1041222 w 2326735"/>
                <a:gd name="connsiteY77" fmla="*/ 788797 h 5689362"/>
                <a:gd name="connsiteX78" fmla="*/ 749593 w 2326735"/>
                <a:gd name="connsiteY78" fmla="*/ 491772 h 5689362"/>
                <a:gd name="connsiteX79" fmla="*/ 748442 w 2326735"/>
                <a:gd name="connsiteY79" fmla="*/ 488970 h 5689362"/>
                <a:gd name="connsiteX80" fmla="*/ 698064 w 2326735"/>
                <a:gd name="connsiteY80" fmla="*/ 296654 h 5689362"/>
                <a:gd name="connsiteX81" fmla="*/ 472111 w 2326735"/>
                <a:gd name="connsiteY81" fmla="*/ 110216 h 5689362"/>
                <a:gd name="connsiteX82" fmla="*/ 298289 w 2326735"/>
                <a:gd name="connsiteY82" fmla="*/ 42186 h 5689362"/>
                <a:gd name="connsiteX83" fmla="*/ 214394 w 2326735"/>
                <a:gd name="connsiteY83" fmla="*/ 10681 h 5689362"/>
                <a:gd name="connsiteX84" fmla="*/ 166835 w 2326735"/>
                <a:gd name="connsiteY84" fmla="*/ 3410 h 5689362"/>
                <a:gd name="connsiteX85" fmla="*/ 164068 w 2326735"/>
                <a:gd name="connsiteY85" fmla="*/ 30567 h 5689362"/>
                <a:gd name="connsiteX86" fmla="*/ 165271 w 2326735"/>
                <a:gd name="connsiteY86" fmla="*/ 34606 h 5689362"/>
                <a:gd name="connsiteX87" fmla="*/ 307072 w 2326735"/>
                <a:gd name="connsiteY87" fmla="*/ 319188 h 5689362"/>
                <a:gd name="connsiteX88" fmla="*/ 703856 w 2326735"/>
                <a:gd name="connsiteY88" fmla="*/ 529758 h 5689362"/>
                <a:gd name="connsiteX89" fmla="*/ 715424 w 2326735"/>
                <a:gd name="connsiteY89" fmla="*/ 532972 h 5689362"/>
                <a:gd name="connsiteX90" fmla="*/ 767813 w 2326735"/>
                <a:gd name="connsiteY90" fmla="*/ 575581 h 5689362"/>
                <a:gd name="connsiteX91" fmla="*/ 900985 w 2326735"/>
                <a:gd name="connsiteY91" fmla="*/ 707172 h 5689362"/>
                <a:gd name="connsiteX92" fmla="*/ 668036 w 2326735"/>
                <a:gd name="connsiteY92" fmla="*/ 653305 h 5689362"/>
                <a:gd name="connsiteX93" fmla="*/ 524070 w 2326735"/>
                <a:gd name="connsiteY93" fmla="*/ 669822 h 5689362"/>
                <a:gd name="connsiteX94" fmla="*/ 522282 w 2326735"/>
                <a:gd name="connsiteY94" fmla="*/ 670097 h 5689362"/>
                <a:gd name="connsiteX95" fmla="*/ 480945 w 2326735"/>
                <a:gd name="connsiteY95" fmla="*/ 676079 h 5689362"/>
                <a:gd name="connsiteX96" fmla="*/ 393768 w 2326735"/>
                <a:gd name="connsiteY96" fmla="*/ 690156 h 5689362"/>
                <a:gd name="connsiteX97" fmla="*/ 351056 w 2326735"/>
                <a:gd name="connsiteY97" fmla="*/ 710558 h 5689362"/>
                <a:gd name="connsiteX98" fmla="*/ 351503 w 2326735"/>
                <a:gd name="connsiteY98" fmla="*/ 723844 h 5689362"/>
                <a:gd name="connsiteX99" fmla="*/ 358309 w 2326735"/>
                <a:gd name="connsiteY99" fmla="*/ 734277 h 5689362"/>
                <a:gd name="connsiteX100" fmla="*/ 627868 w 2326735"/>
                <a:gd name="connsiteY100" fmla="*/ 936184 h 5689362"/>
                <a:gd name="connsiteX101" fmla="*/ 976097 w 2326735"/>
                <a:gd name="connsiteY101" fmla="*/ 924909 h 5689362"/>
                <a:gd name="connsiteX102" fmla="*/ 1033504 w 2326735"/>
                <a:gd name="connsiteY102" fmla="*/ 911623 h 5689362"/>
                <a:gd name="connsiteX103" fmla="*/ 1066798 w 2326735"/>
                <a:gd name="connsiteY103" fmla="*/ 915198 h 5689362"/>
                <a:gd name="connsiteX104" fmla="*/ 1083143 w 2326735"/>
                <a:gd name="connsiteY104" fmla="*/ 921935 h 5689362"/>
                <a:gd name="connsiteX105" fmla="*/ 1267845 w 2326735"/>
                <a:gd name="connsiteY105" fmla="*/ 1195155 h 5689362"/>
                <a:gd name="connsiteX106" fmla="*/ 1068791 w 2326735"/>
                <a:gd name="connsiteY106" fmla="*/ 1094898 h 5689362"/>
                <a:gd name="connsiteX107" fmla="*/ 840105 w 2326735"/>
                <a:gd name="connsiteY107" fmla="*/ 1069133 h 5689362"/>
                <a:gd name="connsiteX108" fmla="*/ 814959 w 2326735"/>
                <a:gd name="connsiteY108" fmla="*/ 1067861 h 5689362"/>
                <a:gd name="connsiteX109" fmla="*/ 743612 w 2326735"/>
                <a:gd name="connsiteY109" fmla="*/ 1063633 h 5689362"/>
                <a:gd name="connsiteX110" fmla="*/ 702945 w 2326735"/>
                <a:gd name="connsiteY110" fmla="*/ 1061124 h 5689362"/>
                <a:gd name="connsiteX111" fmla="*/ 689625 w 2326735"/>
                <a:gd name="connsiteY111" fmla="*/ 1067896 h 5689362"/>
                <a:gd name="connsiteX112" fmla="*/ 687424 w 2326735"/>
                <a:gd name="connsiteY112" fmla="*/ 1083674 h 5689362"/>
                <a:gd name="connsiteX113" fmla="*/ 693561 w 2326735"/>
                <a:gd name="connsiteY113" fmla="*/ 1098542 h 5689362"/>
                <a:gd name="connsiteX114" fmla="*/ 977798 w 2326735"/>
                <a:gd name="connsiteY114" fmla="*/ 1378637 h 5689362"/>
                <a:gd name="connsiteX115" fmla="*/ 1286184 w 2326735"/>
                <a:gd name="connsiteY115" fmla="*/ 1423962 h 5689362"/>
                <a:gd name="connsiteX116" fmla="*/ 1324961 w 2326735"/>
                <a:gd name="connsiteY116" fmla="*/ 1419699 h 5689362"/>
                <a:gd name="connsiteX117" fmla="*/ 1403269 w 2326735"/>
                <a:gd name="connsiteY117" fmla="*/ 1444656 h 5689362"/>
                <a:gd name="connsiteX118" fmla="*/ 1549504 w 2326735"/>
                <a:gd name="connsiteY118" fmla="*/ 1795841 h 5689362"/>
                <a:gd name="connsiteX119" fmla="*/ 1364631 w 2326735"/>
                <a:gd name="connsiteY119" fmla="*/ 1647904 h 5689362"/>
                <a:gd name="connsiteX120" fmla="*/ 1125511 w 2326735"/>
                <a:gd name="connsiteY120" fmla="*/ 1544312 h 5689362"/>
                <a:gd name="connsiteX121" fmla="*/ 1022366 w 2326735"/>
                <a:gd name="connsiteY121" fmla="*/ 1501290 h 5689362"/>
                <a:gd name="connsiteX122" fmla="*/ 1006468 w 2326735"/>
                <a:gd name="connsiteY122" fmla="*/ 1502665 h 5689362"/>
                <a:gd name="connsiteX123" fmla="*/ 999008 w 2326735"/>
                <a:gd name="connsiteY123" fmla="*/ 1516553 h 5689362"/>
                <a:gd name="connsiteX124" fmla="*/ 1278468 w 2326735"/>
                <a:gd name="connsiteY124" fmla="*/ 1968184 h 5689362"/>
                <a:gd name="connsiteX125" fmla="*/ 1534001 w 2326735"/>
                <a:gd name="connsiteY125" fmla="*/ 2073787 h 5689362"/>
                <a:gd name="connsiteX126" fmla="*/ 1622347 w 2326735"/>
                <a:gd name="connsiteY126" fmla="*/ 2106720 h 5689362"/>
                <a:gd name="connsiteX127" fmla="*/ 1636475 w 2326735"/>
                <a:gd name="connsiteY127" fmla="*/ 2116448 h 5689362"/>
                <a:gd name="connsiteX128" fmla="*/ 1651274 w 2326735"/>
                <a:gd name="connsiteY128" fmla="*/ 2141783 h 5689362"/>
                <a:gd name="connsiteX129" fmla="*/ 1725200 w 2326735"/>
                <a:gd name="connsiteY129" fmla="*/ 2580592 h 5689362"/>
                <a:gd name="connsiteX130" fmla="*/ 1709112 w 2326735"/>
                <a:gd name="connsiteY130" fmla="*/ 2534665 h 5689362"/>
                <a:gd name="connsiteX131" fmla="*/ 1512928 w 2326735"/>
                <a:gd name="connsiteY131" fmla="*/ 2275986 h 5689362"/>
                <a:gd name="connsiteX132" fmla="*/ 1360248 w 2326735"/>
                <a:gd name="connsiteY132" fmla="*/ 2151855 h 5689362"/>
                <a:gd name="connsiteX133" fmla="*/ 1357841 w 2326735"/>
                <a:gd name="connsiteY133" fmla="*/ 2149964 h 5689362"/>
                <a:gd name="connsiteX134" fmla="*/ 1288969 w 2326735"/>
                <a:gd name="connsiteY134" fmla="*/ 2095169 h 5689362"/>
                <a:gd name="connsiteX135" fmla="*/ 1274291 w 2326735"/>
                <a:gd name="connsiteY135" fmla="*/ 2082880 h 5689362"/>
                <a:gd name="connsiteX136" fmla="*/ 1260008 w 2326735"/>
                <a:gd name="connsiteY136" fmla="*/ 2070642 h 5689362"/>
                <a:gd name="connsiteX137" fmla="*/ 1241720 w 2326735"/>
                <a:gd name="connsiteY137" fmla="*/ 2068459 h 5689362"/>
                <a:gd name="connsiteX138" fmla="*/ 1232593 w 2326735"/>
                <a:gd name="connsiteY138" fmla="*/ 2084512 h 5689362"/>
                <a:gd name="connsiteX139" fmla="*/ 1234397 w 2326735"/>
                <a:gd name="connsiteY139" fmla="*/ 2113302 h 5689362"/>
                <a:gd name="connsiteX140" fmla="*/ 1234673 w 2326735"/>
                <a:gd name="connsiteY140" fmla="*/ 2117582 h 5689362"/>
                <a:gd name="connsiteX141" fmla="*/ 1238780 w 2326735"/>
                <a:gd name="connsiteY141" fmla="*/ 2171793 h 5689362"/>
                <a:gd name="connsiteX142" fmla="*/ 1394263 w 2326735"/>
                <a:gd name="connsiteY142" fmla="*/ 2608333 h 5689362"/>
                <a:gd name="connsiteX143" fmla="*/ 1645018 w 2326735"/>
                <a:gd name="connsiteY143" fmla="*/ 2820742 h 5689362"/>
                <a:gd name="connsiteX144" fmla="*/ 1718136 w 2326735"/>
                <a:gd name="connsiteY144" fmla="*/ 2876861 h 5689362"/>
                <a:gd name="connsiteX145" fmla="*/ 1743058 w 2326735"/>
                <a:gd name="connsiteY145" fmla="*/ 2960480 h 5689362"/>
                <a:gd name="connsiteX146" fmla="*/ 1715128 w 2326735"/>
                <a:gd name="connsiteY146" fmla="*/ 3350097 h 5689362"/>
                <a:gd name="connsiteX147" fmla="*/ 1690515 w 2326735"/>
                <a:gd name="connsiteY147" fmla="*/ 3239940 h 5689362"/>
                <a:gd name="connsiteX148" fmla="*/ 1566589 w 2326735"/>
                <a:gd name="connsiteY148" fmla="*/ 3005960 h 5689362"/>
                <a:gd name="connsiteX149" fmla="*/ 1415662 w 2326735"/>
                <a:gd name="connsiteY149" fmla="*/ 2803193 h 5689362"/>
                <a:gd name="connsiteX150" fmla="*/ 1412345 w 2326735"/>
                <a:gd name="connsiteY150" fmla="*/ 2798776 h 5689362"/>
                <a:gd name="connsiteX151" fmla="*/ 1353596 w 2326735"/>
                <a:gd name="connsiteY151" fmla="*/ 2720639 h 5689362"/>
                <a:gd name="connsiteX152" fmla="*/ 1341771 w 2326735"/>
                <a:gd name="connsiteY152" fmla="*/ 2712424 h 5689362"/>
                <a:gd name="connsiteX153" fmla="*/ 1327900 w 2326735"/>
                <a:gd name="connsiteY153" fmla="*/ 2712063 h 5689362"/>
                <a:gd name="connsiteX154" fmla="*/ 1318567 w 2326735"/>
                <a:gd name="connsiteY154" fmla="*/ 2722255 h 5689362"/>
                <a:gd name="connsiteX155" fmla="*/ 1317982 w 2326735"/>
                <a:gd name="connsiteY155" fmla="*/ 2724043 h 5689362"/>
                <a:gd name="connsiteX156" fmla="*/ 1316161 w 2326735"/>
                <a:gd name="connsiteY156" fmla="*/ 2730712 h 5689362"/>
                <a:gd name="connsiteX157" fmla="*/ 1380616 w 2326735"/>
                <a:gd name="connsiteY157" fmla="*/ 3292225 h 5689362"/>
                <a:gd name="connsiteX158" fmla="*/ 1559302 w 2326735"/>
                <a:gd name="connsiteY158" fmla="*/ 3541313 h 5689362"/>
                <a:gd name="connsiteX159" fmla="*/ 1650432 w 2326735"/>
                <a:gd name="connsiteY159" fmla="*/ 3665479 h 5689362"/>
                <a:gd name="connsiteX160" fmla="*/ 1653629 w 2326735"/>
                <a:gd name="connsiteY160" fmla="*/ 3682238 h 5689362"/>
                <a:gd name="connsiteX161" fmla="*/ 1505641 w 2326735"/>
                <a:gd name="connsiteY161" fmla="*/ 4135158 h 5689362"/>
                <a:gd name="connsiteX162" fmla="*/ 1502375 w 2326735"/>
                <a:gd name="connsiteY162" fmla="*/ 3897465 h 5689362"/>
                <a:gd name="connsiteX163" fmla="*/ 1395311 w 2326735"/>
                <a:gd name="connsiteY163" fmla="*/ 3570516 h 5689362"/>
                <a:gd name="connsiteX164" fmla="*/ 1383744 w 2326735"/>
                <a:gd name="connsiteY164" fmla="*/ 3541485 h 5689362"/>
                <a:gd name="connsiteX165" fmla="*/ 1328605 w 2326735"/>
                <a:gd name="connsiteY165" fmla="*/ 3402813 h 5689362"/>
                <a:gd name="connsiteX166" fmla="*/ 1312774 w 2326735"/>
                <a:gd name="connsiteY166" fmla="*/ 3392225 h 5689362"/>
                <a:gd name="connsiteX167" fmla="*/ 1298268 w 2326735"/>
                <a:gd name="connsiteY167" fmla="*/ 3401283 h 5689362"/>
                <a:gd name="connsiteX168" fmla="*/ 1292200 w 2326735"/>
                <a:gd name="connsiteY168" fmla="*/ 3412696 h 5689362"/>
                <a:gd name="connsiteX169" fmla="*/ 1284913 w 2326735"/>
                <a:gd name="connsiteY169" fmla="*/ 3427168 h 5689362"/>
                <a:gd name="connsiteX170" fmla="*/ 1207000 w 2326735"/>
                <a:gd name="connsiteY170" fmla="*/ 3961026 h 5689362"/>
                <a:gd name="connsiteX171" fmla="*/ 1308993 w 2326735"/>
                <a:gd name="connsiteY171" fmla="*/ 4258258 h 5689362"/>
                <a:gd name="connsiteX172" fmla="*/ 1366092 w 2326735"/>
                <a:gd name="connsiteY172" fmla="*/ 4397910 h 5689362"/>
                <a:gd name="connsiteX173" fmla="*/ 1360884 w 2326735"/>
                <a:gd name="connsiteY173" fmla="*/ 4430052 h 5689362"/>
                <a:gd name="connsiteX174" fmla="*/ 1141341 w 2326735"/>
                <a:gd name="connsiteY174" fmla="*/ 4753839 h 5689362"/>
                <a:gd name="connsiteX175" fmla="*/ 1142253 w 2326735"/>
                <a:gd name="connsiteY175" fmla="*/ 4752189 h 5689362"/>
                <a:gd name="connsiteX176" fmla="*/ 1196000 w 2326735"/>
                <a:gd name="connsiteY176" fmla="*/ 4433953 h 5689362"/>
                <a:gd name="connsiteX177" fmla="*/ 1172005 w 2326735"/>
                <a:gd name="connsiteY177" fmla="*/ 4184986 h 5689362"/>
                <a:gd name="connsiteX178" fmla="*/ 1171472 w 2326735"/>
                <a:gd name="connsiteY178" fmla="*/ 4180293 h 5689362"/>
                <a:gd name="connsiteX179" fmla="*/ 1160644 w 2326735"/>
                <a:gd name="connsiteY179" fmla="*/ 4082803 h 5689362"/>
                <a:gd name="connsiteX180" fmla="*/ 1154250 w 2326735"/>
                <a:gd name="connsiteY180" fmla="*/ 4027200 h 5689362"/>
                <a:gd name="connsiteX181" fmla="*/ 1151276 w 2326735"/>
                <a:gd name="connsiteY181" fmla="*/ 4001865 h 5689362"/>
                <a:gd name="connsiteX182" fmla="*/ 1142287 w 2326735"/>
                <a:gd name="connsiteY182" fmla="*/ 3988974 h 5689362"/>
                <a:gd name="connsiteX183" fmla="*/ 1102360 w 2326735"/>
                <a:gd name="connsiteY183" fmla="*/ 4010476 h 5689362"/>
                <a:gd name="connsiteX184" fmla="*/ 899731 w 2326735"/>
                <a:gd name="connsiteY184" fmla="*/ 4446879 h 5689362"/>
                <a:gd name="connsiteX185" fmla="*/ 942081 w 2326735"/>
                <a:gd name="connsiteY185" fmla="*/ 4879964 h 5689362"/>
                <a:gd name="connsiteX186" fmla="*/ 943474 w 2326735"/>
                <a:gd name="connsiteY186" fmla="*/ 4892443 h 5689362"/>
                <a:gd name="connsiteX187" fmla="*/ 940569 w 2326735"/>
                <a:gd name="connsiteY187" fmla="*/ 4964873 h 5689362"/>
                <a:gd name="connsiteX188" fmla="*/ 935120 w 2326735"/>
                <a:gd name="connsiteY188" fmla="*/ 4978142 h 5689362"/>
                <a:gd name="connsiteX189" fmla="*/ 575067 w 2326735"/>
                <a:gd name="connsiteY189" fmla="*/ 5252049 h 5689362"/>
                <a:gd name="connsiteX190" fmla="*/ 709099 w 2326735"/>
                <a:gd name="connsiteY190" fmla="*/ 5032576 h 5689362"/>
                <a:gd name="connsiteX191" fmla="*/ 772797 w 2326735"/>
                <a:gd name="connsiteY191" fmla="*/ 4722660 h 5689362"/>
                <a:gd name="connsiteX192" fmla="*/ 774172 w 2326735"/>
                <a:gd name="connsiteY192" fmla="*/ 4713533 h 5689362"/>
                <a:gd name="connsiteX193" fmla="*/ 791532 w 2326735"/>
                <a:gd name="connsiteY193" fmla="*/ 4604802 h 5689362"/>
                <a:gd name="connsiteX194" fmla="*/ 798252 w 2326735"/>
                <a:gd name="connsiteY194" fmla="*/ 4563259 h 5689362"/>
                <a:gd name="connsiteX195" fmla="*/ 792134 w 2326735"/>
                <a:gd name="connsiteY195" fmla="*/ 4547531 h 5689362"/>
                <a:gd name="connsiteX196" fmla="*/ 775375 w 2326735"/>
                <a:gd name="connsiteY196" fmla="*/ 4545228 h 5689362"/>
                <a:gd name="connsiteX197" fmla="*/ 769514 w 2326735"/>
                <a:gd name="connsiteY197" fmla="*/ 4547652 h 5689362"/>
                <a:gd name="connsiteX198" fmla="*/ 752670 w 2326735"/>
                <a:gd name="connsiteY198" fmla="*/ 4555129 h 5689362"/>
                <a:gd name="connsiteX199" fmla="*/ 369189 w 2326735"/>
                <a:gd name="connsiteY199" fmla="*/ 5233693 h 5689362"/>
                <a:gd name="connsiteX200" fmla="*/ 357295 w 2326735"/>
                <a:gd name="connsiteY200" fmla="*/ 5355418 h 5689362"/>
                <a:gd name="connsiteX201" fmla="*/ 351331 w 2326735"/>
                <a:gd name="connsiteY201" fmla="*/ 5363565 h 5689362"/>
                <a:gd name="connsiteX202" fmla="*/ 13003 w 2326735"/>
                <a:gd name="connsiteY202" fmla="*/ 5473018 h 5689362"/>
                <a:gd name="connsiteX203" fmla="*/ 885 w 2326735"/>
                <a:gd name="connsiteY203" fmla="*/ 5483950 h 5689362"/>
                <a:gd name="connsiteX204" fmla="*/ 3962 w 2326735"/>
                <a:gd name="connsiteY204" fmla="*/ 5500072 h 5689362"/>
                <a:gd name="connsiteX205" fmla="*/ 35261 w 2326735"/>
                <a:gd name="connsiteY205" fmla="*/ 5545964 h 5689362"/>
                <a:gd name="connsiteX206" fmla="*/ 53635 w 2326735"/>
                <a:gd name="connsiteY206" fmla="*/ 5554300 h 5689362"/>
                <a:gd name="connsiteX207" fmla="*/ 316250 w 2326735"/>
                <a:gd name="connsiteY207" fmla="*/ 5474599 h 5689362"/>
                <a:gd name="connsiteX208" fmla="*/ 332991 w 2326735"/>
                <a:gd name="connsiteY208" fmla="*/ 5471385 h 5689362"/>
                <a:gd name="connsiteX209" fmla="*/ 393046 w 2326735"/>
                <a:gd name="connsiteY209" fmla="*/ 5483090 h 5689362"/>
                <a:gd name="connsiteX210" fmla="*/ 401348 w 2326735"/>
                <a:gd name="connsiteY210" fmla="*/ 5486081 h 5689362"/>
                <a:gd name="connsiteX211" fmla="*/ 651760 w 2326735"/>
                <a:gd name="connsiteY211" fmla="*/ 5671006 h 5689362"/>
                <a:gd name="connsiteX212" fmla="*/ 732371 w 2326735"/>
                <a:gd name="connsiteY212" fmla="*/ 5684825 h 5689362"/>
                <a:gd name="connsiteX213" fmla="*/ 826698 w 2326735"/>
                <a:gd name="connsiteY213" fmla="*/ 5689363 h 5689362"/>
                <a:gd name="connsiteX214" fmla="*/ 908084 w 2326735"/>
                <a:gd name="connsiteY214" fmla="*/ 5686407 h 5689362"/>
                <a:gd name="connsiteX215" fmla="*/ 1181596 w 2326735"/>
                <a:gd name="connsiteY215" fmla="*/ 5614303 h 5689362"/>
                <a:gd name="connsiteX216" fmla="*/ 1279654 w 2326735"/>
                <a:gd name="connsiteY216" fmla="*/ 5542681 h 5689362"/>
                <a:gd name="connsiteX217" fmla="*/ 1277574 w 2326735"/>
                <a:gd name="connsiteY217" fmla="*/ 5519890 h 5689362"/>
                <a:gd name="connsiteX218" fmla="*/ 1026939 w 2326735"/>
                <a:gd name="connsiteY218" fmla="*/ 5362104 h 5689362"/>
                <a:gd name="connsiteX219" fmla="*/ 660732 w 2326735"/>
                <a:gd name="connsiteY219" fmla="*/ 5318567 h 5689362"/>
                <a:gd name="connsiteX220" fmla="*/ 609752 w 2326735"/>
                <a:gd name="connsiteY220" fmla="*/ 5331114 h 5689362"/>
                <a:gd name="connsiteX221" fmla="*/ 921937 w 2326735"/>
                <a:gd name="connsiteY221" fmla="*/ 5101947 h 5689362"/>
                <a:gd name="connsiteX222" fmla="*/ 929363 w 2326735"/>
                <a:gd name="connsiteY222" fmla="*/ 5098286 h 5689362"/>
                <a:gd name="connsiteX223" fmla="*/ 988867 w 2326735"/>
                <a:gd name="connsiteY223" fmla="*/ 5090723 h 5689362"/>
                <a:gd name="connsiteX224" fmla="*/ 993766 w 2326735"/>
                <a:gd name="connsiteY224" fmla="*/ 5091806 h 5689362"/>
                <a:gd name="connsiteX225" fmla="*/ 1227866 w 2326735"/>
                <a:gd name="connsiteY225" fmla="*/ 5190654 h 5689362"/>
                <a:gd name="connsiteX226" fmla="*/ 1242888 w 2326735"/>
                <a:gd name="connsiteY226" fmla="*/ 5190379 h 5689362"/>
                <a:gd name="connsiteX227" fmla="*/ 1561622 w 2326735"/>
                <a:gd name="connsiteY227" fmla="*/ 5103236 h 5689362"/>
                <a:gd name="connsiteX228" fmla="*/ 1781697 w 2326735"/>
                <a:gd name="connsiteY228" fmla="*/ 4948166 h 5689362"/>
                <a:gd name="connsiteX229" fmla="*/ 1819991 w 2326735"/>
                <a:gd name="connsiteY229" fmla="*/ 4900143 h 5689362"/>
                <a:gd name="connsiteX230" fmla="*/ 1821091 w 2326735"/>
                <a:gd name="connsiteY230" fmla="*/ 4898647 h 5689362"/>
                <a:gd name="connsiteX231" fmla="*/ 1836286 w 2326735"/>
                <a:gd name="connsiteY231" fmla="*/ 4878366 h 5689362"/>
                <a:gd name="connsiteX232" fmla="*/ 1839551 w 2326735"/>
                <a:gd name="connsiteY232" fmla="*/ 4865354 h 5689362"/>
                <a:gd name="connsiteX233" fmla="*/ 1831645 w 2326735"/>
                <a:gd name="connsiteY233" fmla="*/ 4853856 h 5689362"/>
                <a:gd name="connsiteX234" fmla="*/ 1778328 w 2326735"/>
                <a:gd name="connsiteY234" fmla="*/ 4828968 h 5689362"/>
                <a:gd name="connsiteX235" fmla="*/ 1282610 w 2326735"/>
                <a:gd name="connsiteY235" fmla="*/ 4809683 h 5689362"/>
                <a:gd name="connsiteX236" fmla="*/ 1132370 w 2326735"/>
                <a:gd name="connsiteY236" fmla="*/ 4887011 h 5689362"/>
                <a:gd name="connsiteX237" fmla="*/ 1378879 w 2326735"/>
                <a:gd name="connsiteY237" fmla="*/ 4547721 h 5689362"/>
                <a:gd name="connsiteX238" fmla="*/ 1382506 w 2326735"/>
                <a:gd name="connsiteY238" fmla="*/ 4542307 h 5689362"/>
                <a:gd name="connsiteX239" fmla="*/ 1402444 w 2326735"/>
                <a:gd name="connsiteY239" fmla="*/ 4530275 h 5689362"/>
                <a:gd name="connsiteX240" fmla="*/ 1438487 w 2326735"/>
                <a:gd name="connsiteY240" fmla="*/ 4507312 h 5689362"/>
                <a:gd name="connsiteX241" fmla="*/ 1461020 w 2326735"/>
                <a:gd name="connsiteY241" fmla="*/ 4506178 h 5689362"/>
                <a:gd name="connsiteX242" fmla="*/ 1505675 w 2326735"/>
                <a:gd name="connsiteY242" fmla="*/ 4523778 h 5689362"/>
                <a:gd name="connsiteX243" fmla="*/ 1766021 w 2326735"/>
                <a:gd name="connsiteY243" fmla="*/ 4490845 h 5689362"/>
                <a:gd name="connsiteX244" fmla="*/ 1974133 w 2326735"/>
                <a:gd name="connsiteY244" fmla="*/ 4326065 h 5689362"/>
                <a:gd name="connsiteX245" fmla="*/ 2147405 w 2326735"/>
                <a:gd name="connsiteY245" fmla="*/ 4069053 h 5689362"/>
                <a:gd name="connsiteX246" fmla="*/ 2164920 w 2326735"/>
                <a:gd name="connsiteY246" fmla="*/ 4013587 h 5689362"/>
                <a:gd name="connsiteX247" fmla="*/ 2171709 w 2326735"/>
                <a:gd name="connsiteY247" fmla="*/ 3989490 h 5689362"/>
                <a:gd name="connsiteX248" fmla="*/ 2161345 w 2326735"/>
                <a:gd name="connsiteY248" fmla="*/ 3968967 h 5689362"/>
                <a:gd name="connsiteX249" fmla="*/ 2154366 w 2326735"/>
                <a:gd name="connsiteY249" fmla="*/ 3968435 h 5689362"/>
                <a:gd name="connsiteX250" fmla="*/ 1634241 w 2326735"/>
                <a:gd name="connsiteY250" fmla="*/ 4147413 h 5689362"/>
                <a:gd name="connsiteX251" fmla="*/ 1528363 w 2326735"/>
                <a:gd name="connsiteY251" fmla="*/ 4269516 h 5689362"/>
                <a:gd name="connsiteX252" fmla="*/ 1707891 w 2326735"/>
                <a:gd name="connsiteY252" fmla="*/ 3796744 h 5689362"/>
                <a:gd name="connsiteX253" fmla="*/ 1708596 w 2326735"/>
                <a:gd name="connsiteY253" fmla="*/ 3794338 h 5689362"/>
                <a:gd name="connsiteX254" fmla="*/ 1710642 w 2326735"/>
                <a:gd name="connsiteY254" fmla="*/ 3788459 h 5689362"/>
                <a:gd name="connsiteX255" fmla="*/ 1757530 w 2326735"/>
                <a:gd name="connsiteY255" fmla="*/ 3724073 h 5689362"/>
                <a:gd name="connsiteX256" fmla="*/ 1762240 w 2326735"/>
                <a:gd name="connsiteY256" fmla="*/ 3721495 h 5689362"/>
                <a:gd name="connsiteX257" fmla="*/ 1766330 w 2326735"/>
                <a:gd name="connsiteY257" fmla="*/ 3721667 h 5689362"/>
                <a:gd name="connsiteX258" fmla="*/ 1776351 w 2326735"/>
                <a:gd name="connsiteY258" fmla="*/ 3722268 h 5689362"/>
                <a:gd name="connsiteX259" fmla="*/ 1848678 w 2326735"/>
                <a:gd name="connsiteY259" fmla="*/ 3721478 h 5689362"/>
                <a:gd name="connsiteX260" fmla="*/ 2032882 w 2326735"/>
                <a:gd name="connsiteY260" fmla="*/ 3618677 h 5689362"/>
                <a:gd name="connsiteX261" fmla="*/ 2314300 w 2326735"/>
                <a:gd name="connsiteY261" fmla="*/ 3095578 h 5689362"/>
                <a:gd name="connsiteX262" fmla="*/ 2323719 w 2326735"/>
                <a:gd name="connsiteY262" fmla="*/ 3024677 h 5689362"/>
                <a:gd name="connsiteX263" fmla="*/ 2326658 w 2326735"/>
                <a:gd name="connsiteY263" fmla="*/ 2990095 h 5689362"/>
                <a:gd name="connsiteX264" fmla="*/ 2320660 w 2326735"/>
                <a:gd name="connsiteY264" fmla="*/ 2975382 h 56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</a:cxnLst>
              <a:rect l="l" t="t" r="r" b="b"/>
              <a:pathLst>
                <a:path w="2326735" h="5689362">
                  <a:moveTo>
                    <a:pt x="2320660" y="2975382"/>
                  </a:moveTo>
                  <a:cubicBezTo>
                    <a:pt x="2316329" y="2971807"/>
                    <a:pt x="2310038" y="2970673"/>
                    <a:pt x="2305139" y="2972323"/>
                  </a:cubicBezTo>
                  <a:cubicBezTo>
                    <a:pt x="2299158" y="2974162"/>
                    <a:pt x="2293675" y="2975761"/>
                    <a:pt x="2288501" y="2977273"/>
                  </a:cubicBezTo>
                  <a:lnTo>
                    <a:pt x="2285974" y="2978012"/>
                  </a:lnTo>
                  <a:cubicBezTo>
                    <a:pt x="2273221" y="2981742"/>
                    <a:pt x="2262203" y="2984939"/>
                    <a:pt x="2251289" y="2989322"/>
                  </a:cubicBezTo>
                  <a:cubicBezTo>
                    <a:pt x="2078859" y="3057833"/>
                    <a:pt x="1943109" y="3175210"/>
                    <a:pt x="1836268" y="3348138"/>
                  </a:cubicBezTo>
                  <a:cubicBezTo>
                    <a:pt x="1809885" y="3390867"/>
                    <a:pt x="1789448" y="3435281"/>
                    <a:pt x="1773171" y="3479574"/>
                  </a:cubicBezTo>
                  <a:cubicBezTo>
                    <a:pt x="1799864" y="3330589"/>
                    <a:pt x="1806052" y="3272545"/>
                    <a:pt x="1810779" y="3105839"/>
                  </a:cubicBezTo>
                  <a:cubicBezTo>
                    <a:pt x="1811002" y="3098844"/>
                    <a:pt x="1811002" y="3091728"/>
                    <a:pt x="1811002" y="3084663"/>
                  </a:cubicBezTo>
                  <a:cubicBezTo>
                    <a:pt x="1811002" y="3065378"/>
                    <a:pt x="1811002" y="3047159"/>
                    <a:pt x="1815213" y="3030539"/>
                  </a:cubicBezTo>
                  <a:cubicBezTo>
                    <a:pt x="1820266" y="3010841"/>
                    <a:pt x="1830424" y="2991195"/>
                    <a:pt x="1840256" y="2972185"/>
                  </a:cubicBezTo>
                  <a:cubicBezTo>
                    <a:pt x="1843023" y="2966805"/>
                    <a:pt x="1845791" y="2961426"/>
                    <a:pt x="1848077" y="2956699"/>
                  </a:cubicBezTo>
                  <a:cubicBezTo>
                    <a:pt x="1848867" y="2955771"/>
                    <a:pt x="1851428" y="2954207"/>
                    <a:pt x="1852425" y="2954052"/>
                  </a:cubicBezTo>
                  <a:cubicBezTo>
                    <a:pt x="1901738" y="2946524"/>
                    <a:pt x="1945343" y="2925589"/>
                    <a:pt x="1985770" y="2890061"/>
                  </a:cubicBezTo>
                  <a:cubicBezTo>
                    <a:pt x="2026505" y="2854087"/>
                    <a:pt x="2060005" y="2810051"/>
                    <a:pt x="2085356" y="2759140"/>
                  </a:cubicBezTo>
                  <a:cubicBezTo>
                    <a:pt x="2176350" y="2576673"/>
                    <a:pt x="2221881" y="2374989"/>
                    <a:pt x="2220729" y="2159762"/>
                  </a:cubicBezTo>
                  <a:cubicBezTo>
                    <a:pt x="2220626" y="2138998"/>
                    <a:pt x="2218185" y="2118785"/>
                    <a:pt x="2215504" y="2096802"/>
                  </a:cubicBezTo>
                  <a:cubicBezTo>
                    <a:pt x="2214284" y="2086953"/>
                    <a:pt x="2213046" y="2076881"/>
                    <a:pt x="2212015" y="2066448"/>
                  </a:cubicBezTo>
                  <a:cubicBezTo>
                    <a:pt x="2211431" y="2060725"/>
                    <a:pt x="2207907" y="2055637"/>
                    <a:pt x="2202802" y="2053162"/>
                  </a:cubicBezTo>
                  <a:cubicBezTo>
                    <a:pt x="2197766" y="2050721"/>
                    <a:pt x="2191681" y="2050893"/>
                    <a:pt x="2186594" y="2053970"/>
                  </a:cubicBezTo>
                  <a:cubicBezTo>
                    <a:pt x="2183517" y="2055895"/>
                    <a:pt x="2180887" y="2057459"/>
                    <a:pt x="2178498" y="2058851"/>
                  </a:cubicBezTo>
                  <a:cubicBezTo>
                    <a:pt x="2173875" y="2061601"/>
                    <a:pt x="2170351" y="2063750"/>
                    <a:pt x="2167017" y="2066156"/>
                  </a:cubicBezTo>
                  <a:cubicBezTo>
                    <a:pt x="2089396" y="2121793"/>
                    <a:pt x="2020936" y="2191061"/>
                    <a:pt x="1963511" y="2271982"/>
                  </a:cubicBezTo>
                  <a:cubicBezTo>
                    <a:pt x="1869802" y="2404243"/>
                    <a:pt x="1815299" y="2553796"/>
                    <a:pt x="1800621" y="2718319"/>
                  </a:cubicBezTo>
                  <a:cubicBezTo>
                    <a:pt x="1799159" y="2699979"/>
                    <a:pt x="1797681" y="2681640"/>
                    <a:pt x="1796203" y="2663300"/>
                  </a:cubicBezTo>
                  <a:lnTo>
                    <a:pt x="1795688" y="2656649"/>
                  </a:lnTo>
                  <a:cubicBezTo>
                    <a:pt x="1789930" y="2584751"/>
                    <a:pt x="1783983" y="2510396"/>
                    <a:pt x="1779136" y="2437278"/>
                  </a:cubicBezTo>
                  <a:cubicBezTo>
                    <a:pt x="1777915" y="2418767"/>
                    <a:pt x="1774357" y="2400754"/>
                    <a:pt x="1770920" y="2383326"/>
                  </a:cubicBezTo>
                  <a:cubicBezTo>
                    <a:pt x="1764285" y="2349826"/>
                    <a:pt x="1758012" y="2318183"/>
                    <a:pt x="1768049" y="2285027"/>
                  </a:cubicBezTo>
                  <a:cubicBezTo>
                    <a:pt x="1770335" y="2277534"/>
                    <a:pt x="1772260" y="2269988"/>
                    <a:pt x="1774185" y="2262460"/>
                  </a:cubicBezTo>
                  <a:cubicBezTo>
                    <a:pt x="1778929" y="2243811"/>
                    <a:pt x="1801841" y="2215090"/>
                    <a:pt x="1837025" y="2183687"/>
                  </a:cubicBezTo>
                  <a:lnTo>
                    <a:pt x="1838348" y="2182501"/>
                  </a:lnTo>
                  <a:cubicBezTo>
                    <a:pt x="1851325" y="2171501"/>
                    <a:pt x="1917980" y="2110518"/>
                    <a:pt x="1955794" y="1989893"/>
                  </a:cubicBezTo>
                  <a:cubicBezTo>
                    <a:pt x="1994174" y="1867343"/>
                    <a:pt x="1991269" y="1739292"/>
                    <a:pt x="1989156" y="1645790"/>
                  </a:cubicBezTo>
                  <a:lnTo>
                    <a:pt x="1989104" y="1643297"/>
                  </a:lnTo>
                  <a:cubicBezTo>
                    <a:pt x="1986285" y="1514766"/>
                    <a:pt x="1972397" y="1417911"/>
                    <a:pt x="1944071" y="1329204"/>
                  </a:cubicBezTo>
                  <a:cubicBezTo>
                    <a:pt x="1940411" y="1317860"/>
                    <a:pt x="1936062" y="1306671"/>
                    <a:pt x="1931456" y="1294914"/>
                  </a:cubicBezTo>
                  <a:cubicBezTo>
                    <a:pt x="1929066" y="1288795"/>
                    <a:pt x="1926626" y="1282470"/>
                    <a:pt x="1924116" y="1275853"/>
                  </a:cubicBezTo>
                  <a:cubicBezTo>
                    <a:pt x="1922054" y="1270250"/>
                    <a:pt x="1917103" y="1266176"/>
                    <a:pt x="1911311" y="1265214"/>
                  </a:cubicBezTo>
                  <a:lnTo>
                    <a:pt x="1908475" y="1264956"/>
                  </a:lnTo>
                  <a:cubicBezTo>
                    <a:pt x="1903456" y="1264956"/>
                    <a:pt x="1898764" y="1267207"/>
                    <a:pt x="1895584" y="1271092"/>
                  </a:cubicBezTo>
                  <a:lnTo>
                    <a:pt x="1868066" y="1304626"/>
                  </a:lnTo>
                  <a:cubicBezTo>
                    <a:pt x="1736131" y="1465539"/>
                    <a:pt x="1671316" y="1654263"/>
                    <a:pt x="1675372" y="1865572"/>
                  </a:cubicBezTo>
                  <a:cubicBezTo>
                    <a:pt x="1676077" y="1902784"/>
                    <a:pt x="1678861" y="1940959"/>
                    <a:pt x="1683794" y="1980371"/>
                  </a:cubicBezTo>
                  <a:cubicBezTo>
                    <a:pt x="1650260" y="1864644"/>
                    <a:pt x="1610934" y="1751994"/>
                    <a:pt x="1566211" y="1643624"/>
                  </a:cubicBezTo>
                  <a:cubicBezTo>
                    <a:pt x="1565283" y="1641252"/>
                    <a:pt x="1564681" y="1638313"/>
                    <a:pt x="1564613" y="1635821"/>
                  </a:cubicBezTo>
                  <a:lnTo>
                    <a:pt x="1564303" y="1621005"/>
                  </a:lnTo>
                  <a:cubicBezTo>
                    <a:pt x="1563839" y="1599623"/>
                    <a:pt x="1563358" y="1577502"/>
                    <a:pt x="1564269" y="1555742"/>
                  </a:cubicBezTo>
                  <a:cubicBezTo>
                    <a:pt x="1564406" y="1552132"/>
                    <a:pt x="1566744" y="1545652"/>
                    <a:pt x="1571608" y="1539276"/>
                  </a:cubicBezTo>
                  <a:cubicBezTo>
                    <a:pt x="1578518" y="1530149"/>
                    <a:pt x="1586183" y="1521228"/>
                    <a:pt x="1594124" y="1511947"/>
                  </a:cubicBezTo>
                  <a:cubicBezTo>
                    <a:pt x="1607651" y="1496203"/>
                    <a:pt x="1621625" y="1479943"/>
                    <a:pt x="1632694" y="1461380"/>
                  </a:cubicBezTo>
                  <a:cubicBezTo>
                    <a:pt x="1668342" y="1401669"/>
                    <a:pt x="1685083" y="1331129"/>
                    <a:pt x="1685358" y="1239363"/>
                  </a:cubicBezTo>
                  <a:cubicBezTo>
                    <a:pt x="1685839" y="1131337"/>
                    <a:pt x="1669184" y="1017655"/>
                    <a:pt x="1632883" y="881578"/>
                  </a:cubicBezTo>
                  <a:cubicBezTo>
                    <a:pt x="1613048" y="807343"/>
                    <a:pt x="1583107" y="710902"/>
                    <a:pt x="1527349" y="623466"/>
                  </a:cubicBezTo>
                  <a:cubicBezTo>
                    <a:pt x="1523568" y="617588"/>
                    <a:pt x="1519339" y="612054"/>
                    <a:pt x="1514836" y="606192"/>
                  </a:cubicBezTo>
                  <a:cubicBezTo>
                    <a:pt x="1512808" y="603597"/>
                    <a:pt x="1510677" y="600830"/>
                    <a:pt x="1508511" y="597856"/>
                  </a:cubicBezTo>
                  <a:cubicBezTo>
                    <a:pt x="1505348" y="593611"/>
                    <a:pt x="1500983" y="591136"/>
                    <a:pt x="1493936" y="591136"/>
                  </a:cubicBezTo>
                  <a:cubicBezTo>
                    <a:pt x="1488315" y="591548"/>
                    <a:pt x="1483296" y="594745"/>
                    <a:pt x="1480495" y="599713"/>
                  </a:cubicBezTo>
                  <a:cubicBezTo>
                    <a:pt x="1410505" y="726027"/>
                    <a:pt x="1375648" y="860970"/>
                    <a:pt x="1373998" y="1012258"/>
                  </a:cubicBezTo>
                  <a:cubicBezTo>
                    <a:pt x="1372589" y="1138401"/>
                    <a:pt x="1392286" y="1246943"/>
                    <a:pt x="1416985" y="1332728"/>
                  </a:cubicBezTo>
                  <a:cubicBezTo>
                    <a:pt x="1354129" y="1217895"/>
                    <a:pt x="1284277" y="1106947"/>
                    <a:pt x="1208564" y="1001705"/>
                  </a:cubicBezTo>
                  <a:lnTo>
                    <a:pt x="1206828" y="999316"/>
                  </a:lnTo>
                  <a:cubicBezTo>
                    <a:pt x="1205109" y="997030"/>
                    <a:pt x="1204387" y="995912"/>
                    <a:pt x="1204508" y="996703"/>
                  </a:cubicBezTo>
                  <a:cubicBezTo>
                    <a:pt x="1199746" y="962654"/>
                    <a:pt x="1196446" y="935411"/>
                    <a:pt x="1194161" y="911691"/>
                  </a:cubicBezTo>
                  <a:cubicBezTo>
                    <a:pt x="1194212" y="911330"/>
                    <a:pt x="1194659" y="909337"/>
                    <a:pt x="1198199" y="903424"/>
                  </a:cubicBezTo>
                  <a:cubicBezTo>
                    <a:pt x="1203201" y="894899"/>
                    <a:pt x="1208684" y="886545"/>
                    <a:pt x="1214511" y="877711"/>
                  </a:cubicBezTo>
                  <a:cubicBezTo>
                    <a:pt x="1226199" y="859938"/>
                    <a:pt x="1238265" y="841547"/>
                    <a:pt x="1245999" y="820956"/>
                  </a:cubicBezTo>
                  <a:cubicBezTo>
                    <a:pt x="1269341" y="758804"/>
                    <a:pt x="1274583" y="688317"/>
                    <a:pt x="1261984" y="605539"/>
                  </a:cubicBezTo>
                  <a:cubicBezTo>
                    <a:pt x="1234328" y="422333"/>
                    <a:pt x="1153563" y="257363"/>
                    <a:pt x="1015130" y="101175"/>
                  </a:cubicBezTo>
                  <a:cubicBezTo>
                    <a:pt x="1000881" y="85139"/>
                    <a:pt x="985137" y="70959"/>
                    <a:pt x="968482" y="55971"/>
                  </a:cubicBezTo>
                  <a:lnTo>
                    <a:pt x="963876" y="51794"/>
                  </a:lnTo>
                  <a:cubicBezTo>
                    <a:pt x="957362" y="45899"/>
                    <a:pt x="950675" y="39866"/>
                    <a:pt x="943921" y="33489"/>
                  </a:cubicBezTo>
                  <a:cubicBezTo>
                    <a:pt x="939624" y="29399"/>
                    <a:pt x="933470" y="27869"/>
                    <a:pt x="927506" y="29622"/>
                  </a:cubicBezTo>
                  <a:cubicBezTo>
                    <a:pt x="921869" y="31410"/>
                    <a:pt x="917520" y="36085"/>
                    <a:pt x="916179" y="41894"/>
                  </a:cubicBezTo>
                  <a:lnTo>
                    <a:pt x="913154" y="55163"/>
                  </a:lnTo>
                  <a:cubicBezTo>
                    <a:pt x="911091" y="63963"/>
                    <a:pt x="909493" y="70907"/>
                    <a:pt x="908307" y="77886"/>
                  </a:cubicBezTo>
                  <a:cubicBezTo>
                    <a:pt x="889675" y="189092"/>
                    <a:pt x="891033" y="308205"/>
                    <a:pt x="912484" y="442064"/>
                  </a:cubicBezTo>
                  <a:cubicBezTo>
                    <a:pt x="933762" y="574824"/>
                    <a:pt x="976165" y="689331"/>
                    <a:pt x="1041222" y="788797"/>
                  </a:cubicBezTo>
                  <a:cubicBezTo>
                    <a:pt x="943663" y="673844"/>
                    <a:pt x="848768" y="577317"/>
                    <a:pt x="749593" y="491772"/>
                  </a:cubicBezTo>
                  <a:cubicBezTo>
                    <a:pt x="749146" y="491188"/>
                    <a:pt x="748493" y="489417"/>
                    <a:pt x="748442" y="488970"/>
                  </a:cubicBezTo>
                  <a:cubicBezTo>
                    <a:pt x="756194" y="422195"/>
                    <a:pt x="739727" y="359287"/>
                    <a:pt x="698064" y="296654"/>
                  </a:cubicBezTo>
                  <a:cubicBezTo>
                    <a:pt x="643354" y="214341"/>
                    <a:pt x="567332" y="151605"/>
                    <a:pt x="472111" y="110216"/>
                  </a:cubicBezTo>
                  <a:cubicBezTo>
                    <a:pt x="415133" y="85500"/>
                    <a:pt x="356092" y="63620"/>
                    <a:pt x="298289" y="42186"/>
                  </a:cubicBezTo>
                  <a:cubicBezTo>
                    <a:pt x="270599" y="31908"/>
                    <a:pt x="242909" y="21664"/>
                    <a:pt x="214394" y="10681"/>
                  </a:cubicBezTo>
                  <a:cubicBezTo>
                    <a:pt x="185742" y="-715"/>
                    <a:pt x="173487" y="-2743"/>
                    <a:pt x="166835" y="3410"/>
                  </a:cubicBezTo>
                  <a:cubicBezTo>
                    <a:pt x="158276" y="11386"/>
                    <a:pt x="160338" y="18192"/>
                    <a:pt x="164068" y="30567"/>
                  </a:cubicBezTo>
                  <a:lnTo>
                    <a:pt x="165271" y="34606"/>
                  </a:lnTo>
                  <a:cubicBezTo>
                    <a:pt x="200215" y="152310"/>
                    <a:pt x="246588" y="245400"/>
                    <a:pt x="307072" y="319188"/>
                  </a:cubicBezTo>
                  <a:cubicBezTo>
                    <a:pt x="418106" y="454784"/>
                    <a:pt x="547961" y="523673"/>
                    <a:pt x="703856" y="529758"/>
                  </a:cubicBezTo>
                  <a:cubicBezTo>
                    <a:pt x="709322" y="530084"/>
                    <a:pt x="713653" y="531597"/>
                    <a:pt x="715424" y="532972"/>
                  </a:cubicBezTo>
                  <a:cubicBezTo>
                    <a:pt x="737373" y="549403"/>
                    <a:pt x="753529" y="562552"/>
                    <a:pt x="767813" y="575581"/>
                  </a:cubicBezTo>
                  <a:cubicBezTo>
                    <a:pt x="812983" y="616866"/>
                    <a:pt x="857465" y="660850"/>
                    <a:pt x="900985" y="707172"/>
                  </a:cubicBezTo>
                  <a:cubicBezTo>
                    <a:pt x="836255" y="666952"/>
                    <a:pt x="757139" y="648801"/>
                    <a:pt x="668036" y="653305"/>
                  </a:cubicBezTo>
                  <a:cubicBezTo>
                    <a:pt x="619274" y="655763"/>
                    <a:pt x="570873" y="662913"/>
                    <a:pt x="524070" y="669822"/>
                  </a:cubicBezTo>
                  <a:lnTo>
                    <a:pt x="522282" y="670097"/>
                  </a:lnTo>
                  <a:cubicBezTo>
                    <a:pt x="508446" y="672125"/>
                    <a:pt x="494679" y="674137"/>
                    <a:pt x="480945" y="676079"/>
                  </a:cubicBezTo>
                  <a:cubicBezTo>
                    <a:pt x="450866" y="680152"/>
                    <a:pt x="420547" y="685480"/>
                    <a:pt x="393768" y="690156"/>
                  </a:cubicBezTo>
                  <a:cubicBezTo>
                    <a:pt x="382922" y="692098"/>
                    <a:pt x="357020" y="697993"/>
                    <a:pt x="351056" y="710558"/>
                  </a:cubicBezTo>
                  <a:cubicBezTo>
                    <a:pt x="348993" y="714855"/>
                    <a:pt x="349165" y="719564"/>
                    <a:pt x="351503" y="723844"/>
                  </a:cubicBezTo>
                  <a:cubicBezTo>
                    <a:pt x="353566" y="727574"/>
                    <a:pt x="355834" y="731080"/>
                    <a:pt x="358309" y="734277"/>
                  </a:cubicBezTo>
                  <a:cubicBezTo>
                    <a:pt x="435603" y="834569"/>
                    <a:pt x="523778" y="900622"/>
                    <a:pt x="627868" y="936184"/>
                  </a:cubicBezTo>
                  <a:cubicBezTo>
                    <a:pt x="754784" y="979773"/>
                    <a:pt x="871353" y="976181"/>
                    <a:pt x="976097" y="924909"/>
                  </a:cubicBezTo>
                  <a:cubicBezTo>
                    <a:pt x="992116" y="916091"/>
                    <a:pt x="1011435" y="911623"/>
                    <a:pt x="1033504" y="911623"/>
                  </a:cubicBezTo>
                  <a:cubicBezTo>
                    <a:pt x="1050159" y="911623"/>
                    <a:pt x="1062655" y="914252"/>
                    <a:pt x="1066798" y="915198"/>
                  </a:cubicBezTo>
                  <a:cubicBezTo>
                    <a:pt x="1073002" y="916229"/>
                    <a:pt x="1081424" y="919701"/>
                    <a:pt x="1083143" y="921935"/>
                  </a:cubicBezTo>
                  <a:cubicBezTo>
                    <a:pt x="1148286" y="1007583"/>
                    <a:pt x="1210111" y="1099058"/>
                    <a:pt x="1267845" y="1195155"/>
                  </a:cubicBezTo>
                  <a:cubicBezTo>
                    <a:pt x="1219065" y="1147717"/>
                    <a:pt x="1155453" y="1115730"/>
                    <a:pt x="1068791" y="1094898"/>
                  </a:cubicBezTo>
                  <a:cubicBezTo>
                    <a:pt x="992838" y="1076799"/>
                    <a:pt x="915182" y="1072915"/>
                    <a:pt x="840105" y="1069133"/>
                  </a:cubicBezTo>
                  <a:lnTo>
                    <a:pt x="814959" y="1067861"/>
                  </a:lnTo>
                  <a:cubicBezTo>
                    <a:pt x="791412" y="1066658"/>
                    <a:pt x="767864" y="1065163"/>
                    <a:pt x="743612" y="1063633"/>
                  </a:cubicBezTo>
                  <a:lnTo>
                    <a:pt x="702945" y="1061124"/>
                  </a:lnTo>
                  <a:cubicBezTo>
                    <a:pt x="697686" y="1061124"/>
                    <a:pt x="692684" y="1063667"/>
                    <a:pt x="689625" y="1067896"/>
                  </a:cubicBezTo>
                  <a:cubicBezTo>
                    <a:pt x="686238" y="1072450"/>
                    <a:pt x="685431" y="1078363"/>
                    <a:pt x="687424" y="1083674"/>
                  </a:cubicBezTo>
                  <a:cubicBezTo>
                    <a:pt x="689057" y="1088109"/>
                    <a:pt x="692031" y="1095929"/>
                    <a:pt x="693561" y="1098542"/>
                  </a:cubicBezTo>
                  <a:cubicBezTo>
                    <a:pt x="772746" y="1230992"/>
                    <a:pt x="865733" y="1322604"/>
                    <a:pt x="977798" y="1378637"/>
                  </a:cubicBezTo>
                  <a:cubicBezTo>
                    <a:pt x="1087354" y="1433363"/>
                    <a:pt x="1186340" y="1447836"/>
                    <a:pt x="1286184" y="1423962"/>
                  </a:cubicBezTo>
                  <a:cubicBezTo>
                    <a:pt x="1297735" y="1421177"/>
                    <a:pt x="1311125" y="1419699"/>
                    <a:pt x="1324961" y="1419699"/>
                  </a:cubicBezTo>
                  <a:cubicBezTo>
                    <a:pt x="1367432" y="1419699"/>
                    <a:pt x="1397047" y="1432659"/>
                    <a:pt x="1403269" y="1444656"/>
                  </a:cubicBezTo>
                  <a:cubicBezTo>
                    <a:pt x="1458202" y="1557976"/>
                    <a:pt x="1507222" y="1675731"/>
                    <a:pt x="1549504" y="1795841"/>
                  </a:cubicBezTo>
                  <a:cubicBezTo>
                    <a:pt x="1505160" y="1734703"/>
                    <a:pt x="1443145" y="1685047"/>
                    <a:pt x="1364631" y="1647904"/>
                  </a:cubicBezTo>
                  <a:cubicBezTo>
                    <a:pt x="1286631" y="1611087"/>
                    <a:pt x="1205419" y="1577433"/>
                    <a:pt x="1125511" y="1544312"/>
                  </a:cubicBezTo>
                  <a:cubicBezTo>
                    <a:pt x="1091170" y="1530115"/>
                    <a:pt x="1056691" y="1515866"/>
                    <a:pt x="1022366" y="1501290"/>
                  </a:cubicBezTo>
                  <a:cubicBezTo>
                    <a:pt x="1017262" y="1499056"/>
                    <a:pt x="1011229" y="1499520"/>
                    <a:pt x="1006468" y="1502665"/>
                  </a:cubicBezTo>
                  <a:cubicBezTo>
                    <a:pt x="1001792" y="1505776"/>
                    <a:pt x="999008" y="1510967"/>
                    <a:pt x="999008" y="1516553"/>
                  </a:cubicBezTo>
                  <a:cubicBezTo>
                    <a:pt x="999008" y="1527279"/>
                    <a:pt x="1112964" y="1843554"/>
                    <a:pt x="1278468" y="1968184"/>
                  </a:cubicBezTo>
                  <a:cubicBezTo>
                    <a:pt x="1345982" y="2019026"/>
                    <a:pt x="1429137" y="2071329"/>
                    <a:pt x="1534001" y="2073787"/>
                  </a:cubicBezTo>
                  <a:cubicBezTo>
                    <a:pt x="1565386" y="2074423"/>
                    <a:pt x="1597837" y="2078858"/>
                    <a:pt x="1622347" y="2106720"/>
                  </a:cubicBezTo>
                  <a:cubicBezTo>
                    <a:pt x="1626094" y="2111154"/>
                    <a:pt x="1631061" y="2114609"/>
                    <a:pt x="1636475" y="2116448"/>
                  </a:cubicBezTo>
                  <a:cubicBezTo>
                    <a:pt x="1644846" y="2119198"/>
                    <a:pt x="1647149" y="2124320"/>
                    <a:pt x="1651274" y="2141783"/>
                  </a:cubicBezTo>
                  <a:cubicBezTo>
                    <a:pt x="1685238" y="2284374"/>
                    <a:pt x="1709971" y="2431349"/>
                    <a:pt x="1725200" y="2580592"/>
                  </a:cubicBezTo>
                  <a:cubicBezTo>
                    <a:pt x="1720594" y="2565449"/>
                    <a:pt x="1715248" y="2550152"/>
                    <a:pt x="1709112" y="2534665"/>
                  </a:cubicBezTo>
                  <a:cubicBezTo>
                    <a:pt x="1672072" y="2440733"/>
                    <a:pt x="1609731" y="2358540"/>
                    <a:pt x="1512928" y="2275986"/>
                  </a:cubicBezTo>
                  <a:cubicBezTo>
                    <a:pt x="1463032" y="2233257"/>
                    <a:pt x="1410780" y="2191886"/>
                    <a:pt x="1360248" y="2151855"/>
                  </a:cubicBezTo>
                  <a:lnTo>
                    <a:pt x="1357841" y="2149964"/>
                  </a:lnTo>
                  <a:cubicBezTo>
                    <a:pt x="1334827" y="2131728"/>
                    <a:pt x="1311864" y="2113560"/>
                    <a:pt x="1288969" y="2095169"/>
                  </a:cubicBezTo>
                  <a:cubicBezTo>
                    <a:pt x="1284243" y="2091370"/>
                    <a:pt x="1279636" y="2087452"/>
                    <a:pt x="1274291" y="2082880"/>
                  </a:cubicBezTo>
                  <a:lnTo>
                    <a:pt x="1260008" y="2070642"/>
                  </a:lnTo>
                  <a:cubicBezTo>
                    <a:pt x="1255006" y="2066414"/>
                    <a:pt x="1247563" y="2065537"/>
                    <a:pt x="1241720" y="2068459"/>
                  </a:cubicBezTo>
                  <a:cubicBezTo>
                    <a:pt x="1235721" y="2071501"/>
                    <a:pt x="1232129" y="2077792"/>
                    <a:pt x="1232593" y="2084512"/>
                  </a:cubicBezTo>
                  <a:cubicBezTo>
                    <a:pt x="1233297" y="2094602"/>
                    <a:pt x="1233865" y="2104141"/>
                    <a:pt x="1234397" y="2113302"/>
                  </a:cubicBezTo>
                  <a:lnTo>
                    <a:pt x="1234673" y="2117582"/>
                  </a:lnTo>
                  <a:cubicBezTo>
                    <a:pt x="1235807" y="2136438"/>
                    <a:pt x="1236872" y="2154227"/>
                    <a:pt x="1238780" y="2171793"/>
                  </a:cubicBezTo>
                  <a:cubicBezTo>
                    <a:pt x="1256690" y="2342831"/>
                    <a:pt x="1307549" y="2485628"/>
                    <a:pt x="1394263" y="2608333"/>
                  </a:cubicBezTo>
                  <a:cubicBezTo>
                    <a:pt x="1447941" y="2684184"/>
                    <a:pt x="1524943" y="2776896"/>
                    <a:pt x="1645018" y="2820742"/>
                  </a:cubicBezTo>
                  <a:cubicBezTo>
                    <a:pt x="1674238" y="2831467"/>
                    <a:pt x="1695430" y="2847710"/>
                    <a:pt x="1718136" y="2876861"/>
                  </a:cubicBezTo>
                  <a:cubicBezTo>
                    <a:pt x="1739552" y="2904155"/>
                    <a:pt x="1743539" y="2929095"/>
                    <a:pt x="1743058" y="2960480"/>
                  </a:cubicBezTo>
                  <a:cubicBezTo>
                    <a:pt x="1741013" y="3091951"/>
                    <a:pt x="1731645" y="3222373"/>
                    <a:pt x="1715128" y="3350097"/>
                  </a:cubicBezTo>
                  <a:cubicBezTo>
                    <a:pt x="1711260" y="3314553"/>
                    <a:pt x="1703079" y="3277959"/>
                    <a:pt x="1690515" y="3239940"/>
                  </a:cubicBezTo>
                  <a:cubicBezTo>
                    <a:pt x="1664509" y="3161219"/>
                    <a:pt x="1623980" y="3084681"/>
                    <a:pt x="1566589" y="3005960"/>
                  </a:cubicBezTo>
                  <a:cubicBezTo>
                    <a:pt x="1517053" y="2937792"/>
                    <a:pt x="1465507" y="2869384"/>
                    <a:pt x="1415662" y="2803193"/>
                  </a:cubicBezTo>
                  <a:lnTo>
                    <a:pt x="1412345" y="2798776"/>
                  </a:lnTo>
                  <a:cubicBezTo>
                    <a:pt x="1392578" y="2772564"/>
                    <a:pt x="1372829" y="2746318"/>
                    <a:pt x="1353596" y="2720639"/>
                  </a:cubicBezTo>
                  <a:cubicBezTo>
                    <a:pt x="1349986" y="2715363"/>
                    <a:pt x="1344779" y="2713472"/>
                    <a:pt x="1341771" y="2712424"/>
                  </a:cubicBezTo>
                  <a:cubicBezTo>
                    <a:pt x="1337508" y="2710344"/>
                    <a:pt x="1332420" y="2710137"/>
                    <a:pt x="1327900" y="2712063"/>
                  </a:cubicBezTo>
                  <a:cubicBezTo>
                    <a:pt x="1323465" y="2713953"/>
                    <a:pt x="1320062" y="2717683"/>
                    <a:pt x="1318567" y="2722255"/>
                  </a:cubicBezTo>
                  <a:lnTo>
                    <a:pt x="1317982" y="2724043"/>
                  </a:lnTo>
                  <a:cubicBezTo>
                    <a:pt x="1317157" y="2726449"/>
                    <a:pt x="1316504" y="2728580"/>
                    <a:pt x="1316161" y="2730712"/>
                  </a:cubicBezTo>
                  <a:cubicBezTo>
                    <a:pt x="1281785" y="2935695"/>
                    <a:pt x="1302874" y="3119349"/>
                    <a:pt x="1380616" y="3292225"/>
                  </a:cubicBezTo>
                  <a:cubicBezTo>
                    <a:pt x="1418583" y="3376756"/>
                    <a:pt x="1469512" y="3472458"/>
                    <a:pt x="1559302" y="3541313"/>
                  </a:cubicBezTo>
                  <a:cubicBezTo>
                    <a:pt x="1600295" y="3572750"/>
                    <a:pt x="1632660" y="3616855"/>
                    <a:pt x="1650432" y="3665479"/>
                  </a:cubicBezTo>
                  <a:cubicBezTo>
                    <a:pt x="1654196" y="3675947"/>
                    <a:pt x="1654059" y="3680484"/>
                    <a:pt x="1653629" y="3682238"/>
                  </a:cubicBezTo>
                  <a:cubicBezTo>
                    <a:pt x="1615627" y="3839645"/>
                    <a:pt x="1565988" y="3991466"/>
                    <a:pt x="1505641" y="4135158"/>
                  </a:cubicBezTo>
                  <a:cubicBezTo>
                    <a:pt x="1521178" y="4059428"/>
                    <a:pt x="1520113" y="3979881"/>
                    <a:pt x="1502375" y="3897465"/>
                  </a:cubicBezTo>
                  <a:cubicBezTo>
                    <a:pt x="1477195" y="3780656"/>
                    <a:pt x="1433915" y="3667456"/>
                    <a:pt x="1395311" y="3570516"/>
                  </a:cubicBezTo>
                  <a:lnTo>
                    <a:pt x="1383744" y="3541485"/>
                  </a:lnTo>
                  <a:cubicBezTo>
                    <a:pt x="1365645" y="3496058"/>
                    <a:pt x="1347426" y="3450269"/>
                    <a:pt x="1328605" y="3402813"/>
                  </a:cubicBezTo>
                  <a:cubicBezTo>
                    <a:pt x="1326215" y="3396745"/>
                    <a:pt x="1320458" y="3392603"/>
                    <a:pt x="1312774" y="3392225"/>
                  </a:cubicBezTo>
                  <a:cubicBezTo>
                    <a:pt x="1306724" y="3392225"/>
                    <a:pt x="1301155" y="3395680"/>
                    <a:pt x="1298268" y="3401283"/>
                  </a:cubicBezTo>
                  <a:lnTo>
                    <a:pt x="1292200" y="3412696"/>
                  </a:lnTo>
                  <a:cubicBezTo>
                    <a:pt x="1289536" y="3417697"/>
                    <a:pt x="1287044" y="3422355"/>
                    <a:pt x="1284913" y="3427168"/>
                  </a:cubicBezTo>
                  <a:cubicBezTo>
                    <a:pt x="1207258" y="3602382"/>
                    <a:pt x="1181029" y="3781997"/>
                    <a:pt x="1207000" y="3961026"/>
                  </a:cubicBezTo>
                  <a:cubicBezTo>
                    <a:pt x="1225563" y="4089042"/>
                    <a:pt x="1257017" y="4180706"/>
                    <a:pt x="1308993" y="4258258"/>
                  </a:cubicBezTo>
                  <a:cubicBezTo>
                    <a:pt x="1335892" y="4298341"/>
                    <a:pt x="1361451" y="4342995"/>
                    <a:pt x="1366092" y="4397910"/>
                  </a:cubicBezTo>
                  <a:cubicBezTo>
                    <a:pt x="1367192" y="4410904"/>
                    <a:pt x="1366676" y="4419860"/>
                    <a:pt x="1360884" y="4430052"/>
                  </a:cubicBezTo>
                  <a:cubicBezTo>
                    <a:pt x="1295329" y="4544851"/>
                    <a:pt x="1221833" y="4653186"/>
                    <a:pt x="1141341" y="4753839"/>
                  </a:cubicBezTo>
                  <a:cubicBezTo>
                    <a:pt x="1141651" y="4753289"/>
                    <a:pt x="1141943" y="4752739"/>
                    <a:pt x="1142253" y="4752189"/>
                  </a:cubicBezTo>
                  <a:cubicBezTo>
                    <a:pt x="1200159" y="4646362"/>
                    <a:pt x="1201912" y="4531942"/>
                    <a:pt x="1196000" y="4433953"/>
                  </a:cubicBezTo>
                  <a:cubicBezTo>
                    <a:pt x="1190895" y="4349956"/>
                    <a:pt x="1181270" y="4266078"/>
                    <a:pt x="1172005" y="4184986"/>
                  </a:cubicBezTo>
                  <a:lnTo>
                    <a:pt x="1171472" y="4180293"/>
                  </a:lnTo>
                  <a:cubicBezTo>
                    <a:pt x="1167742" y="4147808"/>
                    <a:pt x="1164030" y="4115340"/>
                    <a:pt x="1160644" y="4082803"/>
                  </a:cubicBezTo>
                  <a:cubicBezTo>
                    <a:pt x="1158684" y="4064360"/>
                    <a:pt x="1156502" y="4045918"/>
                    <a:pt x="1154250" y="4027200"/>
                  </a:cubicBezTo>
                  <a:lnTo>
                    <a:pt x="1151276" y="4001865"/>
                  </a:lnTo>
                  <a:cubicBezTo>
                    <a:pt x="1150623" y="3996262"/>
                    <a:pt x="1147203" y="3991415"/>
                    <a:pt x="1142287" y="3988974"/>
                  </a:cubicBezTo>
                  <a:cubicBezTo>
                    <a:pt x="1133143" y="3984196"/>
                    <a:pt x="1118344" y="3991570"/>
                    <a:pt x="1102360" y="4010476"/>
                  </a:cubicBezTo>
                  <a:cubicBezTo>
                    <a:pt x="992511" y="4140400"/>
                    <a:pt x="924343" y="4287220"/>
                    <a:pt x="899731" y="4446879"/>
                  </a:cubicBezTo>
                  <a:cubicBezTo>
                    <a:pt x="874206" y="4612416"/>
                    <a:pt x="888042" y="4754079"/>
                    <a:pt x="942081" y="4879964"/>
                  </a:cubicBezTo>
                  <a:cubicBezTo>
                    <a:pt x="943526" y="4883316"/>
                    <a:pt x="943491" y="4890157"/>
                    <a:pt x="943474" y="4892443"/>
                  </a:cubicBezTo>
                  <a:lnTo>
                    <a:pt x="940569" y="4964873"/>
                  </a:lnTo>
                  <a:cubicBezTo>
                    <a:pt x="940139" y="4970081"/>
                    <a:pt x="937389" y="4975959"/>
                    <a:pt x="935120" y="4978142"/>
                  </a:cubicBezTo>
                  <a:cubicBezTo>
                    <a:pt x="825427" y="5083779"/>
                    <a:pt x="704664" y="5175615"/>
                    <a:pt x="575067" y="5252049"/>
                  </a:cubicBezTo>
                  <a:cubicBezTo>
                    <a:pt x="636411" y="5196601"/>
                    <a:pt x="680515" y="5124257"/>
                    <a:pt x="709099" y="5032576"/>
                  </a:cubicBezTo>
                  <a:cubicBezTo>
                    <a:pt x="740776" y="4930961"/>
                    <a:pt x="757036" y="4825203"/>
                    <a:pt x="772797" y="4722660"/>
                  </a:cubicBezTo>
                  <a:lnTo>
                    <a:pt x="774172" y="4713533"/>
                  </a:lnTo>
                  <a:cubicBezTo>
                    <a:pt x="779758" y="4677507"/>
                    <a:pt x="785585" y="4641550"/>
                    <a:pt x="791532" y="4604802"/>
                  </a:cubicBezTo>
                  <a:lnTo>
                    <a:pt x="798252" y="4563259"/>
                  </a:lnTo>
                  <a:cubicBezTo>
                    <a:pt x="799215" y="4557209"/>
                    <a:pt x="796826" y="4551158"/>
                    <a:pt x="792134" y="4547531"/>
                  </a:cubicBezTo>
                  <a:cubicBezTo>
                    <a:pt x="787476" y="4543819"/>
                    <a:pt x="780738" y="4542925"/>
                    <a:pt x="775375" y="4545228"/>
                  </a:cubicBezTo>
                  <a:lnTo>
                    <a:pt x="769514" y="4547652"/>
                  </a:lnTo>
                  <a:cubicBezTo>
                    <a:pt x="763258" y="4550213"/>
                    <a:pt x="757809" y="4552499"/>
                    <a:pt x="752670" y="4555129"/>
                  </a:cubicBezTo>
                  <a:cubicBezTo>
                    <a:pt x="507673" y="4677490"/>
                    <a:pt x="346398" y="4962879"/>
                    <a:pt x="369189" y="5233693"/>
                  </a:cubicBezTo>
                  <a:cubicBezTo>
                    <a:pt x="372765" y="5276112"/>
                    <a:pt x="368880" y="5315954"/>
                    <a:pt x="357295" y="5355418"/>
                  </a:cubicBezTo>
                  <a:cubicBezTo>
                    <a:pt x="356212" y="5359010"/>
                    <a:pt x="352740" y="5362912"/>
                    <a:pt x="351331" y="5363565"/>
                  </a:cubicBezTo>
                  <a:cubicBezTo>
                    <a:pt x="234969" y="5412636"/>
                    <a:pt x="124329" y="5448439"/>
                    <a:pt x="13003" y="5473018"/>
                  </a:cubicBezTo>
                  <a:cubicBezTo>
                    <a:pt x="7279" y="5474341"/>
                    <a:pt x="2742" y="5478432"/>
                    <a:pt x="885" y="5483950"/>
                  </a:cubicBezTo>
                  <a:cubicBezTo>
                    <a:pt x="-988" y="5489501"/>
                    <a:pt x="146" y="5495534"/>
                    <a:pt x="3962" y="5500072"/>
                  </a:cubicBezTo>
                  <a:cubicBezTo>
                    <a:pt x="16062" y="5514407"/>
                    <a:pt x="26599" y="5529824"/>
                    <a:pt x="35261" y="5545964"/>
                  </a:cubicBezTo>
                  <a:cubicBezTo>
                    <a:pt x="38819" y="5552564"/>
                    <a:pt x="47293" y="5555950"/>
                    <a:pt x="53635" y="5554300"/>
                  </a:cubicBezTo>
                  <a:cubicBezTo>
                    <a:pt x="144336" y="5533605"/>
                    <a:pt x="232665" y="5506809"/>
                    <a:pt x="316250" y="5474599"/>
                  </a:cubicBezTo>
                  <a:cubicBezTo>
                    <a:pt x="323005" y="5471884"/>
                    <a:pt x="328162" y="5470594"/>
                    <a:pt x="332991" y="5471385"/>
                  </a:cubicBezTo>
                  <a:cubicBezTo>
                    <a:pt x="351589" y="5473860"/>
                    <a:pt x="371235" y="5477676"/>
                    <a:pt x="393046" y="5483090"/>
                  </a:cubicBezTo>
                  <a:cubicBezTo>
                    <a:pt x="397549" y="5484190"/>
                    <a:pt x="401279" y="5486270"/>
                    <a:pt x="401348" y="5486081"/>
                  </a:cubicBezTo>
                  <a:cubicBezTo>
                    <a:pt x="448993" y="5581062"/>
                    <a:pt x="530876" y="5641563"/>
                    <a:pt x="651760" y="5671006"/>
                  </a:cubicBezTo>
                  <a:cubicBezTo>
                    <a:pt x="678057" y="5677314"/>
                    <a:pt x="705180" y="5681972"/>
                    <a:pt x="732371" y="5684825"/>
                  </a:cubicBezTo>
                  <a:cubicBezTo>
                    <a:pt x="760834" y="5687833"/>
                    <a:pt x="792581" y="5689363"/>
                    <a:pt x="826698" y="5689363"/>
                  </a:cubicBezTo>
                  <a:cubicBezTo>
                    <a:pt x="873965" y="5689363"/>
                    <a:pt x="907671" y="5686441"/>
                    <a:pt x="908084" y="5686407"/>
                  </a:cubicBezTo>
                  <a:cubicBezTo>
                    <a:pt x="1012862" y="5674684"/>
                    <a:pt x="1102342" y="5651103"/>
                    <a:pt x="1181596" y="5614303"/>
                  </a:cubicBezTo>
                  <a:cubicBezTo>
                    <a:pt x="1214115" y="5599229"/>
                    <a:pt x="1251173" y="5578930"/>
                    <a:pt x="1279654" y="5542681"/>
                  </a:cubicBezTo>
                  <a:cubicBezTo>
                    <a:pt x="1285102" y="5535737"/>
                    <a:pt x="1284191" y="5525716"/>
                    <a:pt x="1277574" y="5519890"/>
                  </a:cubicBezTo>
                  <a:cubicBezTo>
                    <a:pt x="1197065" y="5448851"/>
                    <a:pt x="1115096" y="5397236"/>
                    <a:pt x="1026939" y="5362104"/>
                  </a:cubicBezTo>
                  <a:cubicBezTo>
                    <a:pt x="896327" y="5310196"/>
                    <a:pt x="777352" y="5296137"/>
                    <a:pt x="660732" y="5318567"/>
                  </a:cubicBezTo>
                  <a:cubicBezTo>
                    <a:pt x="643303" y="5321953"/>
                    <a:pt x="626287" y="5326216"/>
                    <a:pt x="609752" y="5331114"/>
                  </a:cubicBezTo>
                  <a:cubicBezTo>
                    <a:pt x="718844" y="5265903"/>
                    <a:pt x="823295" y="5189261"/>
                    <a:pt x="921937" y="5101947"/>
                  </a:cubicBezTo>
                  <a:cubicBezTo>
                    <a:pt x="923828" y="5100228"/>
                    <a:pt x="926939" y="5098716"/>
                    <a:pt x="929363" y="5098286"/>
                  </a:cubicBezTo>
                  <a:cubicBezTo>
                    <a:pt x="945502" y="5095605"/>
                    <a:pt x="966936" y="5092304"/>
                    <a:pt x="988867" y="5090723"/>
                  </a:cubicBezTo>
                  <a:cubicBezTo>
                    <a:pt x="990895" y="5090723"/>
                    <a:pt x="993473" y="5091703"/>
                    <a:pt x="993766" y="5091806"/>
                  </a:cubicBezTo>
                  <a:cubicBezTo>
                    <a:pt x="1053202" y="5158323"/>
                    <a:pt x="1129774" y="5190654"/>
                    <a:pt x="1227866" y="5190654"/>
                  </a:cubicBezTo>
                  <a:cubicBezTo>
                    <a:pt x="1232868" y="5190654"/>
                    <a:pt x="1237886" y="5190551"/>
                    <a:pt x="1242888" y="5190379"/>
                  </a:cubicBezTo>
                  <a:cubicBezTo>
                    <a:pt x="1349539" y="5186941"/>
                    <a:pt x="1456758" y="5157636"/>
                    <a:pt x="1561622" y="5103236"/>
                  </a:cubicBezTo>
                  <a:cubicBezTo>
                    <a:pt x="1637833" y="5063480"/>
                    <a:pt x="1717276" y="5017193"/>
                    <a:pt x="1781697" y="4948166"/>
                  </a:cubicBezTo>
                  <a:cubicBezTo>
                    <a:pt x="1795980" y="4932817"/>
                    <a:pt x="1808733" y="4915457"/>
                    <a:pt x="1819991" y="4900143"/>
                  </a:cubicBezTo>
                  <a:lnTo>
                    <a:pt x="1821091" y="4898647"/>
                  </a:lnTo>
                  <a:cubicBezTo>
                    <a:pt x="1826076" y="4891893"/>
                    <a:pt x="1831112" y="4885086"/>
                    <a:pt x="1836286" y="4878366"/>
                  </a:cubicBezTo>
                  <a:cubicBezTo>
                    <a:pt x="1839104" y="4874739"/>
                    <a:pt x="1840290" y="4870064"/>
                    <a:pt x="1839551" y="4865354"/>
                  </a:cubicBezTo>
                  <a:cubicBezTo>
                    <a:pt x="1838761" y="4860817"/>
                    <a:pt x="1836131" y="4856778"/>
                    <a:pt x="1831645" y="4853856"/>
                  </a:cubicBezTo>
                  <a:cubicBezTo>
                    <a:pt x="1830510" y="4853237"/>
                    <a:pt x="1803233" y="4838610"/>
                    <a:pt x="1778328" y="4828968"/>
                  </a:cubicBezTo>
                  <a:cubicBezTo>
                    <a:pt x="1611570" y="4764530"/>
                    <a:pt x="1443214" y="4757929"/>
                    <a:pt x="1282610" y="4809683"/>
                  </a:cubicBezTo>
                  <a:cubicBezTo>
                    <a:pt x="1230031" y="4826578"/>
                    <a:pt x="1180547" y="4851948"/>
                    <a:pt x="1132370" y="4887011"/>
                  </a:cubicBezTo>
                  <a:cubicBezTo>
                    <a:pt x="1221472" y="4783436"/>
                    <a:pt x="1303974" y="4669893"/>
                    <a:pt x="1378879" y="4547721"/>
                  </a:cubicBezTo>
                  <a:cubicBezTo>
                    <a:pt x="1379687" y="4546432"/>
                    <a:pt x="1381819" y="4542942"/>
                    <a:pt x="1382506" y="4542307"/>
                  </a:cubicBezTo>
                  <a:cubicBezTo>
                    <a:pt x="1389055" y="4538130"/>
                    <a:pt x="1395758" y="4534177"/>
                    <a:pt x="1402444" y="4530275"/>
                  </a:cubicBezTo>
                  <a:cubicBezTo>
                    <a:pt x="1414424" y="4523245"/>
                    <a:pt x="1426834" y="4515974"/>
                    <a:pt x="1438487" y="4507312"/>
                  </a:cubicBezTo>
                  <a:cubicBezTo>
                    <a:pt x="1448319" y="4499972"/>
                    <a:pt x="1451086" y="4499784"/>
                    <a:pt x="1461020" y="4506178"/>
                  </a:cubicBezTo>
                  <a:cubicBezTo>
                    <a:pt x="1475081" y="4515304"/>
                    <a:pt x="1491426" y="4520048"/>
                    <a:pt x="1505675" y="4523778"/>
                  </a:cubicBezTo>
                  <a:cubicBezTo>
                    <a:pt x="1589037" y="4545125"/>
                    <a:pt x="1673069" y="4534486"/>
                    <a:pt x="1766021" y="4490845"/>
                  </a:cubicBezTo>
                  <a:cubicBezTo>
                    <a:pt x="1850930" y="4451039"/>
                    <a:pt x="1916210" y="4388113"/>
                    <a:pt x="1974133" y="4326065"/>
                  </a:cubicBezTo>
                  <a:cubicBezTo>
                    <a:pt x="2058388" y="4235553"/>
                    <a:pt x="2113442" y="4153893"/>
                    <a:pt x="2147405" y="4069053"/>
                  </a:cubicBezTo>
                  <a:cubicBezTo>
                    <a:pt x="2154538" y="4051246"/>
                    <a:pt x="2159626" y="4032838"/>
                    <a:pt x="2164920" y="4013587"/>
                  </a:cubicBezTo>
                  <a:cubicBezTo>
                    <a:pt x="2167103" y="4005509"/>
                    <a:pt x="2169337" y="3997430"/>
                    <a:pt x="2171709" y="3989490"/>
                  </a:cubicBezTo>
                  <a:cubicBezTo>
                    <a:pt x="2174304" y="3980965"/>
                    <a:pt x="2169767" y="3971941"/>
                    <a:pt x="2161345" y="3968967"/>
                  </a:cubicBezTo>
                  <a:lnTo>
                    <a:pt x="2154366" y="3968435"/>
                  </a:lnTo>
                  <a:cubicBezTo>
                    <a:pt x="2120008" y="3968435"/>
                    <a:pt x="1813512" y="3973471"/>
                    <a:pt x="1634241" y="4147413"/>
                  </a:cubicBezTo>
                  <a:cubicBezTo>
                    <a:pt x="1595242" y="4185261"/>
                    <a:pt x="1560281" y="4225480"/>
                    <a:pt x="1528363" y="4269516"/>
                  </a:cubicBezTo>
                  <a:cubicBezTo>
                    <a:pt x="1599281" y="4119328"/>
                    <a:pt x="1659422" y="3961044"/>
                    <a:pt x="1707891" y="3796744"/>
                  </a:cubicBezTo>
                  <a:lnTo>
                    <a:pt x="1708596" y="3794338"/>
                  </a:lnTo>
                  <a:cubicBezTo>
                    <a:pt x="1709181" y="3792327"/>
                    <a:pt x="1710057" y="3789284"/>
                    <a:pt x="1710642" y="3788459"/>
                  </a:cubicBezTo>
                  <a:lnTo>
                    <a:pt x="1757530" y="3724073"/>
                  </a:lnTo>
                  <a:cubicBezTo>
                    <a:pt x="1759284" y="3721495"/>
                    <a:pt x="1759490" y="3721495"/>
                    <a:pt x="1762240" y="3721495"/>
                  </a:cubicBezTo>
                  <a:cubicBezTo>
                    <a:pt x="1763460" y="3721495"/>
                    <a:pt x="1764801" y="3721581"/>
                    <a:pt x="1766330" y="3721667"/>
                  </a:cubicBezTo>
                  <a:lnTo>
                    <a:pt x="1776351" y="3722268"/>
                  </a:lnTo>
                  <a:cubicBezTo>
                    <a:pt x="1811243" y="3724434"/>
                    <a:pt x="1831782" y="3724125"/>
                    <a:pt x="1848678" y="3721478"/>
                  </a:cubicBezTo>
                  <a:cubicBezTo>
                    <a:pt x="1915436" y="3710941"/>
                    <a:pt x="1975697" y="3677322"/>
                    <a:pt x="2032882" y="3618677"/>
                  </a:cubicBezTo>
                  <a:cubicBezTo>
                    <a:pt x="2166621" y="3481516"/>
                    <a:pt x="2258680" y="3310393"/>
                    <a:pt x="2314300" y="3095578"/>
                  </a:cubicBezTo>
                  <a:cubicBezTo>
                    <a:pt x="2320265" y="3072563"/>
                    <a:pt x="2321932" y="3049325"/>
                    <a:pt x="2323719" y="3024677"/>
                  </a:cubicBezTo>
                  <a:cubicBezTo>
                    <a:pt x="2324510" y="3013505"/>
                    <a:pt x="2325386" y="3001989"/>
                    <a:pt x="2326658" y="2990095"/>
                  </a:cubicBezTo>
                  <a:cubicBezTo>
                    <a:pt x="2327191" y="2984389"/>
                    <a:pt x="2324957" y="2978940"/>
                    <a:pt x="2320660" y="29753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B2B6ABDD-9E47-8208-E288-333423113607}"/>
                </a:ext>
              </a:extLst>
            </p:cNvPr>
            <p:cNvSpPr/>
            <p:nvPr/>
          </p:nvSpPr>
          <p:spPr>
            <a:xfrm>
              <a:off x="-4653512" y="542621"/>
              <a:ext cx="2326729" cy="5689259"/>
            </a:xfrm>
            <a:custGeom>
              <a:avLst/>
              <a:gdLst>
                <a:gd name="connsiteX0" fmla="*/ 2313708 w 2326728"/>
                <a:gd name="connsiteY0" fmla="*/ 5472982 h 5689258"/>
                <a:gd name="connsiteX1" fmla="*/ 1975465 w 2326728"/>
                <a:gd name="connsiteY1" fmla="*/ 5363546 h 5689258"/>
                <a:gd name="connsiteX2" fmla="*/ 1969536 w 2326728"/>
                <a:gd name="connsiteY2" fmla="*/ 5355485 h 5689258"/>
                <a:gd name="connsiteX3" fmla="*/ 1957624 w 2326728"/>
                <a:gd name="connsiteY3" fmla="*/ 5233674 h 5689258"/>
                <a:gd name="connsiteX4" fmla="*/ 1574195 w 2326728"/>
                <a:gd name="connsiteY4" fmla="*/ 4555127 h 5689258"/>
                <a:gd name="connsiteX5" fmla="*/ 1557299 w 2326728"/>
                <a:gd name="connsiteY5" fmla="*/ 4547633 h 5689258"/>
                <a:gd name="connsiteX6" fmla="*/ 1551490 w 2326728"/>
                <a:gd name="connsiteY6" fmla="*/ 4545227 h 5689258"/>
                <a:gd name="connsiteX7" fmla="*/ 1534800 w 2326728"/>
                <a:gd name="connsiteY7" fmla="*/ 4547427 h 5689258"/>
                <a:gd name="connsiteX8" fmla="*/ 1528578 w 2326728"/>
                <a:gd name="connsiteY8" fmla="*/ 4563257 h 5689258"/>
                <a:gd name="connsiteX9" fmla="*/ 1535282 w 2326728"/>
                <a:gd name="connsiteY9" fmla="*/ 4604784 h 5689258"/>
                <a:gd name="connsiteX10" fmla="*/ 1552641 w 2326728"/>
                <a:gd name="connsiteY10" fmla="*/ 4713480 h 5689258"/>
                <a:gd name="connsiteX11" fmla="*/ 1554051 w 2326728"/>
                <a:gd name="connsiteY11" fmla="*/ 4722900 h 5689258"/>
                <a:gd name="connsiteX12" fmla="*/ 1617715 w 2326728"/>
                <a:gd name="connsiteY12" fmla="*/ 5032575 h 5689258"/>
                <a:gd name="connsiteX13" fmla="*/ 1751747 w 2326728"/>
                <a:gd name="connsiteY13" fmla="*/ 5252031 h 5689258"/>
                <a:gd name="connsiteX14" fmla="*/ 1391711 w 2326728"/>
                <a:gd name="connsiteY14" fmla="*/ 4978158 h 5689258"/>
                <a:gd name="connsiteX15" fmla="*/ 1386279 w 2326728"/>
                <a:gd name="connsiteY15" fmla="*/ 4965215 h 5689258"/>
                <a:gd name="connsiteX16" fmla="*/ 1383340 w 2326728"/>
                <a:gd name="connsiteY16" fmla="*/ 4892734 h 5689258"/>
                <a:gd name="connsiteX17" fmla="*/ 1384749 w 2326728"/>
                <a:gd name="connsiteY17" fmla="*/ 4879929 h 5689258"/>
                <a:gd name="connsiteX18" fmla="*/ 1427083 w 2326728"/>
                <a:gd name="connsiteY18" fmla="*/ 4446878 h 5689258"/>
                <a:gd name="connsiteX19" fmla="*/ 1224454 w 2326728"/>
                <a:gd name="connsiteY19" fmla="*/ 4010475 h 5689258"/>
                <a:gd name="connsiteX20" fmla="*/ 1190732 w 2326728"/>
                <a:gd name="connsiteY20" fmla="*/ 3987563 h 5689258"/>
                <a:gd name="connsiteX21" fmla="*/ 1184664 w 2326728"/>
                <a:gd name="connsiteY21" fmla="*/ 3988887 h 5689258"/>
                <a:gd name="connsiteX22" fmla="*/ 1175520 w 2326728"/>
                <a:gd name="connsiteY22" fmla="*/ 4001881 h 5689258"/>
                <a:gd name="connsiteX23" fmla="*/ 1172581 w 2326728"/>
                <a:gd name="connsiteY23" fmla="*/ 4027165 h 5689258"/>
                <a:gd name="connsiteX24" fmla="*/ 1166170 w 2326728"/>
                <a:gd name="connsiteY24" fmla="*/ 4082819 h 5689258"/>
                <a:gd name="connsiteX25" fmla="*/ 1155341 w 2326728"/>
                <a:gd name="connsiteY25" fmla="*/ 4180292 h 5689258"/>
                <a:gd name="connsiteX26" fmla="*/ 1154809 w 2326728"/>
                <a:gd name="connsiteY26" fmla="*/ 4184984 h 5689258"/>
                <a:gd name="connsiteX27" fmla="*/ 1130814 w 2326728"/>
                <a:gd name="connsiteY27" fmla="*/ 4433953 h 5689258"/>
                <a:gd name="connsiteX28" fmla="*/ 1184561 w 2326728"/>
                <a:gd name="connsiteY28" fmla="*/ 4752188 h 5689258"/>
                <a:gd name="connsiteX29" fmla="*/ 1185455 w 2326728"/>
                <a:gd name="connsiteY29" fmla="*/ 4753820 h 5689258"/>
                <a:gd name="connsiteX30" fmla="*/ 965930 w 2326728"/>
                <a:gd name="connsiteY30" fmla="*/ 4430068 h 5689258"/>
                <a:gd name="connsiteX31" fmla="*/ 960722 w 2326728"/>
                <a:gd name="connsiteY31" fmla="*/ 4397909 h 5689258"/>
                <a:gd name="connsiteX32" fmla="*/ 1017821 w 2326728"/>
                <a:gd name="connsiteY32" fmla="*/ 4258257 h 5689258"/>
                <a:gd name="connsiteX33" fmla="*/ 1119814 w 2326728"/>
                <a:gd name="connsiteY33" fmla="*/ 3961025 h 5689258"/>
                <a:gd name="connsiteX34" fmla="*/ 1041901 w 2326728"/>
                <a:gd name="connsiteY34" fmla="*/ 3427184 h 5689258"/>
                <a:gd name="connsiteX35" fmla="*/ 1034613 w 2326728"/>
                <a:gd name="connsiteY35" fmla="*/ 3412695 h 5689258"/>
                <a:gd name="connsiteX36" fmla="*/ 1028546 w 2326728"/>
                <a:gd name="connsiteY36" fmla="*/ 3401247 h 5689258"/>
                <a:gd name="connsiteX37" fmla="*/ 1012888 w 2326728"/>
                <a:gd name="connsiteY37" fmla="*/ 3392275 h 5689258"/>
                <a:gd name="connsiteX38" fmla="*/ 998226 w 2326728"/>
                <a:gd name="connsiteY38" fmla="*/ 3402777 h 5689258"/>
                <a:gd name="connsiteX39" fmla="*/ 943070 w 2326728"/>
                <a:gd name="connsiteY39" fmla="*/ 3541484 h 5689258"/>
                <a:gd name="connsiteX40" fmla="*/ 931503 w 2326728"/>
                <a:gd name="connsiteY40" fmla="*/ 3570515 h 5689258"/>
                <a:gd name="connsiteX41" fmla="*/ 824439 w 2326728"/>
                <a:gd name="connsiteY41" fmla="*/ 3897464 h 5689258"/>
                <a:gd name="connsiteX42" fmla="*/ 821173 w 2326728"/>
                <a:gd name="connsiteY42" fmla="*/ 4135157 h 5689258"/>
                <a:gd name="connsiteX43" fmla="*/ 673185 w 2326728"/>
                <a:gd name="connsiteY43" fmla="*/ 3682237 h 5689258"/>
                <a:gd name="connsiteX44" fmla="*/ 676381 w 2326728"/>
                <a:gd name="connsiteY44" fmla="*/ 3665478 h 5689258"/>
                <a:gd name="connsiteX45" fmla="*/ 767529 w 2326728"/>
                <a:gd name="connsiteY45" fmla="*/ 3541295 h 5689258"/>
                <a:gd name="connsiteX46" fmla="*/ 946198 w 2326728"/>
                <a:gd name="connsiteY46" fmla="*/ 3292207 h 5689258"/>
                <a:gd name="connsiteX47" fmla="*/ 1010653 w 2326728"/>
                <a:gd name="connsiteY47" fmla="*/ 2730710 h 5689258"/>
                <a:gd name="connsiteX48" fmla="*/ 1008866 w 2326728"/>
                <a:gd name="connsiteY48" fmla="*/ 2724110 h 5689258"/>
                <a:gd name="connsiteX49" fmla="*/ 1008247 w 2326728"/>
                <a:gd name="connsiteY49" fmla="*/ 2722254 h 5689258"/>
                <a:gd name="connsiteX50" fmla="*/ 998845 w 2326728"/>
                <a:gd name="connsiteY50" fmla="*/ 2712010 h 5689258"/>
                <a:gd name="connsiteX51" fmla="*/ 985490 w 2326728"/>
                <a:gd name="connsiteY51" fmla="*/ 2712199 h 5689258"/>
                <a:gd name="connsiteX52" fmla="*/ 973458 w 2326728"/>
                <a:gd name="connsiteY52" fmla="*/ 2720329 h 5689258"/>
                <a:gd name="connsiteX53" fmla="*/ 914486 w 2326728"/>
                <a:gd name="connsiteY53" fmla="*/ 2798758 h 5689258"/>
                <a:gd name="connsiteX54" fmla="*/ 911169 w 2326728"/>
                <a:gd name="connsiteY54" fmla="*/ 2803175 h 5689258"/>
                <a:gd name="connsiteX55" fmla="*/ 760242 w 2326728"/>
                <a:gd name="connsiteY55" fmla="*/ 3005924 h 5689258"/>
                <a:gd name="connsiteX56" fmla="*/ 636316 w 2326728"/>
                <a:gd name="connsiteY56" fmla="*/ 3239921 h 5689258"/>
                <a:gd name="connsiteX57" fmla="*/ 611703 w 2326728"/>
                <a:gd name="connsiteY57" fmla="*/ 3350079 h 5689258"/>
                <a:gd name="connsiteX58" fmla="*/ 583773 w 2326728"/>
                <a:gd name="connsiteY58" fmla="*/ 2960462 h 5689258"/>
                <a:gd name="connsiteX59" fmla="*/ 608712 w 2326728"/>
                <a:gd name="connsiteY59" fmla="*/ 2876825 h 5689258"/>
                <a:gd name="connsiteX60" fmla="*/ 681813 w 2326728"/>
                <a:gd name="connsiteY60" fmla="*/ 2820724 h 5689258"/>
                <a:gd name="connsiteX61" fmla="*/ 932568 w 2326728"/>
                <a:gd name="connsiteY61" fmla="*/ 2608315 h 5689258"/>
                <a:gd name="connsiteX62" fmla="*/ 1088051 w 2326728"/>
                <a:gd name="connsiteY62" fmla="*/ 2171809 h 5689258"/>
                <a:gd name="connsiteX63" fmla="*/ 1092158 w 2326728"/>
                <a:gd name="connsiteY63" fmla="*/ 2117564 h 5689258"/>
                <a:gd name="connsiteX64" fmla="*/ 1092434 w 2326728"/>
                <a:gd name="connsiteY64" fmla="*/ 2113284 h 5689258"/>
                <a:gd name="connsiteX65" fmla="*/ 1094255 w 2326728"/>
                <a:gd name="connsiteY65" fmla="*/ 2084477 h 5689258"/>
                <a:gd name="connsiteX66" fmla="*/ 1085111 w 2326728"/>
                <a:gd name="connsiteY66" fmla="*/ 2068441 h 5689258"/>
                <a:gd name="connsiteX67" fmla="*/ 1066806 w 2326728"/>
                <a:gd name="connsiteY67" fmla="*/ 2070658 h 5689258"/>
                <a:gd name="connsiteX68" fmla="*/ 1052557 w 2326728"/>
                <a:gd name="connsiteY68" fmla="*/ 2082861 h 5689258"/>
                <a:gd name="connsiteX69" fmla="*/ 1037844 w 2326728"/>
                <a:gd name="connsiteY69" fmla="*/ 2095168 h 5689258"/>
                <a:gd name="connsiteX70" fmla="*/ 968990 w 2326728"/>
                <a:gd name="connsiteY70" fmla="*/ 2149963 h 5689258"/>
                <a:gd name="connsiteX71" fmla="*/ 966583 w 2326728"/>
                <a:gd name="connsiteY71" fmla="*/ 2151854 h 5689258"/>
                <a:gd name="connsiteX72" fmla="*/ 813920 w 2326728"/>
                <a:gd name="connsiteY72" fmla="*/ 2275968 h 5689258"/>
                <a:gd name="connsiteX73" fmla="*/ 617719 w 2326728"/>
                <a:gd name="connsiteY73" fmla="*/ 2534664 h 5689258"/>
                <a:gd name="connsiteX74" fmla="*/ 601631 w 2326728"/>
                <a:gd name="connsiteY74" fmla="*/ 2580625 h 5689258"/>
                <a:gd name="connsiteX75" fmla="*/ 675556 w 2326728"/>
                <a:gd name="connsiteY75" fmla="*/ 2141765 h 5689258"/>
                <a:gd name="connsiteX76" fmla="*/ 690458 w 2326728"/>
                <a:gd name="connsiteY76" fmla="*/ 2116412 h 5689258"/>
                <a:gd name="connsiteX77" fmla="*/ 704381 w 2326728"/>
                <a:gd name="connsiteY77" fmla="*/ 2106839 h 5689258"/>
                <a:gd name="connsiteX78" fmla="*/ 792864 w 2326728"/>
                <a:gd name="connsiteY78" fmla="*/ 2073769 h 5689258"/>
                <a:gd name="connsiteX79" fmla="*/ 1048364 w 2326728"/>
                <a:gd name="connsiteY79" fmla="*/ 1968166 h 5689258"/>
                <a:gd name="connsiteX80" fmla="*/ 1327823 w 2326728"/>
                <a:gd name="connsiteY80" fmla="*/ 1516535 h 5689258"/>
                <a:gd name="connsiteX81" fmla="*/ 1320312 w 2326728"/>
                <a:gd name="connsiteY81" fmla="*/ 1502596 h 5689258"/>
                <a:gd name="connsiteX82" fmla="*/ 1304619 w 2326728"/>
                <a:gd name="connsiteY82" fmla="*/ 1501203 h 5689258"/>
                <a:gd name="connsiteX83" fmla="*/ 1199961 w 2326728"/>
                <a:gd name="connsiteY83" fmla="*/ 1544844 h 5689258"/>
                <a:gd name="connsiteX84" fmla="*/ 962200 w 2326728"/>
                <a:gd name="connsiteY84" fmla="*/ 1647868 h 5689258"/>
                <a:gd name="connsiteX85" fmla="*/ 777326 w 2326728"/>
                <a:gd name="connsiteY85" fmla="*/ 1795805 h 5689258"/>
                <a:gd name="connsiteX86" fmla="*/ 923459 w 2326728"/>
                <a:gd name="connsiteY86" fmla="*/ 1444827 h 5689258"/>
                <a:gd name="connsiteX87" fmla="*/ 1001887 w 2326728"/>
                <a:gd name="connsiteY87" fmla="*/ 1419664 h 5689258"/>
                <a:gd name="connsiteX88" fmla="*/ 1040663 w 2326728"/>
                <a:gd name="connsiteY88" fmla="*/ 1423926 h 5689258"/>
                <a:gd name="connsiteX89" fmla="*/ 1349033 w 2326728"/>
                <a:gd name="connsiteY89" fmla="*/ 1378601 h 5689258"/>
                <a:gd name="connsiteX90" fmla="*/ 1633305 w 2326728"/>
                <a:gd name="connsiteY90" fmla="*/ 1098455 h 5689258"/>
                <a:gd name="connsiteX91" fmla="*/ 1639389 w 2326728"/>
                <a:gd name="connsiteY91" fmla="*/ 1083690 h 5689258"/>
                <a:gd name="connsiteX92" fmla="*/ 1637258 w 2326728"/>
                <a:gd name="connsiteY92" fmla="*/ 1067929 h 5689258"/>
                <a:gd name="connsiteX93" fmla="*/ 1622906 w 2326728"/>
                <a:gd name="connsiteY93" fmla="*/ 1061122 h 5689258"/>
                <a:gd name="connsiteX94" fmla="*/ 1622768 w 2326728"/>
                <a:gd name="connsiteY94" fmla="*/ 1061122 h 5689258"/>
                <a:gd name="connsiteX95" fmla="*/ 1583202 w 2326728"/>
                <a:gd name="connsiteY95" fmla="*/ 1063615 h 5689258"/>
                <a:gd name="connsiteX96" fmla="*/ 1511854 w 2326728"/>
                <a:gd name="connsiteY96" fmla="*/ 1067843 h 5689258"/>
                <a:gd name="connsiteX97" fmla="*/ 1486708 w 2326728"/>
                <a:gd name="connsiteY97" fmla="*/ 1069115 h 5689258"/>
                <a:gd name="connsiteX98" fmla="*/ 1258005 w 2326728"/>
                <a:gd name="connsiteY98" fmla="*/ 1094880 h 5689258"/>
                <a:gd name="connsiteX99" fmla="*/ 1058969 w 2326728"/>
                <a:gd name="connsiteY99" fmla="*/ 1195137 h 5689258"/>
                <a:gd name="connsiteX100" fmla="*/ 1243653 w 2326728"/>
                <a:gd name="connsiteY100" fmla="*/ 921951 h 5689258"/>
                <a:gd name="connsiteX101" fmla="*/ 1260704 w 2326728"/>
                <a:gd name="connsiteY101" fmla="*/ 915059 h 5689258"/>
                <a:gd name="connsiteX102" fmla="*/ 1293292 w 2326728"/>
                <a:gd name="connsiteY102" fmla="*/ 911621 h 5689258"/>
                <a:gd name="connsiteX103" fmla="*/ 1351061 w 2326728"/>
                <a:gd name="connsiteY103" fmla="*/ 925114 h 5689258"/>
                <a:gd name="connsiteX104" fmla="*/ 1698911 w 2326728"/>
                <a:gd name="connsiteY104" fmla="*/ 936200 h 5689258"/>
                <a:gd name="connsiteX105" fmla="*/ 1968436 w 2326728"/>
                <a:gd name="connsiteY105" fmla="*/ 734328 h 5689258"/>
                <a:gd name="connsiteX106" fmla="*/ 1975276 w 2326728"/>
                <a:gd name="connsiteY106" fmla="*/ 723860 h 5689258"/>
                <a:gd name="connsiteX107" fmla="*/ 1975723 w 2326728"/>
                <a:gd name="connsiteY107" fmla="*/ 710574 h 5689258"/>
                <a:gd name="connsiteX108" fmla="*/ 1932960 w 2326728"/>
                <a:gd name="connsiteY108" fmla="*/ 690172 h 5689258"/>
                <a:gd name="connsiteX109" fmla="*/ 1845868 w 2326728"/>
                <a:gd name="connsiteY109" fmla="*/ 676095 h 5689258"/>
                <a:gd name="connsiteX110" fmla="*/ 1804497 w 2326728"/>
                <a:gd name="connsiteY110" fmla="*/ 670113 h 5689258"/>
                <a:gd name="connsiteX111" fmla="*/ 1802726 w 2326728"/>
                <a:gd name="connsiteY111" fmla="*/ 669838 h 5689258"/>
                <a:gd name="connsiteX112" fmla="*/ 1658743 w 2326728"/>
                <a:gd name="connsiteY112" fmla="*/ 653321 h 5689258"/>
                <a:gd name="connsiteX113" fmla="*/ 1425777 w 2326728"/>
                <a:gd name="connsiteY113" fmla="*/ 707205 h 5689258"/>
                <a:gd name="connsiteX114" fmla="*/ 1558967 w 2326728"/>
                <a:gd name="connsiteY114" fmla="*/ 575597 h 5689258"/>
                <a:gd name="connsiteX115" fmla="*/ 1611424 w 2326728"/>
                <a:gd name="connsiteY115" fmla="*/ 532953 h 5689258"/>
                <a:gd name="connsiteX116" fmla="*/ 1622768 w 2326728"/>
                <a:gd name="connsiteY116" fmla="*/ 529808 h 5689258"/>
                <a:gd name="connsiteX117" fmla="*/ 2019707 w 2326728"/>
                <a:gd name="connsiteY117" fmla="*/ 319238 h 5689258"/>
                <a:gd name="connsiteX118" fmla="*/ 2161508 w 2326728"/>
                <a:gd name="connsiteY118" fmla="*/ 34640 h 5689258"/>
                <a:gd name="connsiteX119" fmla="*/ 2162711 w 2326728"/>
                <a:gd name="connsiteY119" fmla="*/ 30601 h 5689258"/>
                <a:gd name="connsiteX120" fmla="*/ 2159927 w 2326728"/>
                <a:gd name="connsiteY120" fmla="*/ 3443 h 5689258"/>
                <a:gd name="connsiteX121" fmla="*/ 2111371 w 2326728"/>
                <a:gd name="connsiteY121" fmla="*/ 11109 h 5689258"/>
                <a:gd name="connsiteX122" fmla="*/ 2027786 w 2326728"/>
                <a:gd name="connsiteY122" fmla="*/ 42477 h 5689258"/>
                <a:gd name="connsiteX123" fmla="*/ 1854686 w 2326728"/>
                <a:gd name="connsiteY123" fmla="*/ 110232 h 5689258"/>
                <a:gd name="connsiteX124" fmla="*/ 1628715 w 2326728"/>
                <a:gd name="connsiteY124" fmla="*/ 296670 h 5689258"/>
                <a:gd name="connsiteX125" fmla="*/ 1578337 w 2326728"/>
                <a:gd name="connsiteY125" fmla="*/ 488711 h 5689258"/>
                <a:gd name="connsiteX126" fmla="*/ 1577530 w 2326728"/>
                <a:gd name="connsiteY126" fmla="*/ 491427 h 5689258"/>
                <a:gd name="connsiteX127" fmla="*/ 1285558 w 2326728"/>
                <a:gd name="connsiteY127" fmla="*/ 788848 h 5689258"/>
                <a:gd name="connsiteX128" fmla="*/ 1414295 w 2326728"/>
                <a:gd name="connsiteY128" fmla="*/ 442098 h 5689258"/>
                <a:gd name="connsiteX129" fmla="*/ 1418472 w 2326728"/>
                <a:gd name="connsiteY129" fmla="*/ 77919 h 5689258"/>
                <a:gd name="connsiteX130" fmla="*/ 1413642 w 2326728"/>
                <a:gd name="connsiteY130" fmla="*/ 55282 h 5689258"/>
                <a:gd name="connsiteX131" fmla="*/ 1410600 w 2326728"/>
                <a:gd name="connsiteY131" fmla="*/ 41859 h 5689258"/>
                <a:gd name="connsiteX132" fmla="*/ 1399204 w 2326728"/>
                <a:gd name="connsiteY132" fmla="*/ 29655 h 5689258"/>
                <a:gd name="connsiteX133" fmla="*/ 1382893 w 2326728"/>
                <a:gd name="connsiteY133" fmla="*/ 33505 h 5689258"/>
                <a:gd name="connsiteX134" fmla="*/ 1362903 w 2326728"/>
                <a:gd name="connsiteY134" fmla="*/ 51845 h 5689258"/>
                <a:gd name="connsiteX135" fmla="*/ 1358314 w 2326728"/>
                <a:gd name="connsiteY135" fmla="*/ 55987 h 5689258"/>
                <a:gd name="connsiteX136" fmla="*/ 1311649 w 2326728"/>
                <a:gd name="connsiteY136" fmla="*/ 101226 h 5689258"/>
                <a:gd name="connsiteX137" fmla="*/ 1064795 w 2326728"/>
                <a:gd name="connsiteY137" fmla="*/ 605572 h 5689258"/>
                <a:gd name="connsiteX138" fmla="*/ 1080780 w 2326728"/>
                <a:gd name="connsiteY138" fmla="*/ 821006 h 5689258"/>
                <a:gd name="connsiteX139" fmla="*/ 1112595 w 2326728"/>
                <a:gd name="connsiteY139" fmla="*/ 878242 h 5689258"/>
                <a:gd name="connsiteX140" fmla="*/ 1128631 w 2326728"/>
                <a:gd name="connsiteY140" fmla="*/ 903543 h 5689258"/>
                <a:gd name="connsiteX141" fmla="*/ 1132636 w 2326728"/>
                <a:gd name="connsiteY141" fmla="*/ 911020 h 5689258"/>
                <a:gd name="connsiteX142" fmla="*/ 1122633 w 2326728"/>
                <a:gd name="connsiteY142" fmla="*/ 995568 h 5689258"/>
                <a:gd name="connsiteX143" fmla="*/ 1119848 w 2326728"/>
                <a:gd name="connsiteY143" fmla="*/ 999555 h 5689258"/>
                <a:gd name="connsiteX144" fmla="*/ 1118250 w 2326728"/>
                <a:gd name="connsiteY144" fmla="*/ 1001772 h 5689258"/>
                <a:gd name="connsiteX145" fmla="*/ 909829 w 2326728"/>
                <a:gd name="connsiteY145" fmla="*/ 1332795 h 5689258"/>
                <a:gd name="connsiteX146" fmla="*/ 952833 w 2326728"/>
                <a:gd name="connsiteY146" fmla="*/ 1012326 h 5689258"/>
                <a:gd name="connsiteX147" fmla="*/ 846285 w 2326728"/>
                <a:gd name="connsiteY147" fmla="*/ 599729 h 5689258"/>
                <a:gd name="connsiteX148" fmla="*/ 831469 w 2326728"/>
                <a:gd name="connsiteY148" fmla="*/ 591135 h 5689258"/>
                <a:gd name="connsiteX149" fmla="*/ 818234 w 2326728"/>
                <a:gd name="connsiteY149" fmla="*/ 597975 h 5689258"/>
                <a:gd name="connsiteX150" fmla="*/ 811977 w 2326728"/>
                <a:gd name="connsiteY150" fmla="*/ 606260 h 5689258"/>
                <a:gd name="connsiteX151" fmla="*/ 799447 w 2326728"/>
                <a:gd name="connsiteY151" fmla="*/ 623551 h 5689258"/>
                <a:gd name="connsiteX152" fmla="*/ 693930 w 2326728"/>
                <a:gd name="connsiteY152" fmla="*/ 881628 h 5689258"/>
                <a:gd name="connsiteX153" fmla="*/ 641456 w 2326728"/>
                <a:gd name="connsiteY153" fmla="*/ 1239413 h 5689258"/>
                <a:gd name="connsiteX154" fmla="*/ 694102 w 2326728"/>
                <a:gd name="connsiteY154" fmla="*/ 1461413 h 5689258"/>
                <a:gd name="connsiteX155" fmla="*/ 733171 w 2326728"/>
                <a:gd name="connsiteY155" fmla="*/ 1512616 h 5689258"/>
                <a:gd name="connsiteX156" fmla="*/ 755188 w 2326728"/>
                <a:gd name="connsiteY156" fmla="*/ 1539361 h 5689258"/>
                <a:gd name="connsiteX157" fmla="*/ 762510 w 2326728"/>
                <a:gd name="connsiteY157" fmla="*/ 1555810 h 5689258"/>
                <a:gd name="connsiteX158" fmla="*/ 762476 w 2326728"/>
                <a:gd name="connsiteY158" fmla="*/ 1621072 h 5689258"/>
                <a:gd name="connsiteX159" fmla="*/ 762149 w 2326728"/>
                <a:gd name="connsiteY159" fmla="*/ 1635854 h 5689258"/>
                <a:gd name="connsiteX160" fmla="*/ 760637 w 2326728"/>
                <a:gd name="connsiteY160" fmla="*/ 1643554 h 5689258"/>
                <a:gd name="connsiteX161" fmla="*/ 642985 w 2326728"/>
                <a:gd name="connsiteY161" fmla="*/ 1980438 h 5689258"/>
                <a:gd name="connsiteX162" fmla="*/ 651407 w 2326728"/>
                <a:gd name="connsiteY162" fmla="*/ 1865640 h 5689258"/>
                <a:gd name="connsiteX163" fmla="*/ 458713 w 2326728"/>
                <a:gd name="connsiteY163" fmla="*/ 1304693 h 5689258"/>
                <a:gd name="connsiteX164" fmla="*/ 431212 w 2326728"/>
                <a:gd name="connsiteY164" fmla="*/ 1271194 h 5689258"/>
                <a:gd name="connsiteX165" fmla="*/ 418304 w 2326728"/>
                <a:gd name="connsiteY165" fmla="*/ 1265023 h 5689258"/>
                <a:gd name="connsiteX166" fmla="*/ 415554 w 2326728"/>
                <a:gd name="connsiteY166" fmla="*/ 1265264 h 5689258"/>
                <a:gd name="connsiteX167" fmla="*/ 402680 w 2326728"/>
                <a:gd name="connsiteY167" fmla="*/ 1275869 h 5689258"/>
                <a:gd name="connsiteX168" fmla="*/ 395324 w 2326728"/>
                <a:gd name="connsiteY168" fmla="*/ 1294965 h 5689258"/>
                <a:gd name="connsiteX169" fmla="*/ 382691 w 2326728"/>
                <a:gd name="connsiteY169" fmla="*/ 1329289 h 5689258"/>
                <a:gd name="connsiteX170" fmla="*/ 337675 w 2326728"/>
                <a:gd name="connsiteY170" fmla="*/ 1643331 h 5689258"/>
                <a:gd name="connsiteX171" fmla="*/ 337624 w 2326728"/>
                <a:gd name="connsiteY171" fmla="*/ 1645840 h 5689258"/>
                <a:gd name="connsiteX172" fmla="*/ 371003 w 2326728"/>
                <a:gd name="connsiteY172" fmla="*/ 1989943 h 5689258"/>
                <a:gd name="connsiteX173" fmla="*/ 488379 w 2326728"/>
                <a:gd name="connsiteY173" fmla="*/ 2182500 h 5689258"/>
                <a:gd name="connsiteX174" fmla="*/ 489754 w 2326728"/>
                <a:gd name="connsiteY174" fmla="*/ 2183737 h 5689258"/>
                <a:gd name="connsiteX175" fmla="*/ 552594 w 2326728"/>
                <a:gd name="connsiteY175" fmla="*/ 2262510 h 5689258"/>
                <a:gd name="connsiteX176" fmla="*/ 558713 w 2326728"/>
                <a:gd name="connsiteY176" fmla="*/ 2285044 h 5689258"/>
                <a:gd name="connsiteX177" fmla="*/ 555705 w 2326728"/>
                <a:gd name="connsiteY177" fmla="*/ 2384012 h 5689258"/>
                <a:gd name="connsiteX178" fmla="*/ 547609 w 2326728"/>
                <a:gd name="connsiteY178" fmla="*/ 2437329 h 5689258"/>
                <a:gd name="connsiteX179" fmla="*/ 531057 w 2326728"/>
                <a:gd name="connsiteY179" fmla="*/ 2656699 h 5689258"/>
                <a:gd name="connsiteX180" fmla="*/ 530542 w 2326728"/>
                <a:gd name="connsiteY180" fmla="*/ 2663351 h 5689258"/>
                <a:gd name="connsiteX181" fmla="*/ 526124 w 2326728"/>
                <a:gd name="connsiteY181" fmla="*/ 2718369 h 5689258"/>
                <a:gd name="connsiteX182" fmla="*/ 363217 w 2326728"/>
                <a:gd name="connsiteY182" fmla="*/ 2272032 h 5689258"/>
                <a:gd name="connsiteX183" fmla="*/ 159745 w 2326728"/>
                <a:gd name="connsiteY183" fmla="*/ 2066206 h 5689258"/>
                <a:gd name="connsiteX184" fmla="*/ 148161 w 2326728"/>
                <a:gd name="connsiteY184" fmla="*/ 2058850 h 5689258"/>
                <a:gd name="connsiteX185" fmla="*/ 140014 w 2326728"/>
                <a:gd name="connsiteY185" fmla="*/ 2053934 h 5689258"/>
                <a:gd name="connsiteX186" fmla="*/ 123943 w 2326728"/>
                <a:gd name="connsiteY186" fmla="*/ 2053212 h 5689258"/>
                <a:gd name="connsiteX187" fmla="*/ 114713 w 2326728"/>
                <a:gd name="connsiteY187" fmla="*/ 2066516 h 5689258"/>
                <a:gd name="connsiteX188" fmla="*/ 111155 w 2326728"/>
                <a:gd name="connsiteY188" fmla="*/ 2097437 h 5689258"/>
                <a:gd name="connsiteX189" fmla="*/ 105999 w 2326728"/>
                <a:gd name="connsiteY189" fmla="*/ 2159812 h 5689258"/>
                <a:gd name="connsiteX190" fmla="*/ 241371 w 2326728"/>
                <a:gd name="connsiteY190" fmla="*/ 2759191 h 5689258"/>
                <a:gd name="connsiteX191" fmla="*/ 340975 w 2326728"/>
                <a:gd name="connsiteY191" fmla="*/ 2890129 h 5689258"/>
                <a:gd name="connsiteX192" fmla="*/ 474199 w 2326728"/>
                <a:gd name="connsiteY192" fmla="*/ 2954085 h 5689258"/>
                <a:gd name="connsiteX193" fmla="*/ 478256 w 2326728"/>
                <a:gd name="connsiteY193" fmla="*/ 2956148 h 5689258"/>
                <a:gd name="connsiteX194" fmla="*/ 486454 w 2326728"/>
                <a:gd name="connsiteY194" fmla="*/ 2972236 h 5689258"/>
                <a:gd name="connsiteX195" fmla="*/ 511497 w 2326728"/>
                <a:gd name="connsiteY195" fmla="*/ 3030572 h 5689258"/>
                <a:gd name="connsiteX196" fmla="*/ 515708 w 2326728"/>
                <a:gd name="connsiteY196" fmla="*/ 3084714 h 5689258"/>
                <a:gd name="connsiteX197" fmla="*/ 515932 w 2326728"/>
                <a:gd name="connsiteY197" fmla="*/ 3105872 h 5689258"/>
                <a:gd name="connsiteX198" fmla="*/ 553539 w 2326728"/>
                <a:gd name="connsiteY198" fmla="*/ 3479625 h 5689258"/>
                <a:gd name="connsiteX199" fmla="*/ 490442 w 2326728"/>
                <a:gd name="connsiteY199" fmla="*/ 3348188 h 5689258"/>
                <a:gd name="connsiteX200" fmla="*/ 75490 w 2326728"/>
                <a:gd name="connsiteY200" fmla="*/ 2989389 h 5689258"/>
                <a:gd name="connsiteX201" fmla="*/ 40770 w 2326728"/>
                <a:gd name="connsiteY201" fmla="*/ 2978080 h 5689258"/>
                <a:gd name="connsiteX202" fmla="*/ 38227 w 2326728"/>
                <a:gd name="connsiteY202" fmla="*/ 2977323 h 5689258"/>
                <a:gd name="connsiteX203" fmla="*/ 21709 w 2326728"/>
                <a:gd name="connsiteY203" fmla="*/ 2972408 h 5689258"/>
                <a:gd name="connsiteX204" fmla="*/ 6068 w 2326728"/>
                <a:gd name="connsiteY204" fmla="*/ 2975433 h 5689258"/>
                <a:gd name="connsiteX205" fmla="*/ 86 w 2326728"/>
                <a:gd name="connsiteY205" fmla="*/ 2990111 h 5689258"/>
                <a:gd name="connsiteX206" fmla="*/ 3043 w 2326728"/>
                <a:gd name="connsiteY206" fmla="*/ 3024659 h 5689258"/>
                <a:gd name="connsiteX207" fmla="*/ 12445 w 2326728"/>
                <a:gd name="connsiteY207" fmla="*/ 3095508 h 5689258"/>
                <a:gd name="connsiteX208" fmla="*/ 293863 w 2326728"/>
                <a:gd name="connsiteY208" fmla="*/ 3618624 h 5689258"/>
                <a:gd name="connsiteX209" fmla="*/ 478084 w 2326728"/>
                <a:gd name="connsiteY209" fmla="*/ 3721425 h 5689258"/>
                <a:gd name="connsiteX210" fmla="*/ 550376 w 2326728"/>
                <a:gd name="connsiteY210" fmla="*/ 3722216 h 5689258"/>
                <a:gd name="connsiteX211" fmla="*/ 560414 w 2326728"/>
                <a:gd name="connsiteY211" fmla="*/ 3721614 h 5689258"/>
                <a:gd name="connsiteX212" fmla="*/ 564505 w 2326728"/>
                <a:gd name="connsiteY212" fmla="*/ 3721442 h 5689258"/>
                <a:gd name="connsiteX213" fmla="*/ 569386 w 2326728"/>
                <a:gd name="connsiteY213" fmla="*/ 3724261 h 5689258"/>
                <a:gd name="connsiteX214" fmla="*/ 616086 w 2326728"/>
                <a:gd name="connsiteY214" fmla="*/ 3788389 h 5689258"/>
                <a:gd name="connsiteX215" fmla="*/ 618166 w 2326728"/>
                <a:gd name="connsiteY215" fmla="*/ 3794371 h 5689258"/>
                <a:gd name="connsiteX216" fmla="*/ 618853 w 2326728"/>
                <a:gd name="connsiteY216" fmla="*/ 3796674 h 5689258"/>
                <a:gd name="connsiteX217" fmla="*/ 798382 w 2326728"/>
                <a:gd name="connsiteY217" fmla="*/ 4269464 h 5689258"/>
                <a:gd name="connsiteX218" fmla="*/ 692504 w 2326728"/>
                <a:gd name="connsiteY218" fmla="*/ 4147360 h 5689258"/>
                <a:gd name="connsiteX219" fmla="*/ 172379 w 2326728"/>
                <a:gd name="connsiteY219" fmla="*/ 3968382 h 5689258"/>
                <a:gd name="connsiteX220" fmla="*/ 168099 w 2326728"/>
                <a:gd name="connsiteY220" fmla="*/ 3968416 h 5689258"/>
                <a:gd name="connsiteX221" fmla="*/ 165400 w 2326728"/>
                <a:gd name="connsiteY221" fmla="*/ 3968915 h 5689258"/>
                <a:gd name="connsiteX222" fmla="*/ 155019 w 2326728"/>
                <a:gd name="connsiteY222" fmla="*/ 3989385 h 5689258"/>
                <a:gd name="connsiteX223" fmla="*/ 162203 w 2326728"/>
                <a:gd name="connsiteY223" fmla="*/ 4014944 h 5689258"/>
                <a:gd name="connsiteX224" fmla="*/ 179323 w 2326728"/>
                <a:gd name="connsiteY224" fmla="*/ 4068983 h 5689258"/>
                <a:gd name="connsiteX225" fmla="*/ 352612 w 2326728"/>
                <a:gd name="connsiteY225" fmla="*/ 4326012 h 5689258"/>
                <a:gd name="connsiteX226" fmla="*/ 560689 w 2326728"/>
                <a:gd name="connsiteY226" fmla="*/ 4490776 h 5689258"/>
                <a:gd name="connsiteX227" fmla="*/ 821087 w 2326728"/>
                <a:gd name="connsiteY227" fmla="*/ 4523708 h 5689258"/>
                <a:gd name="connsiteX228" fmla="*/ 865655 w 2326728"/>
                <a:gd name="connsiteY228" fmla="*/ 4506142 h 5689258"/>
                <a:gd name="connsiteX229" fmla="*/ 888223 w 2326728"/>
                <a:gd name="connsiteY229" fmla="*/ 4507259 h 5689258"/>
                <a:gd name="connsiteX230" fmla="*/ 924301 w 2326728"/>
                <a:gd name="connsiteY230" fmla="*/ 4530239 h 5689258"/>
                <a:gd name="connsiteX231" fmla="*/ 943912 w 2326728"/>
                <a:gd name="connsiteY231" fmla="*/ 4542030 h 5689258"/>
                <a:gd name="connsiteX232" fmla="*/ 947831 w 2326728"/>
                <a:gd name="connsiteY232" fmla="*/ 4547651 h 5689258"/>
                <a:gd name="connsiteX233" fmla="*/ 1194358 w 2326728"/>
                <a:gd name="connsiteY233" fmla="*/ 4886941 h 5689258"/>
                <a:gd name="connsiteX234" fmla="*/ 1044118 w 2326728"/>
                <a:gd name="connsiteY234" fmla="*/ 4809613 h 5689258"/>
                <a:gd name="connsiteX235" fmla="*/ 548400 w 2326728"/>
                <a:gd name="connsiteY235" fmla="*/ 4828915 h 5689258"/>
                <a:gd name="connsiteX236" fmla="*/ 494412 w 2326728"/>
                <a:gd name="connsiteY236" fmla="*/ 4854198 h 5689258"/>
                <a:gd name="connsiteX237" fmla="*/ 487142 w 2326728"/>
                <a:gd name="connsiteY237" fmla="*/ 4865422 h 5689258"/>
                <a:gd name="connsiteX238" fmla="*/ 490390 w 2326728"/>
                <a:gd name="connsiteY238" fmla="*/ 4878244 h 5689258"/>
                <a:gd name="connsiteX239" fmla="*/ 505619 w 2326728"/>
                <a:gd name="connsiteY239" fmla="*/ 4898577 h 5689258"/>
                <a:gd name="connsiteX240" fmla="*/ 506719 w 2326728"/>
                <a:gd name="connsiteY240" fmla="*/ 4900056 h 5689258"/>
                <a:gd name="connsiteX241" fmla="*/ 545031 w 2326728"/>
                <a:gd name="connsiteY241" fmla="*/ 4948096 h 5689258"/>
                <a:gd name="connsiteX242" fmla="*/ 765106 w 2326728"/>
                <a:gd name="connsiteY242" fmla="*/ 5103166 h 5689258"/>
                <a:gd name="connsiteX243" fmla="*/ 1083805 w 2326728"/>
                <a:gd name="connsiteY243" fmla="*/ 5190309 h 5689258"/>
                <a:gd name="connsiteX244" fmla="*/ 1098845 w 2326728"/>
                <a:gd name="connsiteY244" fmla="*/ 5190584 h 5689258"/>
                <a:gd name="connsiteX245" fmla="*/ 1332532 w 2326728"/>
                <a:gd name="connsiteY245" fmla="*/ 5092131 h 5689258"/>
                <a:gd name="connsiteX246" fmla="*/ 1337225 w 2326728"/>
                <a:gd name="connsiteY246" fmla="*/ 5090619 h 5689258"/>
                <a:gd name="connsiteX247" fmla="*/ 1397228 w 2326728"/>
                <a:gd name="connsiteY247" fmla="*/ 5098181 h 5689258"/>
                <a:gd name="connsiteX248" fmla="*/ 1404808 w 2326728"/>
                <a:gd name="connsiteY248" fmla="*/ 5101894 h 5689258"/>
                <a:gd name="connsiteX249" fmla="*/ 1716941 w 2326728"/>
                <a:gd name="connsiteY249" fmla="*/ 5331027 h 5689258"/>
                <a:gd name="connsiteX250" fmla="*/ 1665944 w 2326728"/>
                <a:gd name="connsiteY250" fmla="*/ 5318445 h 5689258"/>
                <a:gd name="connsiteX251" fmla="*/ 1299738 w 2326728"/>
                <a:gd name="connsiteY251" fmla="*/ 5362000 h 5689258"/>
                <a:gd name="connsiteX252" fmla="*/ 1049137 w 2326728"/>
                <a:gd name="connsiteY252" fmla="*/ 5519785 h 5689258"/>
                <a:gd name="connsiteX253" fmla="*/ 1047040 w 2326728"/>
                <a:gd name="connsiteY253" fmla="*/ 5542577 h 5689258"/>
                <a:gd name="connsiteX254" fmla="*/ 1145080 w 2326728"/>
                <a:gd name="connsiteY254" fmla="*/ 5614181 h 5689258"/>
                <a:gd name="connsiteX255" fmla="*/ 1418730 w 2326728"/>
                <a:gd name="connsiteY255" fmla="*/ 5686320 h 5689258"/>
                <a:gd name="connsiteX256" fmla="*/ 1500012 w 2326728"/>
                <a:gd name="connsiteY256" fmla="*/ 5689259 h 5689258"/>
                <a:gd name="connsiteX257" fmla="*/ 1594322 w 2326728"/>
                <a:gd name="connsiteY257" fmla="*/ 5684721 h 5689258"/>
                <a:gd name="connsiteX258" fmla="*/ 1674951 w 2326728"/>
                <a:gd name="connsiteY258" fmla="*/ 5670885 h 5689258"/>
                <a:gd name="connsiteX259" fmla="*/ 1924641 w 2326728"/>
                <a:gd name="connsiteY259" fmla="*/ 5487025 h 5689258"/>
                <a:gd name="connsiteX260" fmla="*/ 1933664 w 2326728"/>
                <a:gd name="connsiteY260" fmla="*/ 5483003 h 5689258"/>
                <a:gd name="connsiteX261" fmla="*/ 1993771 w 2326728"/>
                <a:gd name="connsiteY261" fmla="*/ 5471281 h 5689258"/>
                <a:gd name="connsiteX262" fmla="*/ 2010563 w 2326728"/>
                <a:gd name="connsiteY262" fmla="*/ 5474546 h 5689258"/>
                <a:gd name="connsiteX263" fmla="*/ 2272921 w 2326728"/>
                <a:gd name="connsiteY263" fmla="*/ 5554161 h 5689258"/>
                <a:gd name="connsiteX264" fmla="*/ 2276839 w 2326728"/>
                <a:gd name="connsiteY264" fmla="*/ 5554625 h 5689258"/>
                <a:gd name="connsiteX265" fmla="*/ 2291484 w 2326728"/>
                <a:gd name="connsiteY265" fmla="*/ 5545808 h 5689258"/>
                <a:gd name="connsiteX266" fmla="*/ 2322783 w 2326728"/>
                <a:gd name="connsiteY266" fmla="*/ 5499933 h 5689258"/>
                <a:gd name="connsiteX267" fmla="*/ 2325842 w 2326728"/>
                <a:gd name="connsiteY267" fmla="*/ 5483828 h 5689258"/>
                <a:gd name="connsiteX268" fmla="*/ 2313708 w 2326728"/>
                <a:gd name="connsiteY268" fmla="*/ 5472982 h 568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2326728" h="5689258">
                  <a:moveTo>
                    <a:pt x="2313708" y="5472982"/>
                  </a:moveTo>
                  <a:cubicBezTo>
                    <a:pt x="2202484" y="5448421"/>
                    <a:pt x="2091862" y="5412618"/>
                    <a:pt x="1975465" y="5363546"/>
                  </a:cubicBezTo>
                  <a:cubicBezTo>
                    <a:pt x="1974073" y="5362893"/>
                    <a:pt x="1970619" y="5358992"/>
                    <a:pt x="1969536" y="5355485"/>
                  </a:cubicBezTo>
                  <a:cubicBezTo>
                    <a:pt x="1957934" y="5315936"/>
                    <a:pt x="1954049" y="5276094"/>
                    <a:pt x="1957624" y="5233674"/>
                  </a:cubicBezTo>
                  <a:cubicBezTo>
                    <a:pt x="1980416" y="4962843"/>
                    <a:pt x="1819141" y="4677472"/>
                    <a:pt x="1574195" y="4555127"/>
                  </a:cubicBezTo>
                  <a:cubicBezTo>
                    <a:pt x="1568987" y="4552481"/>
                    <a:pt x="1563556" y="4550195"/>
                    <a:pt x="1557299" y="4547633"/>
                  </a:cubicBezTo>
                  <a:lnTo>
                    <a:pt x="1551490" y="4545227"/>
                  </a:lnTo>
                  <a:cubicBezTo>
                    <a:pt x="1545973" y="4542873"/>
                    <a:pt x="1539252" y="4543852"/>
                    <a:pt x="1534800" y="4547427"/>
                  </a:cubicBezTo>
                  <a:cubicBezTo>
                    <a:pt x="1529988" y="4551140"/>
                    <a:pt x="1527599" y="4557190"/>
                    <a:pt x="1528578" y="4563257"/>
                  </a:cubicBezTo>
                  <a:lnTo>
                    <a:pt x="1535282" y="4604784"/>
                  </a:lnTo>
                  <a:cubicBezTo>
                    <a:pt x="1541229" y="4641532"/>
                    <a:pt x="1547055" y="4677489"/>
                    <a:pt x="1552641" y="4713480"/>
                  </a:cubicBezTo>
                  <a:lnTo>
                    <a:pt x="1554051" y="4722900"/>
                  </a:lnTo>
                  <a:cubicBezTo>
                    <a:pt x="1569778" y="4825185"/>
                    <a:pt x="1586038" y="4930960"/>
                    <a:pt x="1617715" y="5032575"/>
                  </a:cubicBezTo>
                  <a:cubicBezTo>
                    <a:pt x="1646299" y="5124256"/>
                    <a:pt x="1690403" y="5196600"/>
                    <a:pt x="1751747" y="5252031"/>
                  </a:cubicBezTo>
                  <a:cubicBezTo>
                    <a:pt x="1622150" y="5175613"/>
                    <a:pt x="1501387" y="5083778"/>
                    <a:pt x="1391711" y="4978158"/>
                  </a:cubicBezTo>
                  <a:cubicBezTo>
                    <a:pt x="1389407" y="4975941"/>
                    <a:pt x="1386674" y="4970062"/>
                    <a:pt x="1386279" y="4965215"/>
                  </a:cubicBezTo>
                  <a:lnTo>
                    <a:pt x="1383340" y="4892734"/>
                  </a:lnTo>
                  <a:cubicBezTo>
                    <a:pt x="1383323" y="4890155"/>
                    <a:pt x="1383288" y="4883314"/>
                    <a:pt x="1384749" y="4879929"/>
                  </a:cubicBezTo>
                  <a:cubicBezTo>
                    <a:pt x="1438771" y="4754078"/>
                    <a:pt x="1452607" y="4612415"/>
                    <a:pt x="1427083" y="4446878"/>
                  </a:cubicBezTo>
                  <a:cubicBezTo>
                    <a:pt x="1402470" y="4287219"/>
                    <a:pt x="1334303" y="4140399"/>
                    <a:pt x="1224454" y="4010475"/>
                  </a:cubicBezTo>
                  <a:cubicBezTo>
                    <a:pt x="1211598" y="3995264"/>
                    <a:pt x="1200254" y="3987563"/>
                    <a:pt x="1190732" y="3987563"/>
                  </a:cubicBezTo>
                  <a:cubicBezTo>
                    <a:pt x="1188411" y="3987563"/>
                    <a:pt x="1186314" y="3988028"/>
                    <a:pt x="1184664" y="3988887"/>
                  </a:cubicBezTo>
                  <a:cubicBezTo>
                    <a:pt x="1179611" y="3991396"/>
                    <a:pt x="1176191" y="3996261"/>
                    <a:pt x="1175520" y="4001881"/>
                  </a:cubicBezTo>
                  <a:lnTo>
                    <a:pt x="1172581" y="4027165"/>
                  </a:lnTo>
                  <a:cubicBezTo>
                    <a:pt x="1170312" y="4045934"/>
                    <a:pt x="1168129" y="4064359"/>
                    <a:pt x="1166170" y="4082819"/>
                  </a:cubicBezTo>
                  <a:cubicBezTo>
                    <a:pt x="1162784" y="4115339"/>
                    <a:pt x="1159071" y="4147807"/>
                    <a:pt x="1155341" y="4180292"/>
                  </a:cubicBezTo>
                  <a:lnTo>
                    <a:pt x="1154809" y="4184984"/>
                  </a:lnTo>
                  <a:cubicBezTo>
                    <a:pt x="1145527" y="4266094"/>
                    <a:pt x="1135902" y="4349972"/>
                    <a:pt x="1130814" y="4433953"/>
                  </a:cubicBezTo>
                  <a:cubicBezTo>
                    <a:pt x="1124902" y="4531924"/>
                    <a:pt x="1126655" y="4646344"/>
                    <a:pt x="1184561" y="4752188"/>
                  </a:cubicBezTo>
                  <a:cubicBezTo>
                    <a:pt x="1184870" y="4752720"/>
                    <a:pt x="1185145" y="4753287"/>
                    <a:pt x="1185455" y="4753820"/>
                  </a:cubicBezTo>
                  <a:cubicBezTo>
                    <a:pt x="1104963" y="4653168"/>
                    <a:pt x="1031485" y="4544849"/>
                    <a:pt x="965930" y="4430068"/>
                  </a:cubicBezTo>
                  <a:cubicBezTo>
                    <a:pt x="960138" y="4419858"/>
                    <a:pt x="959639" y="4410903"/>
                    <a:pt x="960722" y="4397909"/>
                  </a:cubicBezTo>
                  <a:cubicBezTo>
                    <a:pt x="965380" y="4342959"/>
                    <a:pt x="990921" y="4298305"/>
                    <a:pt x="1017821" y="4258257"/>
                  </a:cubicBezTo>
                  <a:cubicBezTo>
                    <a:pt x="1069780" y="4180705"/>
                    <a:pt x="1101234" y="4089041"/>
                    <a:pt x="1119814" y="3961025"/>
                  </a:cubicBezTo>
                  <a:cubicBezTo>
                    <a:pt x="1145785" y="3781996"/>
                    <a:pt x="1119556" y="3602398"/>
                    <a:pt x="1041901" y="3427184"/>
                  </a:cubicBezTo>
                  <a:cubicBezTo>
                    <a:pt x="1039770" y="3422354"/>
                    <a:pt x="1037277" y="3417696"/>
                    <a:pt x="1034613" y="3412695"/>
                  </a:cubicBezTo>
                  <a:lnTo>
                    <a:pt x="1028546" y="3401247"/>
                  </a:lnTo>
                  <a:cubicBezTo>
                    <a:pt x="1025641" y="3395661"/>
                    <a:pt x="1019436" y="3391983"/>
                    <a:pt x="1012888" y="3392275"/>
                  </a:cubicBezTo>
                  <a:cubicBezTo>
                    <a:pt x="1006356" y="3392619"/>
                    <a:pt x="1000598" y="3396761"/>
                    <a:pt x="998226" y="3402777"/>
                  </a:cubicBezTo>
                  <a:cubicBezTo>
                    <a:pt x="979388" y="3450285"/>
                    <a:pt x="961169" y="3496056"/>
                    <a:pt x="943070" y="3541484"/>
                  </a:cubicBezTo>
                  <a:lnTo>
                    <a:pt x="931503" y="3570515"/>
                  </a:lnTo>
                  <a:cubicBezTo>
                    <a:pt x="892898" y="3667472"/>
                    <a:pt x="849602" y="3780672"/>
                    <a:pt x="824439" y="3897464"/>
                  </a:cubicBezTo>
                  <a:cubicBezTo>
                    <a:pt x="806701" y="3979881"/>
                    <a:pt x="805618" y="4059426"/>
                    <a:pt x="821173" y="4135157"/>
                  </a:cubicBezTo>
                  <a:cubicBezTo>
                    <a:pt x="760809" y="3991482"/>
                    <a:pt x="711187" y="3839661"/>
                    <a:pt x="673185" y="3682237"/>
                  </a:cubicBezTo>
                  <a:cubicBezTo>
                    <a:pt x="672755" y="3680483"/>
                    <a:pt x="672617" y="3675946"/>
                    <a:pt x="676381" y="3665478"/>
                  </a:cubicBezTo>
                  <a:cubicBezTo>
                    <a:pt x="694154" y="3616836"/>
                    <a:pt x="726519" y="3572732"/>
                    <a:pt x="767529" y="3541295"/>
                  </a:cubicBezTo>
                  <a:cubicBezTo>
                    <a:pt x="857302" y="3472440"/>
                    <a:pt x="908230" y="3376738"/>
                    <a:pt x="946198" y="3292207"/>
                  </a:cubicBezTo>
                  <a:cubicBezTo>
                    <a:pt x="1023939" y="3119331"/>
                    <a:pt x="1045029" y="2935677"/>
                    <a:pt x="1010653" y="2730710"/>
                  </a:cubicBezTo>
                  <a:cubicBezTo>
                    <a:pt x="1010292" y="2728562"/>
                    <a:pt x="1009639" y="2726431"/>
                    <a:pt x="1008866" y="2724110"/>
                  </a:cubicBezTo>
                  <a:lnTo>
                    <a:pt x="1008247" y="2722254"/>
                  </a:lnTo>
                  <a:cubicBezTo>
                    <a:pt x="1006751" y="2717665"/>
                    <a:pt x="1003348" y="2713952"/>
                    <a:pt x="998845" y="2712010"/>
                  </a:cubicBezTo>
                  <a:cubicBezTo>
                    <a:pt x="994445" y="2710171"/>
                    <a:pt x="988910" y="2710515"/>
                    <a:pt x="985490" y="2712199"/>
                  </a:cubicBezTo>
                  <a:cubicBezTo>
                    <a:pt x="982052" y="2713454"/>
                    <a:pt x="976844" y="2715362"/>
                    <a:pt x="973458" y="2720329"/>
                  </a:cubicBezTo>
                  <a:cubicBezTo>
                    <a:pt x="954002" y="2746317"/>
                    <a:pt x="934253" y="2772546"/>
                    <a:pt x="914486" y="2798758"/>
                  </a:cubicBezTo>
                  <a:lnTo>
                    <a:pt x="911169" y="2803175"/>
                  </a:lnTo>
                  <a:cubicBezTo>
                    <a:pt x="861324" y="2869366"/>
                    <a:pt x="809777" y="2937774"/>
                    <a:pt x="760242" y="3005924"/>
                  </a:cubicBezTo>
                  <a:cubicBezTo>
                    <a:pt x="702851" y="3084662"/>
                    <a:pt x="662322" y="3161200"/>
                    <a:pt x="636316" y="3239921"/>
                  </a:cubicBezTo>
                  <a:cubicBezTo>
                    <a:pt x="623769" y="3277941"/>
                    <a:pt x="615570" y="3314534"/>
                    <a:pt x="611703" y="3350079"/>
                  </a:cubicBezTo>
                  <a:cubicBezTo>
                    <a:pt x="595186" y="3222355"/>
                    <a:pt x="585818" y="3091950"/>
                    <a:pt x="583773" y="2960462"/>
                  </a:cubicBezTo>
                  <a:cubicBezTo>
                    <a:pt x="583291" y="2929077"/>
                    <a:pt x="587279" y="2904137"/>
                    <a:pt x="608712" y="2876825"/>
                  </a:cubicBezTo>
                  <a:cubicBezTo>
                    <a:pt x="631401" y="2847709"/>
                    <a:pt x="652593" y="2831449"/>
                    <a:pt x="681813" y="2820724"/>
                  </a:cubicBezTo>
                  <a:cubicBezTo>
                    <a:pt x="801871" y="2776860"/>
                    <a:pt x="878890" y="2684165"/>
                    <a:pt x="932568" y="2608315"/>
                  </a:cubicBezTo>
                  <a:cubicBezTo>
                    <a:pt x="1019281" y="2485610"/>
                    <a:pt x="1070141" y="2342830"/>
                    <a:pt x="1088051" y="2171809"/>
                  </a:cubicBezTo>
                  <a:cubicBezTo>
                    <a:pt x="1089958" y="2154209"/>
                    <a:pt x="1091041" y="2136402"/>
                    <a:pt x="1092158" y="2117564"/>
                  </a:cubicBezTo>
                  <a:lnTo>
                    <a:pt x="1092434" y="2113284"/>
                  </a:lnTo>
                  <a:cubicBezTo>
                    <a:pt x="1092966" y="2104123"/>
                    <a:pt x="1093534" y="2094583"/>
                    <a:pt x="1094255" y="2084477"/>
                  </a:cubicBezTo>
                  <a:cubicBezTo>
                    <a:pt x="1094702" y="2077774"/>
                    <a:pt x="1091110" y="2071483"/>
                    <a:pt x="1085111" y="2068441"/>
                  </a:cubicBezTo>
                  <a:cubicBezTo>
                    <a:pt x="1079302" y="2065519"/>
                    <a:pt x="1071859" y="2066378"/>
                    <a:pt x="1066806" y="2070658"/>
                  </a:cubicBezTo>
                  <a:lnTo>
                    <a:pt x="1052557" y="2082861"/>
                  </a:lnTo>
                  <a:cubicBezTo>
                    <a:pt x="1047195" y="2087433"/>
                    <a:pt x="1042606" y="2091352"/>
                    <a:pt x="1037844" y="2095168"/>
                  </a:cubicBezTo>
                  <a:cubicBezTo>
                    <a:pt x="1014967" y="2113542"/>
                    <a:pt x="992004" y="2131727"/>
                    <a:pt x="968990" y="2149963"/>
                  </a:cubicBezTo>
                  <a:lnTo>
                    <a:pt x="966583" y="2151854"/>
                  </a:lnTo>
                  <a:cubicBezTo>
                    <a:pt x="916068" y="2191868"/>
                    <a:pt x="863816" y="2233239"/>
                    <a:pt x="813920" y="2275968"/>
                  </a:cubicBezTo>
                  <a:cubicBezTo>
                    <a:pt x="717100" y="2358539"/>
                    <a:pt x="654759" y="2440732"/>
                    <a:pt x="617719" y="2534664"/>
                  </a:cubicBezTo>
                  <a:cubicBezTo>
                    <a:pt x="611600" y="2550151"/>
                    <a:pt x="606237" y="2565465"/>
                    <a:pt x="601631" y="2580625"/>
                  </a:cubicBezTo>
                  <a:cubicBezTo>
                    <a:pt x="616860" y="2431365"/>
                    <a:pt x="641593" y="2284373"/>
                    <a:pt x="675556" y="2141765"/>
                  </a:cubicBezTo>
                  <a:cubicBezTo>
                    <a:pt x="679682" y="2124319"/>
                    <a:pt x="681985" y="2119197"/>
                    <a:pt x="690458" y="2116412"/>
                  </a:cubicBezTo>
                  <a:cubicBezTo>
                    <a:pt x="695787" y="2114608"/>
                    <a:pt x="700754" y="2111136"/>
                    <a:pt x="704381" y="2106839"/>
                  </a:cubicBezTo>
                  <a:cubicBezTo>
                    <a:pt x="729011" y="2078839"/>
                    <a:pt x="761445" y="2074405"/>
                    <a:pt x="792864" y="2073769"/>
                  </a:cubicBezTo>
                  <a:cubicBezTo>
                    <a:pt x="897711" y="2071311"/>
                    <a:pt x="980866" y="2019008"/>
                    <a:pt x="1048364" y="1968166"/>
                  </a:cubicBezTo>
                  <a:cubicBezTo>
                    <a:pt x="1213867" y="1843519"/>
                    <a:pt x="1327823" y="1527260"/>
                    <a:pt x="1327823" y="1516535"/>
                  </a:cubicBezTo>
                  <a:cubicBezTo>
                    <a:pt x="1327823" y="1510949"/>
                    <a:pt x="1325038" y="1505741"/>
                    <a:pt x="1320312" y="1502596"/>
                  </a:cubicBezTo>
                  <a:cubicBezTo>
                    <a:pt x="1315654" y="1499519"/>
                    <a:pt x="1309363" y="1499089"/>
                    <a:pt x="1304619" y="1501203"/>
                  </a:cubicBezTo>
                  <a:cubicBezTo>
                    <a:pt x="1270140" y="1515830"/>
                    <a:pt x="1235661" y="1530079"/>
                    <a:pt x="1199961" y="1544844"/>
                  </a:cubicBezTo>
                  <a:cubicBezTo>
                    <a:pt x="1121412" y="1577415"/>
                    <a:pt x="1040199" y="1611069"/>
                    <a:pt x="962200" y="1647868"/>
                  </a:cubicBezTo>
                  <a:cubicBezTo>
                    <a:pt x="883703" y="1685011"/>
                    <a:pt x="821671" y="1734685"/>
                    <a:pt x="777326" y="1795805"/>
                  </a:cubicBezTo>
                  <a:cubicBezTo>
                    <a:pt x="819592" y="1675713"/>
                    <a:pt x="868595" y="1557975"/>
                    <a:pt x="923459" y="1444827"/>
                  </a:cubicBezTo>
                  <a:cubicBezTo>
                    <a:pt x="929767" y="1432623"/>
                    <a:pt x="959399" y="1419664"/>
                    <a:pt x="1001887" y="1419664"/>
                  </a:cubicBezTo>
                  <a:cubicBezTo>
                    <a:pt x="1015706" y="1419664"/>
                    <a:pt x="1029096" y="1421142"/>
                    <a:pt x="1040663" y="1423926"/>
                  </a:cubicBezTo>
                  <a:cubicBezTo>
                    <a:pt x="1140491" y="1447852"/>
                    <a:pt x="1239477" y="1433345"/>
                    <a:pt x="1349033" y="1378601"/>
                  </a:cubicBezTo>
                  <a:cubicBezTo>
                    <a:pt x="1461115" y="1322569"/>
                    <a:pt x="1554102" y="1230957"/>
                    <a:pt x="1633305" y="1098455"/>
                  </a:cubicBezTo>
                  <a:cubicBezTo>
                    <a:pt x="1634817" y="1095894"/>
                    <a:pt x="1637791" y="1088073"/>
                    <a:pt x="1639389" y="1083690"/>
                  </a:cubicBezTo>
                  <a:cubicBezTo>
                    <a:pt x="1641400" y="1078328"/>
                    <a:pt x="1640592" y="1072415"/>
                    <a:pt x="1637258" y="1067929"/>
                  </a:cubicBezTo>
                  <a:cubicBezTo>
                    <a:pt x="1634164" y="1063666"/>
                    <a:pt x="1629214" y="1061122"/>
                    <a:pt x="1622906" y="1061122"/>
                  </a:cubicBezTo>
                  <a:cubicBezTo>
                    <a:pt x="1622854" y="1061122"/>
                    <a:pt x="1622820" y="1061122"/>
                    <a:pt x="1622768" y="1061122"/>
                  </a:cubicBezTo>
                  <a:lnTo>
                    <a:pt x="1583202" y="1063615"/>
                  </a:lnTo>
                  <a:cubicBezTo>
                    <a:pt x="1558949" y="1065144"/>
                    <a:pt x="1535402" y="1066640"/>
                    <a:pt x="1511854" y="1067843"/>
                  </a:cubicBezTo>
                  <a:lnTo>
                    <a:pt x="1486708" y="1069115"/>
                  </a:lnTo>
                  <a:cubicBezTo>
                    <a:pt x="1411631" y="1072896"/>
                    <a:pt x="1333976" y="1076781"/>
                    <a:pt x="1258005" y="1094880"/>
                  </a:cubicBezTo>
                  <a:cubicBezTo>
                    <a:pt x="1171361" y="1115711"/>
                    <a:pt x="1107748" y="1147698"/>
                    <a:pt x="1058969" y="1195137"/>
                  </a:cubicBezTo>
                  <a:cubicBezTo>
                    <a:pt x="1116703" y="1099039"/>
                    <a:pt x="1178528" y="1007599"/>
                    <a:pt x="1243653" y="921951"/>
                  </a:cubicBezTo>
                  <a:cubicBezTo>
                    <a:pt x="1245406" y="919683"/>
                    <a:pt x="1253811" y="916211"/>
                    <a:pt x="1260704" y="915059"/>
                  </a:cubicBezTo>
                  <a:cubicBezTo>
                    <a:pt x="1264141" y="914251"/>
                    <a:pt x="1276654" y="911621"/>
                    <a:pt x="1293292" y="911621"/>
                  </a:cubicBezTo>
                  <a:cubicBezTo>
                    <a:pt x="1315362" y="911621"/>
                    <a:pt x="1334681" y="916108"/>
                    <a:pt x="1351061" y="925114"/>
                  </a:cubicBezTo>
                  <a:cubicBezTo>
                    <a:pt x="1455134" y="976008"/>
                    <a:pt x="1572012" y="979789"/>
                    <a:pt x="1698911" y="936200"/>
                  </a:cubicBezTo>
                  <a:cubicBezTo>
                    <a:pt x="1803001" y="900638"/>
                    <a:pt x="1891159" y="834585"/>
                    <a:pt x="1968436" y="734328"/>
                  </a:cubicBezTo>
                  <a:cubicBezTo>
                    <a:pt x="1970945" y="731096"/>
                    <a:pt x="1973214" y="727573"/>
                    <a:pt x="1975276" y="723860"/>
                  </a:cubicBezTo>
                  <a:cubicBezTo>
                    <a:pt x="1977631" y="719580"/>
                    <a:pt x="1977786" y="714871"/>
                    <a:pt x="1975723" y="710574"/>
                  </a:cubicBezTo>
                  <a:cubicBezTo>
                    <a:pt x="1969742" y="698027"/>
                    <a:pt x="1943857" y="692131"/>
                    <a:pt x="1932960" y="690172"/>
                  </a:cubicBezTo>
                  <a:cubicBezTo>
                    <a:pt x="1906215" y="685497"/>
                    <a:pt x="1875913" y="680168"/>
                    <a:pt x="1845868" y="676095"/>
                  </a:cubicBezTo>
                  <a:cubicBezTo>
                    <a:pt x="1832101" y="674170"/>
                    <a:pt x="1818316" y="672159"/>
                    <a:pt x="1804497" y="670113"/>
                  </a:cubicBezTo>
                  <a:lnTo>
                    <a:pt x="1802726" y="669838"/>
                  </a:lnTo>
                  <a:cubicBezTo>
                    <a:pt x="1755906" y="662929"/>
                    <a:pt x="1707505" y="655779"/>
                    <a:pt x="1658743" y="653321"/>
                  </a:cubicBezTo>
                  <a:cubicBezTo>
                    <a:pt x="1569640" y="648766"/>
                    <a:pt x="1490524" y="666951"/>
                    <a:pt x="1425777" y="707205"/>
                  </a:cubicBezTo>
                  <a:cubicBezTo>
                    <a:pt x="1469314" y="660866"/>
                    <a:pt x="1513797" y="616899"/>
                    <a:pt x="1558967" y="575597"/>
                  </a:cubicBezTo>
                  <a:cubicBezTo>
                    <a:pt x="1573250" y="562568"/>
                    <a:pt x="1589407" y="549437"/>
                    <a:pt x="1611424" y="532953"/>
                  </a:cubicBezTo>
                  <a:cubicBezTo>
                    <a:pt x="1613126" y="531647"/>
                    <a:pt x="1617457" y="530117"/>
                    <a:pt x="1622768" y="529808"/>
                  </a:cubicBezTo>
                  <a:cubicBezTo>
                    <a:pt x="1778818" y="523706"/>
                    <a:pt x="1908673" y="454817"/>
                    <a:pt x="2019707" y="319238"/>
                  </a:cubicBezTo>
                  <a:cubicBezTo>
                    <a:pt x="2080192" y="245433"/>
                    <a:pt x="2126565" y="152343"/>
                    <a:pt x="2161508" y="34640"/>
                  </a:cubicBezTo>
                  <a:lnTo>
                    <a:pt x="2162711" y="30601"/>
                  </a:lnTo>
                  <a:cubicBezTo>
                    <a:pt x="2166441" y="18225"/>
                    <a:pt x="2168504" y="11419"/>
                    <a:pt x="2159927" y="3443"/>
                  </a:cubicBezTo>
                  <a:cubicBezTo>
                    <a:pt x="2153309" y="-2710"/>
                    <a:pt x="2141656" y="-888"/>
                    <a:pt x="2111371" y="11109"/>
                  </a:cubicBezTo>
                  <a:cubicBezTo>
                    <a:pt x="2083870" y="21680"/>
                    <a:pt x="2056197" y="31941"/>
                    <a:pt x="2027786" y="42477"/>
                  </a:cubicBezTo>
                  <a:cubicBezTo>
                    <a:pt x="1970704" y="63636"/>
                    <a:pt x="1911664" y="85516"/>
                    <a:pt x="1854686" y="110232"/>
                  </a:cubicBezTo>
                  <a:cubicBezTo>
                    <a:pt x="1759464" y="151621"/>
                    <a:pt x="1683425" y="214357"/>
                    <a:pt x="1628715" y="296670"/>
                  </a:cubicBezTo>
                  <a:cubicBezTo>
                    <a:pt x="1587052" y="359303"/>
                    <a:pt x="1570586" y="422228"/>
                    <a:pt x="1578337" y="488711"/>
                  </a:cubicBezTo>
                  <a:cubicBezTo>
                    <a:pt x="1578286" y="489451"/>
                    <a:pt x="1577633" y="491221"/>
                    <a:pt x="1577530" y="491427"/>
                  </a:cubicBezTo>
                  <a:cubicBezTo>
                    <a:pt x="1478132" y="577247"/>
                    <a:pt x="1383117" y="673860"/>
                    <a:pt x="1285558" y="788848"/>
                  </a:cubicBezTo>
                  <a:cubicBezTo>
                    <a:pt x="1350614" y="689381"/>
                    <a:pt x="1393017" y="574858"/>
                    <a:pt x="1414295" y="442098"/>
                  </a:cubicBezTo>
                  <a:cubicBezTo>
                    <a:pt x="1435746" y="308255"/>
                    <a:pt x="1437104" y="189125"/>
                    <a:pt x="1418472" y="77919"/>
                  </a:cubicBezTo>
                  <a:cubicBezTo>
                    <a:pt x="1417286" y="70958"/>
                    <a:pt x="1415688" y="63997"/>
                    <a:pt x="1413642" y="55282"/>
                  </a:cubicBezTo>
                  <a:lnTo>
                    <a:pt x="1410600" y="41859"/>
                  </a:lnTo>
                  <a:cubicBezTo>
                    <a:pt x="1409225" y="36101"/>
                    <a:pt x="1404894" y="31443"/>
                    <a:pt x="1399204" y="29655"/>
                  </a:cubicBezTo>
                  <a:cubicBezTo>
                    <a:pt x="1393515" y="27971"/>
                    <a:pt x="1387138" y="29466"/>
                    <a:pt x="1382893" y="33505"/>
                  </a:cubicBezTo>
                  <a:cubicBezTo>
                    <a:pt x="1376087" y="39916"/>
                    <a:pt x="1369418" y="45967"/>
                    <a:pt x="1362903" y="51845"/>
                  </a:cubicBezTo>
                  <a:lnTo>
                    <a:pt x="1358314" y="55987"/>
                  </a:lnTo>
                  <a:cubicBezTo>
                    <a:pt x="1341642" y="71009"/>
                    <a:pt x="1325898" y="85189"/>
                    <a:pt x="1311649" y="101226"/>
                  </a:cubicBezTo>
                  <a:cubicBezTo>
                    <a:pt x="1173200" y="257413"/>
                    <a:pt x="1092451" y="422383"/>
                    <a:pt x="1064795" y="605572"/>
                  </a:cubicBezTo>
                  <a:cubicBezTo>
                    <a:pt x="1052197" y="688367"/>
                    <a:pt x="1057422" y="758855"/>
                    <a:pt x="1080780" y="821006"/>
                  </a:cubicBezTo>
                  <a:cubicBezTo>
                    <a:pt x="1088515" y="841598"/>
                    <a:pt x="1100581" y="859989"/>
                    <a:pt x="1112595" y="878242"/>
                  </a:cubicBezTo>
                  <a:cubicBezTo>
                    <a:pt x="1118095" y="886579"/>
                    <a:pt x="1123595" y="894949"/>
                    <a:pt x="1128631" y="903543"/>
                  </a:cubicBezTo>
                  <a:cubicBezTo>
                    <a:pt x="1132344" y="909714"/>
                    <a:pt x="1132653" y="911312"/>
                    <a:pt x="1132636" y="911020"/>
                  </a:cubicBezTo>
                  <a:cubicBezTo>
                    <a:pt x="1130350" y="935513"/>
                    <a:pt x="1127067" y="962807"/>
                    <a:pt x="1122633" y="995568"/>
                  </a:cubicBezTo>
                  <a:cubicBezTo>
                    <a:pt x="1122444" y="995980"/>
                    <a:pt x="1121825" y="996943"/>
                    <a:pt x="1119848" y="999555"/>
                  </a:cubicBezTo>
                  <a:lnTo>
                    <a:pt x="1118250" y="1001772"/>
                  </a:lnTo>
                  <a:cubicBezTo>
                    <a:pt x="1042537" y="1107014"/>
                    <a:pt x="972685" y="1217963"/>
                    <a:pt x="909829" y="1332795"/>
                  </a:cubicBezTo>
                  <a:cubicBezTo>
                    <a:pt x="934545" y="1247028"/>
                    <a:pt x="954225" y="1138468"/>
                    <a:pt x="952833" y="1012326"/>
                  </a:cubicBezTo>
                  <a:cubicBezTo>
                    <a:pt x="951148" y="861020"/>
                    <a:pt x="916308" y="726077"/>
                    <a:pt x="846285" y="599729"/>
                  </a:cubicBezTo>
                  <a:cubicBezTo>
                    <a:pt x="843517" y="594813"/>
                    <a:pt x="838498" y="591616"/>
                    <a:pt x="831469" y="591135"/>
                  </a:cubicBezTo>
                  <a:cubicBezTo>
                    <a:pt x="826364" y="591135"/>
                    <a:pt x="821448" y="593661"/>
                    <a:pt x="818234" y="597975"/>
                  </a:cubicBezTo>
                  <a:cubicBezTo>
                    <a:pt x="816137" y="600897"/>
                    <a:pt x="814006" y="603647"/>
                    <a:pt x="811977" y="606260"/>
                  </a:cubicBezTo>
                  <a:cubicBezTo>
                    <a:pt x="807457" y="612104"/>
                    <a:pt x="803229" y="617639"/>
                    <a:pt x="799447" y="623551"/>
                  </a:cubicBezTo>
                  <a:cubicBezTo>
                    <a:pt x="743690" y="710986"/>
                    <a:pt x="713782" y="807394"/>
                    <a:pt x="693930" y="881628"/>
                  </a:cubicBezTo>
                  <a:cubicBezTo>
                    <a:pt x="657647" y="1017774"/>
                    <a:pt x="640974" y="1131456"/>
                    <a:pt x="641456" y="1239413"/>
                  </a:cubicBezTo>
                  <a:cubicBezTo>
                    <a:pt x="641731" y="1331180"/>
                    <a:pt x="658454" y="1401719"/>
                    <a:pt x="694102" y="1461413"/>
                  </a:cubicBezTo>
                  <a:cubicBezTo>
                    <a:pt x="705188" y="1479993"/>
                    <a:pt x="719145" y="1496253"/>
                    <a:pt x="733171" y="1512616"/>
                  </a:cubicBezTo>
                  <a:cubicBezTo>
                    <a:pt x="740613" y="1521296"/>
                    <a:pt x="748262" y="1530217"/>
                    <a:pt x="755188" y="1539361"/>
                  </a:cubicBezTo>
                  <a:cubicBezTo>
                    <a:pt x="760035" y="1545720"/>
                    <a:pt x="762373" y="1552200"/>
                    <a:pt x="762510" y="1555810"/>
                  </a:cubicBezTo>
                  <a:cubicBezTo>
                    <a:pt x="763421" y="1577569"/>
                    <a:pt x="762940" y="1599690"/>
                    <a:pt x="762476" y="1621072"/>
                  </a:cubicBezTo>
                  <a:lnTo>
                    <a:pt x="762149" y="1635854"/>
                  </a:lnTo>
                  <a:cubicBezTo>
                    <a:pt x="762098" y="1638398"/>
                    <a:pt x="761513" y="1641320"/>
                    <a:pt x="760637" y="1643554"/>
                  </a:cubicBezTo>
                  <a:cubicBezTo>
                    <a:pt x="715879" y="1751993"/>
                    <a:pt x="676536" y="1864694"/>
                    <a:pt x="642985" y="1980438"/>
                  </a:cubicBezTo>
                  <a:cubicBezTo>
                    <a:pt x="647918" y="1941026"/>
                    <a:pt x="650703" y="1902869"/>
                    <a:pt x="651407" y="1865640"/>
                  </a:cubicBezTo>
                  <a:cubicBezTo>
                    <a:pt x="655464" y="1654331"/>
                    <a:pt x="590648" y="1465624"/>
                    <a:pt x="458713" y="1304693"/>
                  </a:cubicBezTo>
                  <a:lnTo>
                    <a:pt x="431212" y="1271194"/>
                  </a:lnTo>
                  <a:cubicBezTo>
                    <a:pt x="428032" y="1267258"/>
                    <a:pt x="423323" y="1265023"/>
                    <a:pt x="418304" y="1265023"/>
                  </a:cubicBezTo>
                  <a:lnTo>
                    <a:pt x="415554" y="1265264"/>
                  </a:lnTo>
                  <a:cubicBezTo>
                    <a:pt x="409676" y="1266244"/>
                    <a:pt x="404726" y="1270317"/>
                    <a:pt x="402680" y="1275869"/>
                  </a:cubicBezTo>
                  <a:cubicBezTo>
                    <a:pt x="400171" y="1282555"/>
                    <a:pt x="397713" y="1288863"/>
                    <a:pt x="395324" y="1294965"/>
                  </a:cubicBezTo>
                  <a:cubicBezTo>
                    <a:pt x="390717" y="1306756"/>
                    <a:pt x="386369" y="1317928"/>
                    <a:pt x="382691" y="1329289"/>
                  </a:cubicBezTo>
                  <a:cubicBezTo>
                    <a:pt x="354382" y="1417962"/>
                    <a:pt x="340494" y="1514833"/>
                    <a:pt x="337675" y="1643331"/>
                  </a:cubicBezTo>
                  <a:lnTo>
                    <a:pt x="337624" y="1645840"/>
                  </a:lnTo>
                  <a:cubicBezTo>
                    <a:pt x="335510" y="1739325"/>
                    <a:pt x="332605" y="1867393"/>
                    <a:pt x="371003" y="1989943"/>
                  </a:cubicBezTo>
                  <a:cubicBezTo>
                    <a:pt x="408799" y="2110586"/>
                    <a:pt x="475454" y="2171551"/>
                    <a:pt x="488379" y="2182500"/>
                  </a:cubicBezTo>
                  <a:lnTo>
                    <a:pt x="489754" y="2183737"/>
                  </a:lnTo>
                  <a:cubicBezTo>
                    <a:pt x="524938" y="2215140"/>
                    <a:pt x="547850" y="2243861"/>
                    <a:pt x="552594" y="2262510"/>
                  </a:cubicBezTo>
                  <a:cubicBezTo>
                    <a:pt x="554502" y="2270038"/>
                    <a:pt x="556444" y="2277584"/>
                    <a:pt x="558713" y="2285044"/>
                  </a:cubicBezTo>
                  <a:cubicBezTo>
                    <a:pt x="568750" y="2318234"/>
                    <a:pt x="562477" y="2349859"/>
                    <a:pt x="555705" y="2384012"/>
                  </a:cubicBezTo>
                  <a:cubicBezTo>
                    <a:pt x="552336" y="2401251"/>
                    <a:pt x="548830" y="2419058"/>
                    <a:pt x="547609" y="2437329"/>
                  </a:cubicBezTo>
                  <a:cubicBezTo>
                    <a:pt x="542762" y="2510447"/>
                    <a:pt x="536815" y="2584802"/>
                    <a:pt x="531057" y="2656699"/>
                  </a:cubicBezTo>
                  <a:lnTo>
                    <a:pt x="530542" y="2663351"/>
                  </a:lnTo>
                  <a:cubicBezTo>
                    <a:pt x="529063" y="2681690"/>
                    <a:pt x="527585" y="2700030"/>
                    <a:pt x="526124" y="2718369"/>
                  </a:cubicBezTo>
                  <a:cubicBezTo>
                    <a:pt x="511446" y="2553846"/>
                    <a:pt x="456960" y="2404294"/>
                    <a:pt x="363217" y="2272032"/>
                  </a:cubicBezTo>
                  <a:cubicBezTo>
                    <a:pt x="305809" y="2191111"/>
                    <a:pt x="237366" y="2121878"/>
                    <a:pt x="159745" y="2066206"/>
                  </a:cubicBezTo>
                  <a:cubicBezTo>
                    <a:pt x="156394" y="2063800"/>
                    <a:pt x="152870" y="2061651"/>
                    <a:pt x="148161" y="2058850"/>
                  </a:cubicBezTo>
                  <a:cubicBezTo>
                    <a:pt x="145875" y="2057526"/>
                    <a:pt x="143228" y="2055945"/>
                    <a:pt x="140014" y="2053934"/>
                  </a:cubicBezTo>
                  <a:cubicBezTo>
                    <a:pt x="135167" y="2051029"/>
                    <a:pt x="128945" y="2050771"/>
                    <a:pt x="123943" y="2053212"/>
                  </a:cubicBezTo>
                  <a:cubicBezTo>
                    <a:pt x="118821" y="2055704"/>
                    <a:pt x="115297" y="2060775"/>
                    <a:pt x="114713" y="2066516"/>
                  </a:cubicBezTo>
                  <a:cubicBezTo>
                    <a:pt x="113665" y="2076914"/>
                    <a:pt x="112444" y="2086986"/>
                    <a:pt x="111155" y="2097437"/>
                  </a:cubicBezTo>
                  <a:cubicBezTo>
                    <a:pt x="108560" y="2118836"/>
                    <a:pt x="106102" y="2139049"/>
                    <a:pt x="105999" y="2159812"/>
                  </a:cubicBezTo>
                  <a:cubicBezTo>
                    <a:pt x="104847" y="2375040"/>
                    <a:pt x="150378" y="2576723"/>
                    <a:pt x="241371" y="2759191"/>
                  </a:cubicBezTo>
                  <a:cubicBezTo>
                    <a:pt x="266723" y="2810102"/>
                    <a:pt x="300223" y="2854137"/>
                    <a:pt x="340975" y="2890129"/>
                  </a:cubicBezTo>
                  <a:cubicBezTo>
                    <a:pt x="381384" y="2925622"/>
                    <a:pt x="424990" y="2946557"/>
                    <a:pt x="474199" y="2954085"/>
                  </a:cubicBezTo>
                  <a:cubicBezTo>
                    <a:pt x="475282" y="2954274"/>
                    <a:pt x="477860" y="2955838"/>
                    <a:pt x="478256" y="2956148"/>
                  </a:cubicBezTo>
                  <a:cubicBezTo>
                    <a:pt x="480920" y="2961493"/>
                    <a:pt x="483687" y="2966856"/>
                    <a:pt x="486454" y="2972236"/>
                  </a:cubicBezTo>
                  <a:cubicBezTo>
                    <a:pt x="496286" y="2991229"/>
                    <a:pt x="506444" y="3010874"/>
                    <a:pt x="511497" y="3030572"/>
                  </a:cubicBezTo>
                  <a:cubicBezTo>
                    <a:pt x="515708" y="3047227"/>
                    <a:pt x="515708" y="3065429"/>
                    <a:pt x="515708" y="3084714"/>
                  </a:cubicBezTo>
                  <a:cubicBezTo>
                    <a:pt x="515708" y="3091778"/>
                    <a:pt x="515708" y="3098894"/>
                    <a:pt x="515932" y="3105872"/>
                  </a:cubicBezTo>
                  <a:cubicBezTo>
                    <a:pt x="520658" y="3272595"/>
                    <a:pt x="526863" y="3330657"/>
                    <a:pt x="553539" y="3479625"/>
                  </a:cubicBezTo>
                  <a:cubicBezTo>
                    <a:pt x="537262" y="3435331"/>
                    <a:pt x="516826" y="3390918"/>
                    <a:pt x="490442" y="3348188"/>
                  </a:cubicBezTo>
                  <a:cubicBezTo>
                    <a:pt x="383602" y="3175260"/>
                    <a:pt x="247868" y="3057883"/>
                    <a:pt x="75490" y="2989389"/>
                  </a:cubicBezTo>
                  <a:cubicBezTo>
                    <a:pt x="64524" y="2984972"/>
                    <a:pt x="53524" y="2981792"/>
                    <a:pt x="40770" y="2978080"/>
                  </a:cubicBezTo>
                  <a:lnTo>
                    <a:pt x="38227" y="2977323"/>
                  </a:lnTo>
                  <a:cubicBezTo>
                    <a:pt x="33053" y="2975811"/>
                    <a:pt x="27570" y="2974195"/>
                    <a:pt x="21709" y="2972408"/>
                  </a:cubicBezTo>
                  <a:cubicBezTo>
                    <a:pt x="16415" y="2970672"/>
                    <a:pt x="10382" y="2971858"/>
                    <a:pt x="6068" y="2975433"/>
                  </a:cubicBezTo>
                  <a:cubicBezTo>
                    <a:pt x="1771" y="2978991"/>
                    <a:pt x="-481" y="2984439"/>
                    <a:pt x="86" y="2990111"/>
                  </a:cubicBezTo>
                  <a:cubicBezTo>
                    <a:pt x="1358" y="3001937"/>
                    <a:pt x="2235" y="3013435"/>
                    <a:pt x="3043" y="3024659"/>
                  </a:cubicBezTo>
                  <a:cubicBezTo>
                    <a:pt x="4813" y="3049272"/>
                    <a:pt x="6480" y="3072510"/>
                    <a:pt x="12445" y="3095508"/>
                  </a:cubicBezTo>
                  <a:cubicBezTo>
                    <a:pt x="68065" y="3310340"/>
                    <a:pt x="160124" y="3481447"/>
                    <a:pt x="293863" y="3618624"/>
                  </a:cubicBezTo>
                  <a:cubicBezTo>
                    <a:pt x="351048" y="3677269"/>
                    <a:pt x="411309" y="3710889"/>
                    <a:pt x="478084" y="3721425"/>
                  </a:cubicBezTo>
                  <a:cubicBezTo>
                    <a:pt x="494928" y="3724055"/>
                    <a:pt x="515519" y="3724381"/>
                    <a:pt x="550376" y="3722216"/>
                  </a:cubicBezTo>
                  <a:lnTo>
                    <a:pt x="560414" y="3721614"/>
                  </a:lnTo>
                  <a:cubicBezTo>
                    <a:pt x="561944" y="3721528"/>
                    <a:pt x="563285" y="3721442"/>
                    <a:pt x="564505" y="3721442"/>
                  </a:cubicBezTo>
                  <a:cubicBezTo>
                    <a:pt x="567255" y="3721442"/>
                    <a:pt x="567479" y="3721442"/>
                    <a:pt x="569386" y="3724261"/>
                  </a:cubicBezTo>
                  <a:lnTo>
                    <a:pt x="616086" y="3788389"/>
                  </a:lnTo>
                  <a:cubicBezTo>
                    <a:pt x="616688" y="3789231"/>
                    <a:pt x="617564" y="3792274"/>
                    <a:pt x="618166" y="3794371"/>
                  </a:cubicBezTo>
                  <a:lnTo>
                    <a:pt x="618853" y="3796674"/>
                  </a:lnTo>
                  <a:cubicBezTo>
                    <a:pt x="667323" y="3960991"/>
                    <a:pt x="727464" y="4119257"/>
                    <a:pt x="798382" y="4269464"/>
                  </a:cubicBezTo>
                  <a:cubicBezTo>
                    <a:pt x="766464" y="4225411"/>
                    <a:pt x="731486" y="4185191"/>
                    <a:pt x="692504" y="4147360"/>
                  </a:cubicBezTo>
                  <a:cubicBezTo>
                    <a:pt x="513233" y="3973418"/>
                    <a:pt x="206737" y="3968382"/>
                    <a:pt x="172379" y="3968382"/>
                  </a:cubicBezTo>
                  <a:lnTo>
                    <a:pt x="168099" y="3968416"/>
                  </a:lnTo>
                  <a:lnTo>
                    <a:pt x="165400" y="3968915"/>
                  </a:lnTo>
                  <a:cubicBezTo>
                    <a:pt x="156978" y="3971905"/>
                    <a:pt x="152423" y="3980912"/>
                    <a:pt x="155019" y="3989385"/>
                  </a:cubicBezTo>
                  <a:cubicBezTo>
                    <a:pt x="157408" y="3997378"/>
                    <a:pt x="159642" y="4005456"/>
                    <a:pt x="162203" y="4014944"/>
                  </a:cubicBezTo>
                  <a:cubicBezTo>
                    <a:pt x="167102" y="4032768"/>
                    <a:pt x="172190" y="4051176"/>
                    <a:pt x="179323" y="4068983"/>
                  </a:cubicBezTo>
                  <a:cubicBezTo>
                    <a:pt x="213286" y="4153857"/>
                    <a:pt x="268339" y="4235500"/>
                    <a:pt x="352612" y="4326012"/>
                  </a:cubicBezTo>
                  <a:cubicBezTo>
                    <a:pt x="410518" y="4388060"/>
                    <a:pt x="475798" y="4450986"/>
                    <a:pt x="560689" y="4490776"/>
                  </a:cubicBezTo>
                  <a:cubicBezTo>
                    <a:pt x="653659" y="4534433"/>
                    <a:pt x="737605" y="4545090"/>
                    <a:pt x="821087" y="4523708"/>
                  </a:cubicBezTo>
                  <a:cubicBezTo>
                    <a:pt x="835284" y="4519978"/>
                    <a:pt x="851613" y="4515251"/>
                    <a:pt x="865655" y="4506142"/>
                  </a:cubicBezTo>
                  <a:cubicBezTo>
                    <a:pt x="875659" y="4499731"/>
                    <a:pt x="878392" y="4499937"/>
                    <a:pt x="888223" y="4507259"/>
                  </a:cubicBezTo>
                  <a:cubicBezTo>
                    <a:pt x="899877" y="4515922"/>
                    <a:pt x="912269" y="4523192"/>
                    <a:pt x="924301" y="4530239"/>
                  </a:cubicBezTo>
                  <a:cubicBezTo>
                    <a:pt x="930953" y="4534141"/>
                    <a:pt x="937656" y="4538077"/>
                    <a:pt x="943912" y="4542030"/>
                  </a:cubicBezTo>
                  <a:cubicBezTo>
                    <a:pt x="944909" y="4542873"/>
                    <a:pt x="947040" y="4546361"/>
                    <a:pt x="947831" y="4547651"/>
                  </a:cubicBezTo>
                  <a:cubicBezTo>
                    <a:pt x="1022736" y="4669823"/>
                    <a:pt x="1105256" y="4783366"/>
                    <a:pt x="1194358" y="4886941"/>
                  </a:cubicBezTo>
                  <a:cubicBezTo>
                    <a:pt x="1146163" y="4851878"/>
                    <a:pt x="1096679" y="4826508"/>
                    <a:pt x="1044118" y="4809613"/>
                  </a:cubicBezTo>
                  <a:cubicBezTo>
                    <a:pt x="883497" y="4757860"/>
                    <a:pt x="715140" y="4764443"/>
                    <a:pt x="548400" y="4828915"/>
                  </a:cubicBezTo>
                  <a:cubicBezTo>
                    <a:pt x="523512" y="4838557"/>
                    <a:pt x="496234" y="4853167"/>
                    <a:pt x="494412" y="4854198"/>
                  </a:cubicBezTo>
                  <a:cubicBezTo>
                    <a:pt x="490597" y="4856707"/>
                    <a:pt x="487967" y="4860764"/>
                    <a:pt x="487142" y="4865422"/>
                  </a:cubicBezTo>
                  <a:cubicBezTo>
                    <a:pt x="486420" y="4869994"/>
                    <a:pt x="487606" y="4874669"/>
                    <a:pt x="490390" y="4878244"/>
                  </a:cubicBezTo>
                  <a:cubicBezTo>
                    <a:pt x="495598" y="4885016"/>
                    <a:pt x="500634" y="4891823"/>
                    <a:pt x="505619" y="4898577"/>
                  </a:cubicBezTo>
                  <a:lnTo>
                    <a:pt x="506719" y="4900056"/>
                  </a:lnTo>
                  <a:cubicBezTo>
                    <a:pt x="517977" y="4915387"/>
                    <a:pt x="530731" y="4932730"/>
                    <a:pt x="545031" y="4948096"/>
                  </a:cubicBezTo>
                  <a:cubicBezTo>
                    <a:pt x="609434" y="5017140"/>
                    <a:pt x="688860" y="5063427"/>
                    <a:pt x="765106" y="5103166"/>
                  </a:cubicBezTo>
                  <a:cubicBezTo>
                    <a:pt x="869952" y="5157566"/>
                    <a:pt x="977171" y="5186871"/>
                    <a:pt x="1083805" y="5190309"/>
                  </a:cubicBezTo>
                  <a:cubicBezTo>
                    <a:pt x="1088824" y="5190481"/>
                    <a:pt x="1093843" y="5190584"/>
                    <a:pt x="1098845" y="5190584"/>
                  </a:cubicBezTo>
                  <a:cubicBezTo>
                    <a:pt x="1196936" y="5190584"/>
                    <a:pt x="1273509" y="5158253"/>
                    <a:pt x="1332532" y="5092131"/>
                  </a:cubicBezTo>
                  <a:cubicBezTo>
                    <a:pt x="1333254" y="5091616"/>
                    <a:pt x="1335815" y="5090636"/>
                    <a:pt x="1337225" y="5090619"/>
                  </a:cubicBezTo>
                  <a:cubicBezTo>
                    <a:pt x="1359775" y="5092234"/>
                    <a:pt x="1381209" y="5095517"/>
                    <a:pt x="1397228" y="5098181"/>
                  </a:cubicBezTo>
                  <a:cubicBezTo>
                    <a:pt x="1399754" y="5098628"/>
                    <a:pt x="1402865" y="5100141"/>
                    <a:pt x="1404808" y="5101894"/>
                  </a:cubicBezTo>
                  <a:cubicBezTo>
                    <a:pt x="1503415" y="5189192"/>
                    <a:pt x="1607849" y="5265816"/>
                    <a:pt x="1716941" y="5331027"/>
                  </a:cubicBezTo>
                  <a:cubicBezTo>
                    <a:pt x="1700406" y="5326128"/>
                    <a:pt x="1683373" y="5321866"/>
                    <a:pt x="1665944" y="5318445"/>
                  </a:cubicBezTo>
                  <a:cubicBezTo>
                    <a:pt x="1549359" y="5296032"/>
                    <a:pt x="1430383" y="5310092"/>
                    <a:pt x="1299738" y="5362000"/>
                  </a:cubicBezTo>
                  <a:cubicBezTo>
                    <a:pt x="1211598" y="5397132"/>
                    <a:pt x="1129628" y="5448747"/>
                    <a:pt x="1049137" y="5519785"/>
                  </a:cubicBezTo>
                  <a:cubicBezTo>
                    <a:pt x="1042502" y="5525612"/>
                    <a:pt x="1041574" y="5535632"/>
                    <a:pt x="1047040" y="5542577"/>
                  </a:cubicBezTo>
                  <a:cubicBezTo>
                    <a:pt x="1075521" y="5578826"/>
                    <a:pt x="1112578" y="5599125"/>
                    <a:pt x="1145080" y="5614181"/>
                  </a:cubicBezTo>
                  <a:cubicBezTo>
                    <a:pt x="1224351" y="5651015"/>
                    <a:pt x="1313832" y="5674597"/>
                    <a:pt x="1418730" y="5686320"/>
                  </a:cubicBezTo>
                  <a:cubicBezTo>
                    <a:pt x="1419039" y="5686336"/>
                    <a:pt x="1452745" y="5689259"/>
                    <a:pt x="1500012" y="5689259"/>
                  </a:cubicBezTo>
                  <a:cubicBezTo>
                    <a:pt x="1534130" y="5689259"/>
                    <a:pt x="1565876" y="5687729"/>
                    <a:pt x="1594322" y="5684721"/>
                  </a:cubicBezTo>
                  <a:cubicBezTo>
                    <a:pt x="1621514" y="5681868"/>
                    <a:pt x="1648636" y="5677210"/>
                    <a:pt x="1674951" y="5670885"/>
                  </a:cubicBezTo>
                  <a:cubicBezTo>
                    <a:pt x="1795817" y="5641459"/>
                    <a:pt x="1877717" y="5580957"/>
                    <a:pt x="1924641" y="5487025"/>
                  </a:cubicBezTo>
                  <a:cubicBezTo>
                    <a:pt x="1925483" y="5486217"/>
                    <a:pt x="1929092" y="5484120"/>
                    <a:pt x="1933664" y="5483003"/>
                  </a:cubicBezTo>
                  <a:cubicBezTo>
                    <a:pt x="1955476" y="5477589"/>
                    <a:pt x="1975104" y="5473773"/>
                    <a:pt x="1993771" y="5471281"/>
                  </a:cubicBezTo>
                  <a:cubicBezTo>
                    <a:pt x="1998171" y="5470576"/>
                    <a:pt x="2003654" y="5471762"/>
                    <a:pt x="2010563" y="5474546"/>
                  </a:cubicBezTo>
                  <a:cubicBezTo>
                    <a:pt x="2094028" y="5506705"/>
                    <a:pt x="2182357" y="5533501"/>
                    <a:pt x="2272921" y="5554161"/>
                  </a:cubicBezTo>
                  <a:cubicBezTo>
                    <a:pt x="2274193" y="5554470"/>
                    <a:pt x="2275516" y="5554625"/>
                    <a:pt x="2276839" y="5554625"/>
                  </a:cubicBezTo>
                  <a:cubicBezTo>
                    <a:pt x="2282924" y="5554625"/>
                    <a:pt x="2288527" y="5551273"/>
                    <a:pt x="2291484" y="5545808"/>
                  </a:cubicBezTo>
                  <a:cubicBezTo>
                    <a:pt x="2300129" y="5529720"/>
                    <a:pt x="2310665" y="5514285"/>
                    <a:pt x="2322783" y="5499933"/>
                  </a:cubicBezTo>
                  <a:cubicBezTo>
                    <a:pt x="2326581" y="5495412"/>
                    <a:pt x="2327716" y="5489397"/>
                    <a:pt x="2325842" y="5483828"/>
                  </a:cubicBezTo>
                  <a:cubicBezTo>
                    <a:pt x="2324055" y="5478431"/>
                    <a:pt x="2319517" y="5474340"/>
                    <a:pt x="2313708" y="54729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40" name="Footer Placeholder 2">
            <a:extLst>
              <a:ext uri="{FF2B5EF4-FFF2-40B4-BE49-F238E27FC236}">
                <a16:creationId xmlns:a16="http://schemas.microsoft.com/office/drawing/2014/main" id="{C58DA092-9F22-9B34-EB0A-83F8E7657E4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94874" y="6464000"/>
            <a:ext cx="3600000" cy="180000"/>
          </a:xfrm>
        </p:spPr>
        <p:txBody>
          <a:bodyPr/>
          <a:lstStyle>
            <a:lvl1pPr>
              <a:defRPr>
                <a:solidFill>
                  <a:srgbClr val="29251D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E08C0D-A377-E8EE-852A-DC848ABC35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67646" y="4662036"/>
            <a:ext cx="2276475" cy="1027083"/>
          </a:xfrm>
        </p:spPr>
        <p:txBody>
          <a:bodyPr/>
          <a:lstStyle>
            <a:lvl1pPr marL="0" indent="0" algn="ctr">
              <a:buNone/>
              <a:defRPr sz="1000"/>
            </a:lvl1pPr>
            <a:lvl2pPr algn="ctr">
              <a:buNone/>
              <a:defRPr/>
            </a:lvl2pPr>
            <a:lvl3pPr algn="ctr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GB" dirty="0"/>
              <a:t>Content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A000B2-7610-92F2-F05C-F2D9E2D467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80000" y="2316480"/>
            <a:ext cx="2205038" cy="985520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GB" dirty="0"/>
              <a:t>Content goes here</a:t>
            </a:r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A978BF4-6F4E-4ECE-81D1-34936BB72B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80000" y="4653280"/>
            <a:ext cx="2205038" cy="985520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GB" dirty="0"/>
              <a:t>Content goes here</a:t>
            </a:r>
            <a:endParaRPr lang="en-US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E6EF7C7-C359-1BA1-18CD-7383B76B20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2880" y="2316480"/>
            <a:ext cx="2205038" cy="985520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GB" dirty="0"/>
              <a:t>Content goes here</a:t>
            </a:r>
            <a:endParaRPr lang="en-US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EADE02F-16FB-D386-D0A3-2832762D0A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2880" y="4653280"/>
            <a:ext cx="2205038" cy="985520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GB" dirty="0"/>
              <a:t>Content goes here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969AC3E0-503A-2958-021D-66A7C65206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81E1DB5-9353-62E7-2156-9BC945AF7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5368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[2]">
    <p:bg>
      <p:bgPr>
        <a:solidFill>
          <a:srgbClr val="5F0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9735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[3]">
    <p:bg>
      <p:bgPr>
        <a:solidFill>
          <a:srgbClr val="4A4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25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E1439E-AF6E-6538-03D1-48952927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D10F6-16C8-07BC-7DF6-D94EDBF7B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000" y="2283997"/>
            <a:ext cx="11401200" cy="388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816-8BB0-3F0F-C6A4-3B6B7C731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874" y="6574362"/>
            <a:ext cx="360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rgbClr val="29251D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  <a:endParaRPr lang="en-GB" sz="7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E0345-3ACB-3C5F-6273-C95E214F6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A5CEB3-24FE-8804-F4A5-7DAC582E6CF7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5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6" r:id="rId2"/>
    <p:sldLayoutId id="2147483697" r:id="rId3"/>
    <p:sldLayoutId id="2147483662" r:id="rId4"/>
    <p:sldLayoutId id="2147483660" r:id="rId5"/>
    <p:sldLayoutId id="2147483667" r:id="rId6"/>
    <p:sldLayoutId id="2147483703" r:id="rId7"/>
    <p:sldLayoutId id="2147483668" r:id="rId8"/>
    <p:sldLayoutId id="2147483650" r:id="rId9"/>
    <p:sldLayoutId id="2147483715" r:id="rId10"/>
    <p:sldLayoutId id="2147483677" r:id="rId11"/>
    <p:sldLayoutId id="2147483684" r:id="rId12"/>
    <p:sldLayoutId id="2147483714" r:id="rId13"/>
    <p:sldLayoutId id="2147483685" r:id="rId14"/>
    <p:sldLayoutId id="2147483686" r:id="rId15"/>
    <p:sldLayoutId id="2147483711" r:id="rId16"/>
    <p:sldLayoutId id="2147483688" r:id="rId17"/>
    <p:sldLayoutId id="2147483687" r:id="rId18"/>
    <p:sldLayoutId id="2147483678" r:id="rId19"/>
    <p:sldLayoutId id="2147483710" r:id="rId20"/>
    <p:sldLayoutId id="2147483679" r:id="rId21"/>
    <p:sldLayoutId id="2147483680" r:id="rId22"/>
    <p:sldLayoutId id="2147483681" r:id="rId23"/>
    <p:sldLayoutId id="2147483682" r:id="rId24"/>
    <p:sldLayoutId id="2147483712" r:id="rId25"/>
    <p:sldLayoutId id="2147483713" r:id="rId26"/>
    <p:sldLayoutId id="2147483683" r:id="rId27"/>
    <p:sldLayoutId id="2147483649" r:id="rId28"/>
    <p:sldLayoutId id="2147483651" r:id="rId29"/>
    <p:sldLayoutId id="2147483706" r:id="rId30"/>
    <p:sldLayoutId id="2147483708" r:id="rId31"/>
    <p:sldLayoutId id="2147483704" r:id="rId32"/>
    <p:sldLayoutId id="2147483707" r:id="rId33"/>
    <p:sldLayoutId id="2147483673" r:id="rId34"/>
    <p:sldLayoutId id="2147483676" r:id="rId35"/>
    <p:sldLayoutId id="2147483689" r:id="rId36"/>
    <p:sldLayoutId id="2147483691" r:id="rId37"/>
    <p:sldLayoutId id="2147483690" r:id="rId38"/>
    <p:sldLayoutId id="2147483654" r:id="rId39"/>
    <p:sldLayoutId id="2147483700" r:id="rId40"/>
    <p:sldLayoutId id="2147483694" r:id="rId41"/>
    <p:sldLayoutId id="2147483695" r:id="rId42"/>
    <p:sldLayoutId id="2147483702" r:id="rId43"/>
    <p:sldLayoutId id="2147483698" r:id="rId44"/>
    <p:sldLayoutId id="2147483701" r:id="rId45"/>
    <p:sldLayoutId id="2147483669" r:id="rId46"/>
    <p:sldLayoutId id="2147483671" r:id="rId47"/>
    <p:sldLayoutId id="2147483672" r:id="rId48"/>
    <p:sldLayoutId id="2147483670" r:id="rId49"/>
  </p:sldLayoutIdLs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GB" sz="4000" kern="1200" dirty="0">
          <a:solidFill>
            <a:srgbClr val="29251D"/>
          </a:solidFill>
          <a:latin typeface="Aptos Light" panose="020B0004020202020204" pitchFamily="34" charset="0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ptos" panose="020B00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ptos" panose="020B0004020202020204" pitchFamily="34" charset="0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ptos" panose="020B0004020202020204" pitchFamily="34" charset="0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ptos" panose="020B0004020202020204" pitchFamily="34" charset="0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67" userDrawn="1">
          <p15:clr>
            <a:srgbClr val="F26B43"/>
          </p15:clr>
        </p15:guide>
        <p15:guide id="4" orient="horz" pos="273" userDrawn="1">
          <p15:clr>
            <a:srgbClr val="F26B43"/>
          </p15:clr>
        </p15:guide>
        <p15:guide id="5" orient="horz" pos="606" userDrawn="1">
          <p15:clr>
            <a:srgbClr val="F26B43"/>
          </p15:clr>
        </p15:guide>
        <p15:guide id="6" orient="horz" pos="4145" userDrawn="1">
          <p15:clr>
            <a:srgbClr val="F26B43"/>
          </p15:clr>
        </p15:guide>
        <p15:guide id="7" orient="horz" pos="3887" userDrawn="1">
          <p15:clr>
            <a:srgbClr val="F26B43"/>
          </p15:clr>
        </p15:guide>
        <p15:guide id="8" pos="247" userDrawn="1">
          <p15:clr>
            <a:srgbClr val="F26B43"/>
          </p15:clr>
        </p15:guide>
        <p15:guide id="9" pos="74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227E8F-F862-21EB-BAEE-03D1C4FD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A23EB-0BB8-92FB-7816-C5B0B9B1C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4460F-998A-4957-E930-CBC4F6D0B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DF4F2-7443-45D7-A288-8A3D5575F59B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FCD1E-190C-BFB4-3496-5CCEC91A11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BBB00-85F0-1DE4-6E62-96B395E3F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813A6-E868-4778-B4D2-226B8A36B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8050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3538" indent="-3635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+mj-lt"/>
        <a:buAutoNum type="arabicPeriod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14375" indent="-35242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+mj-lt"/>
        <a:buAutoNum type="alphaL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0600" indent="-27622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+mj-lt"/>
        <a:buAutoNum type="roman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573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+mj-lt"/>
        <a:buAutoNum type="romanL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+mj-lt"/>
        <a:buAutoNum type="romanL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techmahindra-my.sharepoint.com/personal/ss001031395_techmahindra_com/Documents/2025/L1%20Projects/TechM%20image%20stock%202025?csf=1&amp;web=1&amp;e=4zavmN" TargetMode="Externa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9B566-BAD6-89B8-476D-10586617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C87CA2B-B7F6-6195-73C5-59F9CD65C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873" y="1257905"/>
            <a:ext cx="9103689" cy="2710779"/>
          </a:xfrm>
        </p:spPr>
        <p:txBody>
          <a:bodyPr/>
          <a:lstStyle/>
          <a:p>
            <a:r>
              <a:rPr lang="en-IN" sz="6000" dirty="0"/>
              <a:t>TechM PowerPoint </a:t>
            </a:r>
            <a:br>
              <a:rPr lang="en-IN" sz="6000" dirty="0"/>
            </a:br>
            <a:r>
              <a:rPr lang="en-IN" sz="6000" dirty="0"/>
              <a:t>Template &amp; Guidelines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F1064-2A6C-9953-A62F-10FC50347C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52250" y="6464300"/>
            <a:ext cx="539750" cy="179388"/>
          </a:xfrm>
        </p:spPr>
        <p:txBody>
          <a:bodyPr/>
          <a:lstStyle/>
          <a:p>
            <a:fld id="{82323C20-C60E-7A47-B5F7-CC15E9895970}" type="slidenum">
              <a:rPr lang="en-US" smtClean="0"/>
              <a:t>1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CCB71F0-D0B9-6FC8-5A67-25E8B62D0B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37127" y="928458"/>
            <a:ext cx="2160000" cy="329447"/>
          </a:xfrm>
        </p:spPr>
        <p:txBody>
          <a:bodyPr/>
          <a:lstStyle/>
          <a:p>
            <a:pPr lvl="0"/>
            <a:r>
              <a:rPr lang="en-GB" dirty="0"/>
              <a:t>23–OCT–25 </a:t>
            </a:r>
          </a:p>
        </p:txBody>
      </p:sp>
    </p:spTree>
    <p:extLst>
      <p:ext uri="{BB962C8B-B14F-4D97-AF65-F5344CB8AC3E}">
        <p14:creationId xmlns:p14="http://schemas.microsoft.com/office/powerpoint/2010/main" val="2876285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3C98D-6E2A-B670-0E84-C1DFDD0C3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354EA146-E416-5210-9496-DEECE1EF20EC}"/>
              </a:ext>
            </a:extLst>
          </p:cNvPr>
          <p:cNvSpPr/>
          <p:nvPr/>
        </p:nvSpPr>
        <p:spPr>
          <a:xfrm>
            <a:off x="0" y="139225"/>
            <a:ext cx="12192000" cy="601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B60967-7345-9161-B22C-B39B12A8F80D}"/>
              </a:ext>
            </a:extLst>
          </p:cNvPr>
          <p:cNvSpPr/>
          <p:nvPr/>
        </p:nvSpPr>
        <p:spPr>
          <a:xfrm>
            <a:off x="353851" y="877824"/>
            <a:ext cx="11219854" cy="5647522"/>
          </a:xfrm>
          <a:prstGeom prst="rect">
            <a:avLst/>
          </a:prstGeom>
          <a:solidFill>
            <a:srgbClr val="FFB3AB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143510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5E812-8A6B-C7A7-CC16-9C456AEC6EFD}"/>
              </a:ext>
            </a:extLst>
          </p:cNvPr>
          <p:cNvSpPr txBox="1"/>
          <p:nvPr/>
        </p:nvSpPr>
        <p:spPr>
          <a:xfrm>
            <a:off x="3473950" y="3931648"/>
            <a:ext cx="6577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35100" algn="r"/>
            <a:r>
              <a:rPr lang="en-US" dirty="0"/>
              <a:t>The designated red area delineates the permissible workspace. All content should be confined within these boundaries to ensure consistency and adherence to template guidelines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19F36E5-9974-1E3C-D83D-2C4AC7697277}"/>
              </a:ext>
            </a:extLst>
          </p:cNvPr>
          <p:cNvSpPr txBox="1">
            <a:spLocks/>
          </p:cNvSpPr>
          <p:nvPr/>
        </p:nvSpPr>
        <p:spPr>
          <a:xfrm>
            <a:off x="279974" y="987529"/>
            <a:ext cx="9168826" cy="12891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 Light" panose="020B0004020202020204" pitchFamily="34" charset="0"/>
              </a:rPr>
              <a:t>Clear Area and Workspace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3DED1A-DCA4-4467-7EE5-50422746A776}"/>
              </a:ext>
            </a:extLst>
          </p:cNvPr>
          <p:cNvCxnSpPr>
            <a:cxnSpLocks/>
          </p:cNvCxnSpPr>
          <p:nvPr/>
        </p:nvCxnSpPr>
        <p:spPr>
          <a:xfrm>
            <a:off x="10118621" y="1060704"/>
            <a:ext cx="0" cy="534477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E779713-1FCD-4BA3-783D-F3F0E596124C}"/>
              </a:ext>
            </a:extLst>
          </p:cNvPr>
          <p:cNvSpPr txBox="1"/>
          <p:nvPr/>
        </p:nvSpPr>
        <p:spPr>
          <a:xfrm>
            <a:off x="8540638" y="3314167"/>
            <a:ext cx="151109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Roboto" panose="02000000000000000000" pitchFamily="2" charset="0"/>
              </a:rPr>
              <a:t>Workspace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BDC85BA-E71C-1E95-C8E6-DA2B386581D3}"/>
              </a:ext>
            </a:extLst>
          </p:cNvPr>
          <p:cNvCxnSpPr>
            <a:cxnSpLocks/>
          </p:cNvCxnSpPr>
          <p:nvPr/>
        </p:nvCxnSpPr>
        <p:spPr>
          <a:xfrm flipH="1">
            <a:off x="851625" y="3733095"/>
            <a:ext cx="1035935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5554825-BEE0-37AC-34E4-A69CD26A5311}"/>
              </a:ext>
            </a:extLst>
          </p:cNvPr>
          <p:cNvSpPr/>
          <p:nvPr/>
        </p:nvSpPr>
        <p:spPr>
          <a:xfrm>
            <a:off x="279974" y="39949"/>
            <a:ext cx="11632052" cy="663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baseline="-25000" dirty="0">
                <a:solidFill>
                  <a:srgbClr val="FF0000"/>
                </a:solidFill>
              </a:rPr>
              <a:t>THIS IS THE CLEAR AREA  - DO NOT PLACE ANY TEXT HERE</a:t>
            </a:r>
            <a:endParaRPr lang="en-IN" sz="3600" b="1" baseline="-25000" dirty="0">
              <a:solidFill>
                <a:srgbClr val="FF000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7F35A8-9CB0-0882-DC29-CCE37AD8612F}"/>
              </a:ext>
            </a:extLst>
          </p:cNvPr>
          <p:cNvCxnSpPr/>
          <p:nvPr/>
        </p:nvCxnSpPr>
        <p:spPr>
          <a:xfrm flipV="1">
            <a:off x="520700" y="0"/>
            <a:ext cx="822203" cy="78400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E13FF4-A333-F234-6B56-CCC5806C77D1}"/>
              </a:ext>
            </a:extLst>
          </p:cNvPr>
          <p:cNvCxnSpPr/>
          <p:nvPr/>
        </p:nvCxnSpPr>
        <p:spPr>
          <a:xfrm flipV="1">
            <a:off x="2520798" y="0"/>
            <a:ext cx="822203" cy="78400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8D9E33-A817-9DFC-C414-D735FE6FD1F9}"/>
              </a:ext>
            </a:extLst>
          </p:cNvPr>
          <p:cNvCxnSpPr/>
          <p:nvPr/>
        </p:nvCxnSpPr>
        <p:spPr>
          <a:xfrm flipV="1">
            <a:off x="4520896" y="0"/>
            <a:ext cx="822203" cy="78400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A03372-B296-2CCC-851A-785AA36A1059}"/>
              </a:ext>
            </a:extLst>
          </p:cNvPr>
          <p:cNvCxnSpPr/>
          <p:nvPr/>
        </p:nvCxnSpPr>
        <p:spPr>
          <a:xfrm flipV="1">
            <a:off x="6520994" y="0"/>
            <a:ext cx="822203" cy="78400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F0B9D6-1521-8FFE-F493-AC0591B91D7A}"/>
              </a:ext>
            </a:extLst>
          </p:cNvPr>
          <p:cNvCxnSpPr/>
          <p:nvPr/>
        </p:nvCxnSpPr>
        <p:spPr>
          <a:xfrm flipV="1">
            <a:off x="8521092" y="0"/>
            <a:ext cx="822203" cy="78400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4ECD1F2-0B59-2BF6-69F6-943A801539F0}"/>
              </a:ext>
            </a:extLst>
          </p:cNvPr>
          <p:cNvCxnSpPr/>
          <p:nvPr/>
        </p:nvCxnSpPr>
        <p:spPr>
          <a:xfrm flipV="1">
            <a:off x="10521191" y="0"/>
            <a:ext cx="822203" cy="78400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3D2616E-940F-CD43-1A5B-7285BB3A2176}"/>
              </a:ext>
            </a:extLst>
          </p:cNvPr>
          <p:cNvCxnSpPr/>
          <p:nvPr/>
        </p:nvCxnSpPr>
        <p:spPr>
          <a:xfrm flipV="1">
            <a:off x="1520749" y="0"/>
            <a:ext cx="822203" cy="78400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5CB3703-9827-35E8-E94C-F2C38BBEAF95}"/>
              </a:ext>
            </a:extLst>
          </p:cNvPr>
          <p:cNvCxnSpPr/>
          <p:nvPr/>
        </p:nvCxnSpPr>
        <p:spPr>
          <a:xfrm flipV="1">
            <a:off x="3520847" y="0"/>
            <a:ext cx="822203" cy="78400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0B141E-AAA7-F339-2912-B44836ACC291}"/>
              </a:ext>
            </a:extLst>
          </p:cNvPr>
          <p:cNvCxnSpPr/>
          <p:nvPr/>
        </p:nvCxnSpPr>
        <p:spPr>
          <a:xfrm flipV="1">
            <a:off x="7521043" y="0"/>
            <a:ext cx="822203" cy="78400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60724C6-E4D2-E037-864B-C737A6E2022F}"/>
              </a:ext>
            </a:extLst>
          </p:cNvPr>
          <p:cNvCxnSpPr/>
          <p:nvPr/>
        </p:nvCxnSpPr>
        <p:spPr>
          <a:xfrm flipV="1">
            <a:off x="9521141" y="0"/>
            <a:ext cx="822203" cy="78400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46FB357D-F36E-E94C-A764-34A6B963509C}"/>
              </a:ext>
            </a:extLst>
          </p:cNvPr>
          <p:cNvSpPr txBox="1"/>
          <p:nvPr/>
        </p:nvSpPr>
        <p:spPr>
          <a:xfrm rot="16200000">
            <a:off x="9056245" y="3547694"/>
            <a:ext cx="5647525" cy="30777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ea typeface="Roboto" panose="02000000000000000000" pitchFamily="2" charset="0"/>
                <a:cs typeface="Roboto" panose="02000000000000000000" pitchFamily="2" charset="0"/>
              </a:rPr>
              <a:t>Clear Area 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6978573-4F5C-1AE7-9EE2-1287D10E898F}"/>
              </a:ext>
            </a:extLst>
          </p:cNvPr>
          <p:cNvSpPr txBox="1"/>
          <p:nvPr/>
        </p:nvSpPr>
        <p:spPr>
          <a:xfrm rot="16200000">
            <a:off x="-2665658" y="3547695"/>
            <a:ext cx="5647523" cy="30777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ea typeface="Roboto" panose="02000000000000000000" pitchFamily="2" charset="0"/>
                <a:cs typeface="Roboto" panose="02000000000000000000" pitchFamily="2" charset="0"/>
              </a:rPr>
              <a:t>Clear Area 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B759DF1-70B8-3224-263C-294B6086BD57}"/>
              </a:ext>
            </a:extLst>
          </p:cNvPr>
          <p:cNvSpPr txBox="1"/>
          <p:nvPr/>
        </p:nvSpPr>
        <p:spPr>
          <a:xfrm>
            <a:off x="350331" y="6588367"/>
            <a:ext cx="11223374" cy="30777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ea typeface="Roboto" panose="02000000000000000000" pitchFamily="2" charset="0"/>
                <a:cs typeface="Roboto" panose="02000000000000000000" pitchFamily="2" charset="0"/>
              </a:rPr>
              <a:t>Clear Area 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23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09E02-1C2E-70DA-0787-347919983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2118A43-DA48-4769-E0D1-B1E241FC2F7F}"/>
              </a:ext>
            </a:extLst>
          </p:cNvPr>
          <p:cNvSpPr txBox="1">
            <a:spLocks/>
          </p:cNvSpPr>
          <p:nvPr/>
        </p:nvSpPr>
        <p:spPr>
          <a:xfrm>
            <a:off x="279974" y="606529"/>
            <a:ext cx="5225471" cy="12891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 Light" panose="020B0004020202020204" pitchFamily="34" charset="0"/>
              </a:rPr>
              <a:t>Color Usage </a:t>
            </a:r>
            <a:br>
              <a:rPr lang="en-US" sz="4000" dirty="0">
                <a:latin typeface="Aptos Light" panose="020B0004020202020204" pitchFamily="34" charset="0"/>
              </a:rPr>
            </a:br>
            <a:r>
              <a:rPr lang="en-US" sz="4000" dirty="0">
                <a:latin typeface="Aptos Light" panose="020B0004020202020204" pitchFamily="34" charset="0"/>
              </a:rPr>
              <a:t>Guidelines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E84461-B0E6-7623-6FC8-10377A391AEF}"/>
              </a:ext>
            </a:extLst>
          </p:cNvPr>
          <p:cNvSpPr/>
          <p:nvPr/>
        </p:nvSpPr>
        <p:spPr>
          <a:xfrm>
            <a:off x="8725608" y="2623650"/>
            <a:ext cx="2383881" cy="1154586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DB0B55-3CA5-E1BC-5388-7FECA56D5D83}"/>
              </a:ext>
            </a:extLst>
          </p:cNvPr>
          <p:cNvSpPr/>
          <p:nvPr/>
        </p:nvSpPr>
        <p:spPr>
          <a:xfrm>
            <a:off x="8741319" y="1251118"/>
            <a:ext cx="2383881" cy="115458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Aptos Light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1CB9E-625A-53F3-F8D7-2556B65A244A}"/>
              </a:ext>
            </a:extLst>
          </p:cNvPr>
          <p:cNvSpPr/>
          <p:nvPr/>
        </p:nvSpPr>
        <p:spPr>
          <a:xfrm>
            <a:off x="5975030" y="2641274"/>
            <a:ext cx="2383881" cy="1154586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C466B5-D492-DFC7-B03F-46354DB8628F}"/>
              </a:ext>
            </a:extLst>
          </p:cNvPr>
          <p:cNvSpPr/>
          <p:nvPr/>
        </p:nvSpPr>
        <p:spPr>
          <a:xfrm>
            <a:off x="5975030" y="4031430"/>
            <a:ext cx="2383881" cy="1154586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Aptos Light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5BE07D-7541-7416-9032-62B1B4A09C98}"/>
              </a:ext>
            </a:extLst>
          </p:cNvPr>
          <p:cNvSpPr/>
          <p:nvPr/>
        </p:nvSpPr>
        <p:spPr>
          <a:xfrm>
            <a:off x="5975030" y="5405910"/>
            <a:ext cx="2383881" cy="1154586"/>
          </a:xfrm>
          <a:prstGeom prst="rect">
            <a:avLst/>
          </a:prstGeom>
          <a:solidFill>
            <a:srgbClr val="4D4D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Aptos Light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F2B29-E5D8-A49E-8EED-B13E4B0906D9}"/>
              </a:ext>
            </a:extLst>
          </p:cNvPr>
          <p:cNvSpPr/>
          <p:nvPr/>
        </p:nvSpPr>
        <p:spPr>
          <a:xfrm>
            <a:off x="8741319" y="5421586"/>
            <a:ext cx="2383881" cy="1154586"/>
          </a:xfrm>
          <a:prstGeom prst="rect">
            <a:avLst/>
          </a:prstGeom>
          <a:solidFill>
            <a:srgbClr val="4A453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Aptos Light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EE02EF-FF52-81BD-3822-5F74537F550C}"/>
              </a:ext>
            </a:extLst>
          </p:cNvPr>
          <p:cNvSpPr/>
          <p:nvPr/>
        </p:nvSpPr>
        <p:spPr>
          <a:xfrm>
            <a:off x="8741319" y="4031430"/>
            <a:ext cx="2383881" cy="1154586"/>
          </a:xfrm>
          <a:prstGeom prst="rect">
            <a:avLst/>
          </a:prstGeom>
          <a:solidFill>
            <a:srgbClr val="29251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Aptos Light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E6DAE0-888A-E6FB-6ACD-E7DCC0A84FAE}"/>
              </a:ext>
            </a:extLst>
          </p:cNvPr>
          <p:cNvSpPr/>
          <p:nvPr/>
        </p:nvSpPr>
        <p:spPr>
          <a:xfrm>
            <a:off x="3208741" y="4031430"/>
            <a:ext cx="2383881" cy="1154586"/>
          </a:xfrm>
          <a:prstGeom prst="rect">
            <a:avLst/>
          </a:prstGeom>
          <a:solidFill>
            <a:srgbClr val="5F022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Aptos Light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055CC8-D6DA-2882-0AC2-6A875AC6D382}"/>
              </a:ext>
            </a:extLst>
          </p:cNvPr>
          <p:cNvSpPr/>
          <p:nvPr/>
        </p:nvSpPr>
        <p:spPr>
          <a:xfrm>
            <a:off x="442452" y="4031430"/>
            <a:ext cx="2383881" cy="254474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endParaRPr lang="en-IN" sz="1200" dirty="0">
              <a:latin typeface="Aptos Light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43E566-C771-5A83-F28B-A26F522CEA5E}"/>
              </a:ext>
            </a:extLst>
          </p:cNvPr>
          <p:cNvSpPr/>
          <p:nvPr/>
        </p:nvSpPr>
        <p:spPr>
          <a:xfrm>
            <a:off x="3208741" y="5421586"/>
            <a:ext cx="2383881" cy="1154586"/>
          </a:xfrm>
          <a:prstGeom prst="rect">
            <a:avLst/>
          </a:prstGeom>
          <a:solidFill>
            <a:srgbClr val="F8B4A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9F9D23-CA29-E614-0850-8C58412E6248}"/>
              </a:ext>
            </a:extLst>
          </p:cNvPr>
          <p:cNvSpPr/>
          <p:nvPr/>
        </p:nvSpPr>
        <p:spPr>
          <a:xfrm>
            <a:off x="3208741" y="2641274"/>
            <a:ext cx="2383881" cy="1154586"/>
          </a:xfrm>
          <a:prstGeom prst="rect">
            <a:avLst/>
          </a:prstGeom>
          <a:solidFill>
            <a:srgbClr val="0A083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Aptos Light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729360-4F5F-8DF8-8E33-86199732854E}"/>
              </a:ext>
            </a:extLst>
          </p:cNvPr>
          <p:cNvSpPr txBox="1"/>
          <p:nvPr/>
        </p:nvSpPr>
        <p:spPr>
          <a:xfrm>
            <a:off x="442452" y="5989574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ptos Light" panose="020B0004020202020204" pitchFamily="34" charset="0"/>
              </a:rPr>
              <a:t>RGB 227-24-55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FED892-C760-C239-5D8C-D234FB226980}"/>
              </a:ext>
            </a:extLst>
          </p:cNvPr>
          <p:cNvSpPr txBox="1"/>
          <p:nvPr/>
        </p:nvSpPr>
        <p:spPr>
          <a:xfrm>
            <a:off x="442452" y="6268108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  <a:latin typeface="Aptos Light" panose="020B0004020202020204" pitchFamily="34" charset="0"/>
              </a:rPr>
              <a:t>MAHINDRA RISING RED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4745EA-2C0E-FBE0-8E9A-8991732C68F6}"/>
              </a:ext>
            </a:extLst>
          </p:cNvPr>
          <p:cNvSpPr txBox="1"/>
          <p:nvPr/>
        </p:nvSpPr>
        <p:spPr>
          <a:xfrm>
            <a:off x="3227557" y="5989574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latin typeface="Aptos Light" panose="020B0004020202020204" pitchFamily="34" charset="0"/>
              </a:rPr>
              <a:t>RGB 248-180-163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AA2CEA-279E-2B20-A36B-B54852D288D4}"/>
              </a:ext>
            </a:extLst>
          </p:cNvPr>
          <p:cNvSpPr txBox="1"/>
          <p:nvPr/>
        </p:nvSpPr>
        <p:spPr>
          <a:xfrm>
            <a:off x="3227557" y="6268108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latin typeface="Aptos Light" panose="020B0004020202020204" pitchFamily="34" charset="0"/>
              </a:rPr>
              <a:t>CLARITY RED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675C96-DD89-BE59-14C5-2ABE64F3FAA5}"/>
              </a:ext>
            </a:extLst>
          </p:cNvPr>
          <p:cNvSpPr txBox="1"/>
          <p:nvPr/>
        </p:nvSpPr>
        <p:spPr>
          <a:xfrm>
            <a:off x="3227557" y="4598072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ptos Light" panose="020B0004020202020204" pitchFamily="34" charset="0"/>
              </a:rPr>
              <a:t>RGB 95-2-41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611431-3101-4659-4C1D-57AC976F9386}"/>
              </a:ext>
            </a:extLst>
          </p:cNvPr>
          <p:cNvSpPr txBox="1"/>
          <p:nvPr/>
        </p:nvSpPr>
        <p:spPr>
          <a:xfrm>
            <a:off x="3227557" y="4876606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  <a:latin typeface="Aptos Light" panose="020B0004020202020204" pitchFamily="34" charset="0"/>
              </a:rPr>
              <a:t>IMPACT RED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7027B0-BD56-6435-5B12-CC383E1F02F3}"/>
              </a:ext>
            </a:extLst>
          </p:cNvPr>
          <p:cNvSpPr txBox="1"/>
          <p:nvPr/>
        </p:nvSpPr>
        <p:spPr>
          <a:xfrm>
            <a:off x="3227557" y="3207916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ptos Light" panose="020B0004020202020204" pitchFamily="34" charset="0"/>
              </a:rPr>
              <a:t>RGB 10-08-56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39D1AA-4532-C32E-48D8-5A6D8DA7D45E}"/>
              </a:ext>
            </a:extLst>
          </p:cNvPr>
          <p:cNvSpPr txBox="1"/>
          <p:nvPr/>
        </p:nvSpPr>
        <p:spPr>
          <a:xfrm>
            <a:off x="3227557" y="3486450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  <a:latin typeface="Aptos Light" panose="020B0004020202020204" pitchFamily="34" charset="0"/>
              </a:rPr>
              <a:t>BLUEPRINT NAVY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3FB030-1C6F-2E04-9D6C-628F31E40FAE}"/>
              </a:ext>
            </a:extLst>
          </p:cNvPr>
          <p:cNvSpPr txBox="1"/>
          <p:nvPr/>
        </p:nvSpPr>
        <p:spPr>
          <a:xfrm>
            <a:off x="8741319" y="5989574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ptos Light" panose="020B0004020202020204" pitchFamily="34" charset="0"/>
              </a:rPr>
              <a:t>RGB 74-69-61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962B71-1559-163C-0DDB-D5A137569856}"/>
              </a:ext>
            </a:extLst>
          </p:cNvPr>
          <p:cNvSpPr txBox="1"/>
          <p:nvPr/>
        </p:nvSpPr>
        <p:spPr>
          <a:xfrm>
            <a:off x="8741319" y="6268108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  <a:latin typeface="Aptos Light" panose="020B0004020202020204" pitchFamily="34" charset="0"/>
              </a:rPr>
              <a:t>ANCHOR GREY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1C768C-BF0C-E651-FE06-132B314B95FC}"/>
              </a:ext>
            </a:extLst>
          </p:cNvPr>
          <p:cNvSpPr txBox="1"/>
          <p:nvPr/>
        </p:nvSpPr>
        <p:spPr>
          <a:xfrm>
            <a:off x="5975030" y="4598072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latin typeface="Aptos Light" panose="020B0004020202020204" pitchFamily="34" charset="0"/>
              </a:rPr>
              <a:t>RGB 229-223-211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8AC905-DEC1-3114-8C1B-671D5290666B}"/>
              </a:ext>
            </a:extLst>
          </p:cNvPr>
          <p:cNvSpPr txBox="1"/>
          <p:nvPr/>
        </p:nvSpPr>
        <p:spPr>
          <a:xfrm>
            <a:off x="5975030" y="4876606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latin typeface="Aptos Light" panose="020B0004020202020204" pitchFamily="34" charset="0"/>
              </a:rPr>
              <a:t>CLARITY GREY 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23A03B-8488-ACDB-1487-FE91487D1814}"/>
              </a:ext>
            </a:extLst>
          </p:cNvPr>
          <p:cNvSpPr txBox="1"/>
          <p:nvPr/>
        </p:nvSpPr>
        <p:spPr>
          <a:xfrm>
            <a:off x="5975030" y="3207916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latin typeface="Aptos Light" panose="020B0004020202020204" pitchFamily="34" charset="0"/>
              </a:rPr>
              <a:t>RGB 246-242-234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73EC82-C1BF-F8DC-24B4-8E317468F064}"/>
              </a:ext>
            </a:extLst>
          </p:cNvPr>
          <p:cNvSpPr txBox="1"/>
          <p:nvPr/>
        </p:nvSpPr>
        <p:spPr>
          <a:xfrm>
            <a:off x="5975030" y="3486450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latin typeface="Aptos Light" panose="020B0004020202020204" pitchFamily="34" charset="0"/>
              </a:rPr>
              <a:t>CLARITY GREY 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C25DF3-5275-074C-C315-9711779A382F}"/>
              </a:ext>
            </a:extLst>
          </p:cNvPr>
          <p:cNvSpPr txBox="1"/>
          <p:nvPr/>
        </p:nvSpPr>
        <p:spPr>
          <a:xfrm>
            <a:off x="8741319" y="4599418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ptos Light" panose="020B0004020202020204" pitchFamily="34" charset="0"/>
              </a:rPr>
              <a:t>RGB 41-37-29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5138CE-17C1-C088-4C68-A9D1216B4D9C}"/>
              </a:ext>
            </a:extLst>
          </p:cNvPr>
          <p:cNvSpPr txBox="1"/>
          <p:nvPr/>
        </p:nvSpPr>
        <p:spPr>
          <a:xfrm>
            <a:off x="8741319" y="4877952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  <a:latin typeface="Aptos Light" panose="020B0004020202020204" pitchFamily="34" charset="0"/>
              </a:rPr>
              <a:t>ANCHOR GREY 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D77C2A-011F-4B50-ED37-3B9F4BA9B9DD}"/>
              </a:ext>
            </a:extLst>
          </p:cNvPr>
          <p:cNvSpPr txBox="1"/>
          <p:nvPr/>
        </p:nvSpPr>
        <p:spPr>
          <a:xfrm>
            <a:off x="5975030" y="5972552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ptos Light" panose="020B0004020202020204" pitchFamily="34" charset="0"/>
              </a:rPr>
              <a:t>RGB 77-77-79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AC1B9B-1067-1A35-78AB-3AF6D503B97C}"/>
              </a:ext>
            </a:extLst>
          </p:cNvPr>
          <p:cNvSpPr txBox="1"/>
          <p:nvPr/>
        </p:nvSpPr>
        <p:spPr>
          <a:xfrm>
            <a:off x="5975030" y="6251086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  <a:latin typeface="Aptos Light" panose="020B0004020202020204" pitchFamily="34" charset="0"/>
              </a:rPr>
              <a:t>STEEL GREY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81D402-E546-91D6-C2EA-CEB71BE809B2}"/>
              </a:ext>
            </a:extLst>
          </p:cNvPr>
          <p:cNvSpPr txBox="1"/>
          <p:nvPr/>
        </p:nvSpPr>
        <p:spPr>
          <a:xfrm>
            <a:off x="8725608" y="3181973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latin typeface="Aptos Light" panose="020B0004020202020204" pitchFamily="34" charset="0"/>
              </a:rPr>
              <a:t>RGB 255-255-255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AA5E24-53D0-CA09-E528-B8224FE31451}"/>
              </a:ext>
            </a:extLst>
          </p:cNvPr>
          <p:cNvSpPr txBox="1"/>
          <p:nvPr/>
        </p:nvSpPr>
        <p:spPr>
          <a:xfrm>
            <a:off x="8725608" y="3460507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latin typeface="Aptos Light" panose="020B0004020202020204" pitchFamily="34" charset="0"/>
              </a:rPr>
              <a:t>WHITE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5DBA7C-16FA-AF7F-A4DE-500A1410657C}"/>
              </a:ext>
            </a:extLst>
          </p:cNvPr>
          <p:cNvSpPr txBox="1"/>
          <p:nvPr/>
        </p:nvSpPr>
        <p:spPr>
          <a:xfrm>
            <a:off x="8741319" y="1809441"/>
            <a:ext cx="1966919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ptos Light" panose="020B0004020202020204" pitchFamily="34" charset="0"/>
              </a:rPr>
              <a:t>RGB 0-0-0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F962FB-6F88-1154-26C8-C7504AA115B1}"/>
              </a:ext>
            </a:extLst>
          </p:cNvPr>
          <p:cNvSpPr txBox="1"/>
          <p:nvPr/>
        </p:nvSpPr>
        <p:spPr>
          <a:xfrm>
            <a:off x="8741319" y="2087975"/>
            <a:ext cx="2277888" cy="2923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  <a:latin typeface="Aptos Light" panose="020B0004020202020204" pitchFamily="34" charset="0"/>
              </a:rPr>
              <a:t>INK BLACK</a:t>
            </a:r>
          </a:p>
        </p:txBody>
      </p:sp>
    </p:spTree>
    <p:extLst>
      <p:ext uri="{BB962C8B-B14F-4D97-AF65-F5344CB8AC3E}">
        <p14:creationId xmlns:p14="http://schemas.microsoft.com/office/powerpoint/2010/main" val="2505402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C6E07AC-3DED-B2F7-108A-9B3563C8F416}"/>
              </a:ext>
            </a:extLst>
          </p:cNvPr>
          <p:cNvGrpSpPr/>
          <p:nvPr/>
        </p:nvGrpSpPr>
        <p:grpSpPr>
          <a:xfrm>
            <a:off x="8108230" y="2725783"/>
            <a:ext cx="3947228" cy="2613224"/>
            <a:chOff x="4790057" y="2725783"/>
            <a:chExt cx="3947228" cy="2613224"/>
          </a:xfrm>
        </p:grpSpPr>
        <p:sp>
          <p:nvSpPr>
            <p:cNvPr id="7" name="Text Placeholder 4">
              <a:extLst>
                <a:ext uri="{FF2B5EF4-FFF2-40B4-BE49-F238E27FC236}">
                  <a16:creationId xmlns:a16="http://schemas.microsoft.com/office/drawing/2014/main" id="{FEB3A3F5-4397-A3B3-CA00-034B63D8DAED}"/>
                </a:ext>
              </a:extLst>
            </p:cNvPr>
            <p:cNvSpPr txBox="1">
              <a:spLocks/>
            </p:cNvSpPr>
            <p:nvPr/>
          </p:nvSpPr>
          <p:spPr>
            <a:xfrm>
              <a:off x="4790057" y="2725783"/>
              <a:ext cx="3720667" cy="38728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b="1" i="0" kern="1200">
                  <a:solidFill>
                    <a:schemeClr val="tx1"/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b="0" i="0" kern="1200">
                  <a:solidFill>
                    <a:schemeClr val="tx1"/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b="0" i="0" kern="1200">
                  <a:solidFill>
                    <a:schemeClr val="tx1"/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b="0" i="0" kern="1200">
                  <a:solidFill>
                    <a:schemeClr val="tx1"/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b="0" i="0" kern="1200">
                  <a:solidFill>
                    <a:schemeClr val="tx1"/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spcBef>
                  <a:spcPct val="0"/>
                </a:spcBef>
                <a:spcAft>
                  <a:spcPct val="0"/>
                </a:spcAft>
                <a:buSzPct val="70000"/>
                <a:buNone/>
              </a:pPr>
              <a:r>
                <a:rPr lang="en-IN" sz="2500" b="0" dirty="0">
                  <a:ea typeface="+mj-ea"/>
                  <a:cs typeface="+mj-cs"/>
                </a:rPr>
                <a:t>Subtitle</a:t>
              </a:r>
              <a:endParaRPr lang="en-US" sz="2500" b="0" dirty="0">
                <a:ea typeface="+mj-ea"/>
                <a:cs typeface="+mj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B996E7-EBFA-B41A-9C68-AA8063B0485A}"/>
                </a:ext>
              </a:extLst>
            </p:cNvPr>
            <p:cNvSpPr txBox="1"/>
            <p:nvPr/>
          </p:nvSpPr>
          <p:spPr>
            <a:xfrm>
              <a:off x="4871302" y="5154341"/>
              <a:ext cx="345232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500" dirty="0">
                  <a:latin typeface="Aptos Light" panose="020B0004020202020204" pitchFamily="34" charset="0"/>
                  <a:ea typeface="+mj-ea"/>
                  <a:cs typeface="+mj-cs"/>
                </a:rPr>
                <a:t>Body copy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latin typeface="Aptos thin"/>
                  <a:ea typeface="Roboto" panose="02000000000000000000" pitchFamily="2" charset="0"/>
                  <a:cs typeface="Roboto" panose="02000000000000000000" pitchFamily="2" charset="0"/>
                </a:rPr>
                <a:t>Aptos Regular, 16pt font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501099-2B94-CC12-FA21-E8EB158ACD72}"/>
                </a:ext>
              </a:extLst>
            </p:cNvPr>
            <p:cNvSpPr txBox="1"/>
            <p:nvPr/>
          </p:nvSpPr>
          <p:spPr>
            <a:xfrm>
              <a:off x="4871302" y="3118605"/>
              <a:ext cx="3865983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 thin"/>
                  <a:ea typeface="Roboto" panose="02000000000000000000" pitchFamily="2" charset="0"/>
                  <a:cs typeface="Roboto" panose="02000000000000000000" pitchFamily="2" charset="0"/>
                </a:rPr>
                <a:t>Subtitle – Aptos Thin, 18pt font</a:t>
              </a:r>
            </a:p>
          </p:txBody>
        </p:sp>
        <p:sp>
          <p:nvSpPr>
            <p:cNvPr id="21" name="Text Placeholder 3">
              <a:extLst>
                <a:ext uri="{FF2B5EF4-FFF2-40B4-BE49-F238E27FC236}">
                  <a16:creationId xmlns:a16="http://schemas.microsoft.com/office/drawing/2014/main" id="{C50C6403-B61D-75D1-818C-A5D5EF00C956}"/>
                </a:ext>
              </a:extLst>
            </p:cNvPr>
            <p:cNvSpPr txBox="1">
              <a:spLocks/>
            </p:cNvSpPr>
            <p:nvPr/>
          </p:nvSpPr>
          <p:spPr>
            <a:xfrm>
              <a:off x="4871302" y="3506312"/>
              <a:ext cx="3639422" cy="15388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 marL="290513" indent="-290513" algn="l" rtl="0" eaLnBrk="1" fontAlgn="base" hangingPunct="1"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2600" kern="1200" dirty="0" smtClean="0">
                  <a:solidFill>
                    <a:schemeClr val="tx1"/>
                  </a:solidFill>
                  <a:latin typeface="+mj-lt"/>
                  <a:ea typeface="+mn-ea"/>
                  <a:cs typeface="Arial" pitchFamily="34" charset="0"/>
                </a:defRPr>
              </a:lvl1pPr>
              <a:lvl2pPr marL="571500" indent="-279400" algn="l" rtl="0" eaLnBrk="1" fontAlgn="base" hangingPunct="1">
                <a:spcBef>
                  <a:spcPct val="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Roboto" panose="02000000000000000000" pitchFamily="2" charset="0"/>
                <a:buChar char="–"/>
                <a:defRPr lang="en-US" sz="2600" kern="1200" dirty="0" smtClean="0">
                  <a:solidFill>
                    <a:schemeClr val="tx1"/>
                  </a:solidFill>
                  <a:latin typeface="+mj-lt"/>
                  <a:ea typeface="+mn-ea"/>
                  <a:cs typeface="Arial" charset="0"/>
                </a:defRPr>
              </a:lvl2pPr>
              <a:lvl3pPr marL="850900" indent="-279400" algn="l" rtl="0" eaLnBrk="1" fontAlgn="base" hangingPunct="1"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lang="en-US" sz="18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itchFamily="34" charset="0"/>
                </a:defRPr>
              </a:lvl3pPr>
              <a:lvl4pPr marL="1136650" indent="-285750" algn="l" rtl="0" eaLnBrk="1" fontAlgn="base" hangingPunct="1"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Courier New" panose="02070309020205020404" pitchFamily="49" charset="0"/>
                <a:buChar char="o"/>
                <a:defRPr lang="en-US" sz="18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charset="0"/>
                </a:defRPr>
              </a:lvl4pPr>
              <a:lvl5pPr marL="1371600" indent="-241300" algn="l" defTabSz="933450" rtl="0" eaLnBrk="1" fontAlgn="base" hangingPunct="1"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§"/>
                <a:defRPr lang="en-US" sz="18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charset="0"/>
                </a:defRPr>
              </a:lvl5pPr>
              <a:lvl6pPr marL="1371600" indent="-241300" algn="l" defTabSz="914400" rtl="0" eaLnBrk="1" latinLnBrk="0" hangingPunct="1"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  <a:def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indent="-177800"/>
              <a:r>
                <a:rPr lang="en-US" sz="1200" dirty="0">
                  <a:latin typeface="Aptos" panose="020B0004020202020204" pitchFamily="34" charset="0"/>
                </a:rPr>
                <a:t>Click to edit Master text styles</a:t>
              </a:r>
            </a:p>
            <a:p>
              <a:pPr marL="361950" lvl="1" indent="-184150"/>
              <a:r>
                <a:rPr lang="en-US" sz="1200" dirty="0">
                  <a:latin typeface="Aptos" panose="020B0004020202020204" pitchFamily="34" charset="0"/>
                </a:rPr>
                <a:t>Second level</a:t>
              </a:r>
            </a:p>
            <a:p>
              <a:pPr marL="539750" lvl="2" indent="-177800"/>
              <a:r>
                <a:rPr lang="en-US" sz="1200" dirty="0">
                  <a:latin typeface="Aptos" panose="020B0004020202020204" pitchFamily="34" charset="0"/>
                </a:rPr>
                <a:t>Third level</a:t>
              </a:r>
            </a:p>
            <a:p>
              <a:pPr marL="717550" lvl="3" indent="-177800"/>
              <a:r>
                <a:rPr lang="en-US" sz="1200" dirty="0">
                  <a:latin typeface="Aptos" panose="020B0004020202020204" pitchFamily="34" charset="0"/>
                </a:rPr>
                <a:t>Fourth level</a:t>
              </a:r>
            </a:p>
            <a:p>
              <a:pPr marL="895350" lvl="4" indent="-177800"/>
              <a:r>
                <a:rPr lang="en-US" sz="1200" dirty="0">
                  <a:latin typeface="Aptos" panose="020B0004020202020204" pitchFamily="34" charset="0"/>
                </a:rPr>
                <a:t>Fifth level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FE265446-7914-ED70-D1B6-7E95239A30C1}"/>
              </a:ext>
            </a:extLst>
          </p:cNvPr>
          <p:cNvSpPr txBox="1">
            <a:spLocks/>
          </p:cNvSpPr>
          <p:nvPr/>
        </p:nvSpPr>
        <p:spPr>
          <a:xfrm>
            <a:off x="279974" y="606529"/>
            <a:ext cx="5225471" cy="12891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 Light" panose="020B0004020202020204" pitchFamily="34" charset="0"/>
              </a:rPr>
              <a:t>Typeface </a:t>
            </a:r>
            <a:br>
              <a:rPr lang="en-US" sz="4000" dirty="0">
                <a:latin typeface="Aptos Light" panose="020B0004020202020204" pitchFamily="34" charset="0"/>
              </a:rPr>
            </a:br>
            <a:r>
              <a:rPr lang="en-US" sz="4000" dirty="0">
                <a:latin typeface="Aptos Light" panose="020B0004020202020204" pitchFamily="34" charset="0"/>
              </a:rPr>
              <a:t>Usage Guidelines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F4E49DA-A32F-BA66-9743-A5269B555ADE}"/>
              </a:ext>
            </a:extLst>
          </p:cNvPr>
          <p:cNvSpPr txBox="1">
            <a:spLocks/>
          </p:cNvSpPr>
          <p:nvPr/>
        </p:nvSpPr>
        <p:spPr>
          <a:xfrm>
            <a:off x="2074717" y="2540175"/>
            <a:ext cx="1880111" cy="5331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1"/>
                </a:solidFill>
              </a:rPr>
              <a:t>APTOS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816B9E10-23E2-C500-A807-398E1380E2ED}"/>
              </a:ext>
            </a:extLst>
          </p:cNvPr>
          <p:cNvSpPr txBox="1">
            <a:spLocks/>
          </p:cNvSpPr>
          <p:nvPr/>
        </p:nvSpPr>
        <p:spPr>
          <a:xfrm>
            <a:off x="2074717" y="2297333"/>
            <a:ext cx="1880112" cy="3410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Font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DBC529F-158B-3E2E-8699-D2C516DF73A8}"/>
              </a:ext>
            </a:extLst>
          </p:cNvPr>
          <p:cNvGrpSpPr/>
          <p:nvPr/>
        </p:nvGrpSpPr>
        <p:grpSpPr>
          <a:xfrm>
            <a:off x="3954829" y="2725783"/>
            <a:ext cx="3868371" cy="3721508"/>
            <a:chOff x="8323629" y="2725783"/>
            <a:chExt cx="3868371" cy="372150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9733EB0-2B4A-E98A-AAE9-22FA5585A849}"/>
                </a:ext>
              </a:extLst>
            </p:cNvPr>
            <p:cNvGrpSpPr/>
            <p:nvPr/>
          </p:nvGrpSpPr>
          <p:grpSpPr>
            <a:xfrm>
              <a:off x="8323629" y="5083513"/>
              <a:ext cx="3639422" cy="500002"/>
              <a:chOff x="4790057" y="6087268"/>
              <a:chExt cx="3639422" cy="500002"/>
            </a:xfrm>
          </p:grpSpPr>
          <p:sp>
            <p:nvSpPr>
              <p:cNvPr id="6" name="Text Placeholder 3">
                <a:extLst>
                  <a:ext uri="{FF2B5EF4-FFF2-40B4-BE49-F238E27FC236}">
                    <a16:creationId xmlns:a16="http://schemas.microsoft.com/office/drawing/2014/main" id="{78857A9E-03C1-372A-052D-43C497DA3A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0057" y="6087268"/>
                <a:ext cx="3639422" cy="50000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b="1" i="0" kern="1200">
                    <a:solidFill>
                      <a:schemeClr val="tx1"/>
                    </a:solidFill>
                    <a:latin typeface="Aptos Light" panose="020B00040202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ptos Light" panose="020B000402020202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ptos Light" panose="020B000402020202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ptos Light" panose="020B000402020202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ptos Light" panose="020B00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sz="800" dirty="0">
                    <a:latin typeface="Aptos" panose="020B0004020202020204" pitchFamily="34" charset="0"/>
                  </a:rPr>
                  <a:t>Source:</a:t>
                </a:r>
                <a:endParaRPr lang="en-US" sz="8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7E2118-EC2E-A9E0-B153-9167F6B606D0}"/>
                  </a:ext>
                </a:extLst>
              </p:cNvPr>
              <p:cNvSpPr txBox="1"/>
              <p:nvPr/>
            </p:nvSpPr>
            <p:spPr>
              <a:xfrm>
                <a:off x="4871302" y="6262625"/>
                <a:ext cx="2160131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Aptos thin"/>
                    <a:ea typeface="Roboto" panose="02000000000000000000" pitchFamily="2" charset="0"/>
                    <a:cs typeface="Roboto" panose="02000000000000000000" pitchFamily="2" charset="0"/>
                  </a:rPr>
                  <a:t>Aptos Thin, 8pt font</a:t>
                </a:r>
              </a:p>
            </p:txBody>
          </p:sp>
        </p:grpSp>
        <p:sp>
          <p:nvSpPr>
            <p:cNvPr id="2" name="Title 1">
              <a:extLst>
                <a:ext uri="{FF2B5EF4-FFF2-40B4-BE49-F238E27FC236}">
                  <a16:creationId xmlns:a16="http://schemas.microsoft.com/office/drawing/2014/main" id="{1AEC61F3-A0C1-933C-0C04-01A18F4AFA24}"/>
                </a:ext>
              </a:extLst>
            </p:cNvPr>
            <p:cNvSpPr txBox="1">
              <a:spLocks/>
            </p:cNvSpPr>
            <p:nvPr/>
          </p:nvSpPr>
          <p:spPr>
            <a:xfrm>
              <a:off x="8323629" y="3585353"/>
              <a:ext cx="3762706" cy="501915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Aptos Light" panose="020B0004020202020204" pitchFamily="34" charset="0"/>
                  <a:ea typeface="+mj-ea"/>
                  <a:cs typeface="+mj-cs"/>
                </a:defRPr>
              </a:lvl1pPr>
            </a:lstStyle>
            <a:p>
              <a:pPr fontAlgn="base">
                <a:spcAft>
                  <a:spcPct val="0"/>
                </a:spcAft>
              </a:pPr>
              <a:r>
                <a:rPr lang="en-IN" sz="2500" dirty="0"/>
                <a:t>Cover Page and Divider Page Title</a:t>
              </a:r>
              <a:endParaRPr lang="en-US" sz="25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3C5A71D-A9A5-701C-6E33-6EBDAC658725}"/>
                </a:ext>
              </a:extLst>
            </p:cNvPr>
            <p:cNvSpPr txBox="1"/>
            <p:nvPr/>
          </p:nvSpPr>
          <p:spPr>
            <a:xfrm>
              <a:off x="8429479" y="4385353"/>
              <a:ext cx="3349051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latin typeface="Aptos thin"/>
                  <a:ea typeface="Roboto" panose="02000000000000000000" pitchFamily="2" charset="0"/>
                  <a:cs typeface="Roboto" panose="02000000000000000000" pitchFamily="2" charset="0"/>
                </a:rPr>
                <a:t>Aptos Thin, 60pt font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A8E6F31-D739-0367-A8CD-04720AB95563}"/>
                </a:ext>
              </a:extLst>
            </p:cNvPr>
            <p:cNvGrpSpPr/>
            <p:nvPr/>
          </p:nvGrpSpPr>
          <p:grpSpPr>
            <a:xfrm>
              <a:off x="8323629" y="5566264"/>
              <a:ext cx="3868371" cy="881027"/>
              <a:chOff x="3277591" y="5515464"/>
              <a:chExt cx="3868371" cy="88102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EB4B664-BF7F-B1B0-AF8C-A2C7A1AFA5E8}"/>
                  </a:ext>
                </a:extLst>
              </p:cNvPr>
              <p:cNvGrpSpPr/>
              <p:nvPr/>
            </p:nvGrpSpPr>
            <p:grpSpPr>
              <a:xfrm>
                <a:off x="3277591" y="5515464"/>
                <a:ext cx="3868371" cy="387286"/>
                <a:chOff x="6173191" y="5515464"/>
                <a:chExt cx="3868371" cy="387286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EC9350E-51CD-BE00-8425-278CC00AD367}"/>
                    </a:ext>
                  </a:extLst>
                </p:cNvPr>
                <p:cNvSpPr txBox="1"/>
                <p:nvPr/>
              </p:nvSpPr>
              <p:spPr>
                <a:xfrm>
                  <a:off x="6254435" y="5683633"/>
                  <a:ext cx="3787127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dirty="0">
                      <a:latin typeface="Aptos thin"/>
                      <a:ea typeface="Roboto" panose="02000000000000000000" pitchFamily="2" charset="0"/>
                      <a:cs typeface="Roboto" panose="02000000000000000000" pitchFamily="2" charset="0"/>
                    </a:rPr>
                    <a:t>Footnote / Note – Aptos, 6pt font</a:t>
                  </a:r>
                </a:p>
              </p:txBody>
            </p:sp>
            <p:sp>
              <p:nvSpPr>
                <p:cNvPr id="22" name="Text Placeholder 3">
                  <a:extLst>
                    <a:ext uri="{FF2B5EF4-FFF2-40B4-BE49-F238E27FC236}">
                      <a16:creationId xmlns:a16="http://schemas.microsoft.com/office/drawing/2014/main" id="{8ED1D793-930D-6CFA-84C9-6C45BF09728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173191" y="5515464"/>
                  <a:ext cx="1238919" cy="38728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1600" b="1" i="0" kern="1200">
                      <a:solidFill>
                        <a:schemeClr val="tx1"/>
                      </a:solidFill>
                      <a:latin typeface="Aptos Light" panose="020B0004020202020204" pitchFamily="34" charset="0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b="0" i="0" kern="1200">
                      <a:solidFill>
                        <a:schemeClr val="tx1"/>
                      </a:solidFill>
                      <a:latin typeface="Aptos Light" panose="020B0004020202020204" pitchFamily="34" charset="0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b="0" i="0" kern="1200">
                      <a:solidFill>
                        <a:schemeClr val="tx1"/>
                      </a:solidFill>
                      <a:latin typeface="Aptos Light" panose="020B0004020202020204" pitchFamily="34" charset="0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b="0" i="0" kern="1200">
                      <a:solidFill>
                        <a:schemeClr val="tx1"/>
                      </a:solidFill>
                      <a:latin typeface="Aptos Light" panose="020B0004020202020204" pitchFamily="34" charset="0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b="0" i="0" kern="1200">
                      <a:solidFill>
                        <a:schemeClr val="tx1"/>
                      </a:solidFill>
                      <a:latin typeface="Aptos Light" panose="020B0004020202020204" pitchFamily="34" charset="0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n-IN" sz="800" dirty="0">
                      <a:latin typeface="Aptos" panose="020B0004020202020204" pitchFamily="34" charset="0"/>
                    </a:rPr>
                    <a:t>Footnote:</a:t>
                  </a:r>
                  <a:endParaRPr lang="en-US" sz="800" dirty="0">
                    <a:latin typeface="Aptos" panose="020B0004020202020204" pitchFamily="34" charset="0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92D670D-9668-42A5-64CA-CEB6ACC0B071}"/>
                  </a:ext>
                </a:extLst>
              </p:cNvPr>
              <p:cNvGrpSpPr/>
              <p:nvPr/>
            </p:nvGrpSpPr>
            <p:grpSpPr>
              <a:xfrm>
                <a:off x="3277591" y="6009205"/>
                <a:ext cx="3868371" cy="387286"/>
                <a:chOff x="6173191" y="6009205"/>
                <a:chExt cx="3868371" cy="387286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FE7E3A7-ABF2-AF32-F39E-CA5EDBFE8044}"/>
                    </a:ext>
                  </a:extLst>
                </p:cNvPr>
                <p:cNvSpPr txBox="1"/>
                <p:nvPr/>
              </p:nvSpPr>
              <p:spPr>
                <a:xfrm>
                  <a:off x="6254435" y="6177374"/>
                  <a:ext cx="3787127" cy="1846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dirty="0">
                      <a:latin typeface="Aptos thin"/>
                      <a:ea typeface="Roboto" panose="02000000000000000000" pitchFamily="2" charset="0"/>
                      <a:cs typeface="Roboto" panose="02000000000000000000" pitchFamily="2" charset="0"/>
                    </a:rPr>
                    <a:t>Footnote / Note – Aptos, 12pt font</a:t>
                  </a:r>
                </a:p>
              </p:txBody>
            </p:sp>
            <p:sp>
              <p:nvSpPr>
                <p:cNvPr id="5" name="Text Placeholder 3">
                  <a:extLst>
                    <a:ext uri="{FF2B5EF4-FFF2-40B4-BE49-F238E27FC236}">
                      <a16:creationId xmlns:a16="http://schemas.microsoft.com/office/drawing/2014/main" id="{2BEA2066-DDC6-C5D1-7220-7DEBF96FC9E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173191" y="6009205"/>
                  <a:ext cx="1238919" cy="38728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1600" b="1" i="0" kern="1200">
                      <a:solidFill>
                        <a:schemeClr val="tx1"/>
                      </a:solidFill>
                      <a:latin typeface="Aptos Light" panose="020B0004020202020204" pitchFamily="34" charset="0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b="0" i="0" kern="1200">
                      <a:solidFill>
                        <a:schemeClr val="tx1"/>
                      </a:solidFill>
                      <a:latin typeface="Aptos Light" panose="020B0004020202020204" pitchFamily="34" charset="0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b="0" i="0" kern="1200">
                      <a:solidFill>
                        <a:schemeClr val="tx1"/>
                      </a:solidFill>
                      <a:latin typeface="Aptos Light" panose="020B0004020202020204" pitchFamily="34" charset="0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b="0" i="0" kern="1200">
                      <a:solidFill>
                        <a:schemeClr val="tx1"/>
                      </a:solidFill>
                      <a:latin typeface="Aptos Light" panose="020B0004020202020204" pitchFamily="34" charset="0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b="0" i="0" kern="1200">
                      <a:solidFill>
                        <a:schemeClr val="tx1"/>
                      </a:solidFill>
                      <a:latin typeface="Aptos Light" panose="020B0004020202020204" pitchFamily="34" charset="0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n-IN" sz="800" dirty="0">
                      <a:latin typeface="Aptos" panose="020B0004020202020204" pitchFamily="34" charset="0"/>
                    </a:rPr>
                    <a:t>Pagination:</a:t>
                  </a:r>
                  <a:endParaRPr lang="en-US" sz="800" dirty="0">
                    <a:latin typeface="Aptos" panose="020B0004020202020204" pitchFamily="34" charset="0"/>
                  </a:endParaRPr>
                </a:p>
              </p:txBody>
            </p:sp>
          </p:grpSp>
        </p:grpSp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5983831F-9333-F040-3E39-B2EA042162C1}"/>
                </a:ext>
              </a:extLst>
            </p:cNvPr>
            <p:cNvSpPr txBox="1">
              <a:spLocks/>
            </p:cNvSpPr>
            <p:nvPr/>
          </p:nvSpPr>
          <p:spPr>
            <a:xfrm>
              <a:off x="8365538" y="2725783"/>
              <a:ext cx="2553198" cy="501915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Aptos Light" panose="020B0004020202020204" pitchFamily="34" charset="0"/>
                  <a:ea typeface="+mj-ea"/>
                  <a:cs typeface="+mj-cs"/>
                </a:defRPr>
              </a:lvl1pPr>
            </a:lstStyle>
            <a:p>
              <a:pPr fontAlgn="base">
                <a:spcAft>
                  <a:spcPct val="0"/>
                </a:spcAft>
              </a:pPr>
              <a:r>
                <a:rPr lang="en-IN" sz="2500" dirty="0"/>
                <a:t>Page Title</a:t>
              </a:r>
              <a:endParaRPr lang="en-US" sz="25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01E099-6C7A-DDE1-9070-F4B77357081B}"/>
                </a:ext>
              </a:extLst>
            </p:cNvPr>
            <p:cNvSpPr txBox="1"/>
            <p:nvPr/>
          </p:nvSpPr>
          <p:spPr>
            <a:xfrm>
              <a:off x="8446784" y="3118605"/>
              <a:ext cx="3720668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latin typeface="Aptos thin"/>
                  <a:ea typeface="Roboto" panose="02000000000000000000" pitchFamily="2" charset="0"/>
                  <a:cs typeface="Roboto" panose="02000000000000000000" pitchFamily="2" charset="0"/>
                </a:rPr>
                <a:t>Aptos Thin, 40pt font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4783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4EDC9-8475-98C9-4E43-1C2D3E3C8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CC13EB7-0183-3795-FD2C-C32ABC3020DD}"/>
              </a:ext>
            </a:extLst>
          </p:cNvPr>
          <p:cNvSpPr txBox="1"/>
          <p:nvPr/>
        </p:nvSpPr>
        <p:spPr>
          <a:xfrm>
            <a:off x="5388772" y="606529"/>
            <a:ext cx="2616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rgbClr val="E31837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TechM image stock 2025</a:t>
            </a:r>
            <a:endParaRPr lang="en-US" u="sng" dirty="0">
              <a:solidFill>
                <a:srgbClr val="E31837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0DA323-7C98-8576-A7B8-114BEABDBA80}"/>
              </a:ext>
            </a:extLst>
          </p:cNvPr>
          <p:cNvSpPr txBox="1"/>
          <p:nvPr/>
        </p:nvSpPr>
        <p:spPr>
          <a:xfrm>
            <a:off x="5371171" y="1126126"/>
            <a:ext cx="5267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Utilize authentic, genuine, and lifelike images to </a:t>
            </a:r>
            <a:br>
              <a:rPr lang="en-IN" dirty="0"/>
            </a:br>
            <a:r>
              <a:rPr lang="en-IN" dirty="0"/>
              <a:t>illustrate real individuals engaging in real activities.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B9B21-3A03-75C6-F59C-D09BA9A38EBB}"/>
              </a:ext>
            </a:extLst>
          </p:cNvPr>
          <p:cNvSpPr txBox="1"/>
          <p:nvPr/>
        </p:nvSpPr>
        <p:spPr>
          <a:xfrm>
            <a:off x="5371171" y="3902699"/>
            <a:ext cx="6066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only the monoline style icons available in the Microsoft default icon set via </a:t>
            </a:r>
            <a:r>
              <a:rPr lang="en-US" dirty="0">
                <a:solidFill>
                  <a:srgbClr val="E31837"/>
                </a:solidFill>
              </a:rPr>
              <a:t>Insert &gt; Icons.</a:t>
            </a:r>
          </a:p>
          <a:p>
            <a:endParaRPr lang="en-US" dirty="0"/>
          </a:p>
          <a:p>
            <a:r>
              <a:rPr lang="en-US" dirty="0"/>
              <a:t>Maintain consistent icon size, arrangement, and color across your presentation for a unified look.</a:t>
            </a:r>
          </a:p>
          <a:p>
            <a:endParaRPr lang="en-US" dirty="0"/>
          </a:p>
          <a:p>
            <a:r>
              <a:rPr lang="en-US" dirty="0"/>
              <a:t>Use flat colors without gradients, textures, or shadows.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C50C6E-7465-AB17-7FFF-9AA4107B5409}"/>
              </a:ext>
            </a:extLst>
          </p:cNvPr>
          <p:cNvSpPr txBox="1">
            <a:spLocks/>
          </p:cNvSpPr>
          <p:nvPr/>
        </p:nvSpPr>
        <p:spPr>
          <a:xfrm>
            <a:off x="279974" y="606529"/>
            <a:ext cx="5225471" cy="12891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 Light" panose="020B0004020202020204" pitchFamily="34" charset="0"/>
              </a:rPr>
              <a:t>Image Usage </a:t>
            </a:r>
            <a:br>
              <a:rPr lang="en-US" sz="4000" dirty="0">
                <a:latin typeface="Aptos Light" panose="020B0004020202020204" pitchFamily="34" charset="0"/>
              </a:rPr>
            </a:br>
            <a:r>
              <a:rPr lang="en-US" sz="4000" dirty="0">
                <a:latin typeface="Aptos Light" panose="020B0004020202020204" pitchFamily="34" charset="0"/>
              </a:rPr>
              <a:t>Guidelines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798D8B-BE06-7C08-BA9C-536116F977CA}"/>
              </a:ext>
            </a:extLst>
          </p:cNvPr>
          <p:cNvSpPr txBox="1">
            <a:spLocks/>
          </p:cNvSpPr>
          <p:nvPr/>
        </p:nvSpPr>
        <p:spPr>
          <a:xfrm>
            <a:off x="279974" y="3902699"/>
            <a:ext cx="5225471" cy="12891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ptos Light" panose="020B0004020202020204" pitchFamily="34" charset="0"/>
              </a:rPr>
              <a:t>Iconography </a:t>
            </a:r>
            <a:br>
              <a:rPr lang="en-US" sz="4000" dirty="0">
                <a:latin typeface="Aptos Light" panose="020B0004020202020204" pitchFamily="34" charset="0"/>
              </a:rPr>
            </a:br>
            <a:r>
              <a:rPr lang="en-US" sz="4000" dirty="0">
                <a:latin typeface="Aptos Light" panose="020B0004020202020204" pitchFamily="34" charset="0"/>
              </a:rPr>
              <a:t>Guidelines</a:t>
            </a:r>
          </a:p>
        </p:txBody>
      </p:sp>
    </p:spTree>
    <p:extLst>
      <p:ext uri="{BB962C8B-B14F-4D97-AF65-F5344CB8AC3E}">
        <p14:creationId xmlns:p14="http://schemas.microsoft.com/office/powerpoint/2010/main" val="94097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39C32-1C2E-AE3D-974E-78372C50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B5701A-A667-3692-11EB-F24213D331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Headline Goes Here</a:t>
            </a:r>
            <a:endParaRPr lang="en-IN" sz="6000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8B12A51E-45BC-AEA6-E519-678025C602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CFE9C-34E0-0850-6B72-140CFA06DAD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63375" y="6481763"/>
            <a:ext cx="428625" cy="365125"/>
          </a:xfrm>
        </p:spPr>
        <p:txBody>
          <a:bodyPr/>
          <a:lstStyle/>
          <a:p>
            <a:fld id="{82323C20-C60E-7A47-B5F7-CC15E9895970}" type="slidenum">
              <a:rPr lang="en-US" smtClean="0"/>
              <a:t>6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5A1BA6-4608-B529-BB9E-2ADA868C55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03375" y="607220"/>
            <a:ext cx="2160000" cy="329447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92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7A54B-F0CE-2FA1-06E4-BD84B39B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72B05-3E77-9DDF-70A8-75A5497938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75BE9D-DBB2-3D95-2962-F7E22019EB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2113" y="4956175"/>
            <a:ext cx="5873750" cy="21327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94957-EDF7-8392-B2F1-9DDA236B78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2113" y="4651375"/>
            <a:ext cx="5873750" cy="21327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4AA40-B6DC-20F1-7A7E-EE09814223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Headline </a:t>
            </a:r>
            <a:br>
              <a:rPr lang="en-IN" dirty="0"/>
            </a:br>
            <a:r>
              <a:rPr lang="en-IN" dirty="0">
                <a:solidFill>
                  <a:srgbClr val="0A083B"/>
                </a:solidFill>
              </a:rPr>
              <a:t>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5B4DA-ECA2-58E3-25B7-63478B96A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114" y="3987813"/>
            <a:ext cx="6300000" cy="5339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56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1339A9D4-2A98-578E-FE5E-E1592D2E8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113" y="2260908"/>
            <a:ext cx="9144000" cy="877163"/>
          </a:xfrm>
        </p:spPr>
        <p:txBody>
          <a:bodyPr>
            <a:spAutoFit/>
          </a:bodyPr>
          <a:lstStyle/>
          <a:p>
            <a:r>
              <a:rPr lang="en-US" dirty="0"/>
              <a:t>Headline Goes Here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AD0D5199-4639-F2A3-EA00-F2DD78D13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113" y="3376085"/>
            <a:ext cx="9144000" cy="66453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CD1367E-A9ED-FAE6-1C6D-D97A74508E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E7DB591-8D23-FF0A-5497-6E80779520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86585-90DA-6BE0-887E-525BE8AD98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203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B8D1D6-F263-092C-C7B1-1E6C60FB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A28A88-B638-E4A0-B817-CC819F22A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7126" y="6464000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9</a:t>
            </a:fld>
            <a:endParaRPr lang="en-GB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451E63F-57EC-D32D-DD78-B9FA6460BE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First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7D61824-3D7E-F569-6A8A-F2F0CD31CA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Second Chapter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BFFDCFC1-9AA3-B637-74CE-78B0646DFD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dirty="0"/>
              <a:t>Third Chapter </a:t>
            </a:r>
          </a:p>
          <a:p>
            <a:r>
              <a:rPr lang="en-IN" dirty="0"/>
              <a:t>Goes Here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5F01B66E-AA92-648D-3E35-AA1A4607C7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dirty="0"/>
              <a:t>Fourth Chapter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757A210D-E6C7-0A7F-8F73-0EFDCC07C3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N" dirty="0"/>
              <a:t>Fifth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65EAA-924E-070E-73CB-5D58ECD47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F8437-F66E-337F-C530-E04E996627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sz="4000" dirty="0">
                <a:latin typeface="Aptos Light" panose="020B0004020202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1700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D10B38-2B9F-AA80-482C-605AC3136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>
                <a:solidFill>
                  <a:schemeClr val="accent6"/>
                </a:solidFill>
              </a:rPr>
              <a:t>© Tech Mahindra Limited. 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355D8-58E1-D1A9-6E2F-1A48ABBB3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7126" y="6464000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4D4ED-06DE-C6B4-B1A7-03FAED213A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First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7A7CB-857B-FC1E-BD42-0729E9F3EB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Second Chapter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DAAD67-4793-B845-6EF3-95A53F6411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dirty="0"/>
              <a:t>Third Chapter </a:t>
            </a:r>
          </a:p>
          <a:p>
            <a:r>
              <a:rPr lang="en-IN" dirty="0"/>
              <a:t>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5CB7DD-936D-D886-7CD0-6E051D68FB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dirty="0"/>
              <a:t>Fourth Chapter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73AC59-1F07-C3A2-7831-C158F47F8E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N" dirty="0"/>
              <a:t>Fifth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489D304-C490-0A47-958B-D64984C983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724924D-1A73-EED0-0471-5052F64274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4874" y="596058"/>
            <a:ext cx="3729995" cy="1357797"/>
          </a:xfrm>
        </p:spPr>
        <p:txBody>
          <a:bodyPr/>
          <a:lstStyle/>
          <a:p>
            <a:r>
              <a:rPr lang="en-US" sz="4000" dirty="0">
                <a:latin typeface="Aptos Light" panose="020B0004020202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438506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9453-751B-69EE-0B07-4E711245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Light" panose="020B0004020202020204" pitchFamily="34" charset="0"/>
              </a:rPr>
              <a:t>Chapter Divider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DE32D-9F15-461C-EC4F-4D6E7CA90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3429000"/>
            <a:ext cx="6840000" cy="688506"/>
          </a:xfrm>
        </p:spPr>
        <p:txBody>
          <a:bodyPr/>
          <a:lstStyle/>
          <a:p>
            <a:r>
              <a:rPr lang="en-GB" dirty="0"/>
              <a:t>Optional subtitle outlining theme</a:t>
            </a:r>
          </a:p>
          <a:p>
            <a:r>
              <a:rPr lang="en-GB" dirty="0"/>
              <a:t>maximum of two lines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47C1C-19CE-26DA-E141-AD242BC23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>
                <a:solidFill>
                  <a:schemeClr val="accent6"/>
                </a:solidFill>
              </a:rPr>
              <a:t>© Tech Mahindra Limited. All Rights Reserved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5BB269-02AD-300A-BDDB-5E20CBE95F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pc="-300" dirty="0">
                <a:solidFill>
                  <a:srgbClr val="E31837"/>
                </a:solidFill>
              </a:rPr>
              <a:t>0</a:t>
            </a:r>
            <a:r>
              <a:rPr lang="en-GB" dirty="0">
                <a:solidFill>
                  <a:srgbClr val="E31837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88059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8759-B272-EC3A-A20C-1DE85211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Divider </a:t>
            </a:r>
            <a:br>
              <a:rPr lang="en-US" dirty="0"/>
            </a:br>
            <a:r>
              <a:rPr lang="en-US" dirty="0"/>
              <a:t>Max Three Lines Goes Here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821C70E-28E2-0103-089A-E965764243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dirty="0">
                <a:solidFill>
                  <a:schemeClr val="accent1"/>
                </a:solidFill>
              </a:rPr>
              <a:t>02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9404FD1-DC99-71C5-499F-714E09624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/>
          <a:lstStyle/>
          <a:p>
            <a:r>
              <a:rPr lang="en-GB" dirty="0"/>
              <a:t>Optional subtitle outlining theme</a:t>
            </a:r>
          </a:p>
          <a:p>
            <a:r>
              <a:rPr lang="en-GB" dirty="0"/>
              <a:t>maximum of two lines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6605EDB-239D-9D99-8F66-F4F0AA37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574362"/>
            <a:ext cx="3600000" cy="180000"/>
          </a:xfrm>
        </p:spPr>
        <p:txBody>
          <a:bodyPr/>
          <a:lstStyle/>
          <a:p>
            <a:r>
              <a:rPr lang="en-GB" sz="700" dirty="0">
                <a:solidFill>
                  <a:schemeClr val="accent6"/>
                </a:solidFill>
              </a:rPr>
              <a:t>© Tech Mahindra Limited.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36492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09684-8C8F-2AC0-4EEC-B5BAD752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191A-E2F0-2152-1F07-257DF0C42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Light" panose="020B0004020202020204" pitchFamily="34" charset="0"/>
              </a:rPr>
              <a:t>Chapter Divider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A4CD30-8252-76E8-5DF0-3AF22304D0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GB" spc="-300" dirty="0"/>
              <a:t>0</a:t>
            </a:r>
            <a:r>
              <a:rPr lang="en-GB" dirty="0"/>
              <a:t>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3561E-9A0C-62E7-D781-64C68CC5E98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52250" y="6464300"/>
            <a:ext cx="539750" cy="179388"/>
          </a:xfrm>
        </p:spPr>
        <p:txBody>
          <a:bodyPr/>
          <a:lstStyle/>
          <a:p>
            <a:fld id="{2D5117C1-7BFB-400E-A14B-8E2312996B92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BC5D95-9CF6-A9A8-4960-3A25D16D8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4171750"/>
            <a:ext cx="6840000" cy="688506"/>
          </a:xfrm>
        </p:spPr>
        <p:txBody>
          <a:bodyPr/>
          <a:lstStyle/>
          <a:p>
            <a:r>
              <a:rPr lang="en-GB" dirty="0"/>
              <a:t>Optional subtitle outlining theme</a:t>
            </a:r>
          </a:p>
          <a:p>
            <a:r>
              <a:rPr lang="en-GB" dirty="0"/>
              <a:t>maximum of two lines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D922889-6AAA-8B54-0F95-23F45A6AE59E}"/>
              </a:ext>
            </a:extLst>
          </p:cNvPr>
          <p:cNvSpPr txBox="1">
            <a:spLocks/>
          </p:cNvSpPr>
          <p:nvPr/>
        </p:nvSpPr>
        <p:spPr>
          <a:xfrm>
            <a:off x="394874" y="6574362"/>
            <a:ext cx="360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rgbClr val="E6DF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accent6"/>
                </a:solidFill>
              </a:rPr>
              <a:t>© Tech Mahindra Limited. All Rights Reserved</a:t>
            </a:r>
            <a:endParaRPr lang="en-GB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13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77CE-3B11-384B-1011-F6CD06FB3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55842-7339-9807-F81A-374CAC13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7287DE-C264-0C4D-5A8A-4951E7D32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14</a:t>
            </a:fld>
            <a:endParaRPr lang="en-GB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378D7866-014C-8261-82AC-3B400F789276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95288" y="1798820"/>
            <a:ext cx="11401425" cy="437179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81C374-0FA1-ADEA-ACFB-73027B6A81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Chapter title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EA125AF-6415-9274-CBA4-13CBCF540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746447"/>
          </a:xfrm>
        </p:spPr>
        <p:txBody>
          <a:bodyPr/>
          <a:lstStyle/>
          <a:p>
            <a:r>
              <a:rPr lang="en-US" sz="4000" dirty="0"/>
              <a:t>Headline Goes Here</a:t>
            </a:r>
          </a:p>
        </p:txBody>
      </p:sp>
    </p:spTree>
    <p:extLst>
      <p:ext uri="{BB962C8B-B14F-4D97-AF65-F5344CB8AC3E}">
        <p14:creationId xmlns:p14="http://schemas.microsoft.com/office/powerpoint/2010/main" val="2511665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1A2A057-0B98-3962-4A80-C0BBDA49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>
                <a:solidFill>
                  <a:srgbClr val="29251D"/>
                </a:solidFill>
                <a:ea typeface="+mj-ea"/>
                <a:cs typeface="+mj-cs"/>
              </a:rPr>
              <a:t>Heading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3053B-895B-0D5A-ADA5-866BFA75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A22C2-57B1-AE23-9107-FCAB48318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15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1B36A2-ABD9-5649-35ED-D61D36CF4E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A4565A-20F9-ADFA-C1A9-3CB9FD4116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1A069C9-7A55-2B02-C1FD-33CE0C00E4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451111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3BCD-D6C6-C6A2-E1A4-8B59D5934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962025"/>
            <a:ext cx="5700074" cy="5208587"/>
          </a:xfrm>
        </p:spPr>
        <p:txBody>
          <a:bodyPr/>
          <a:lstStyle/>
          <a:p>
            <a:r>
              <a:rPr lang="en-GB" sz="4000" dirty="0">
                <a:solidFill>
                  <a:srgbClr val="E31837"/>
                </a:solidFill>
                <a:latin typeface="Aptos Light" panose="020B0004020202020204" pitchFamily="34" charset="0"/>
              </a:rPr>
              <a:t>Page Heading </a:t>
            </a:r>
            <a:br>
              <a:rPr lang="en-GB" sz="4000" dirty="0">
                <a:solidFill>
                  <a:srgbClr val="E31837"/>
                </a:solidFill>
                <a:latin typeface="Aptos Light" panose="020B0004020202020204" pitchFamily="34" charset="0"/>
              </a:rPr>
            </a:br>
            <a:r>
              <a:rPr lang="en-GB" sz="4000" dirty="0">
                <a:solidFill>
                  <a:srgbClr val="000000"/>
                </a:solidFill>
                <a:latin typeface="Aptos Light" panose="020B0004020202020204" pitchFamily="34" charset="0"/>
              </a:rPr>
              <a:t>Goes Here</a:t>
            </a:r>
            <a:br>
              <a:rPr lang="en-GB" sz="4000" dirty="0">
                <a:solidFill>
                  <a:srgbClr val="000000"/>
                </a:solidFill>
                <a:latin typeface="Aptos Light" panose="020B0004020202020204" pitchFamily="34" charset="0"/>
              </a:rPr>
            </a:br>
            <a:br>
              <a:rPr lang="en-GB" sz="4000" dirty="0">
                <a:solidFill>
                  <a:srgbClr val="000000"/>
                </a:solidFill>
                <a:latin typeface="Aptos Light" panose="020B0004020202020204" pitchFamily="34" charset="0"/>
              </a:rPr>
            </a:br>
            <a:r>
              <a:rPr lang="en-GB" sz="4000" dirty="0">
                <a:solidFill>
                  <a:srgbClr val="000000"/>
                </a:solidFill>
                <a:latin typeface="Aptos Light" panose="020B0004020202020204" pitchFamily="34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C6E4B0-51B1-FDE5-399E-BACC726D3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7E890-710B-D16D-32FB-BB3E80310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16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E1835-BCA2-057F-32D9-F9006046AA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BDCBC-A6EC-8B71-6996-D5846BBF027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95399" y="962025"/>
            <a:ext cx="5400675" cy="527843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Unti </a:t>
            </a:r>
            <a:r>
              <a:rPr lang="en-GB" b="1" dirty="0" err="1"/>
              <a:t>rehenetur</a:t>
            </a:r>
            <a:r>
              <a:rPr lang="en-GB" b="1" dirty="0"/>
              <a:t> </a:t>
            </a:r>
            <a:r>
              <a:rPr lang="en-GB" b="1" dirty="0" err="1"/>
              <a:t>siminvelendi</a:t>
            </a:r>
            <a:r>
              <a:rPr lang="en-GB" b="1" dirty="0"/>
              <a:t>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Qui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restia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non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coreius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que mi,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solupis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solupiet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intendi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tatectatem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ne que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sintem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sintur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 Qui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dolores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sinventenist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et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incius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volum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torit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la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volupta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aces.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Dit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volendel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maxime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molorro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blabo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Doluptaspid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minihil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lisquam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et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ilignis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ra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verias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pe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natur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as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modis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estrum qui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conseque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perepre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nihilicium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doluptasime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solorep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ediasped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quate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voluptiae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Ur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es et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utae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niti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beaquam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sanime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nisti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tecte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essunto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tent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vendit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quunderiae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ipietur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asperae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laute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nihit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volupta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rehenecto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blabor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ra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nobis ma doles et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sam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sunt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quiatemo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conemped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quam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aborio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42328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597466-83AF-0D5E-A441-0A155329F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dirty="0">
                <a:solidFill>
                  <a:srgbClr val="F8002D"/>
                </a:solidFill>
              </a:rPr>
              <a:t>Text goes here</a:t>
            </a:r>
            <a:br>
              <a:rPr lang="en-GB" dirty="0">
                <a:solidFill>
                  <a:srgbClr val="F8002D"/>
                </a:solidFill>
              </a:rPr>
            </a:br>
            <a:r>
              <a:rPr lang="en-GB" dirty="0">
                <a:solidFill>
                  <a:srgbClr val="F8002D"/>
                </a:solidFill>
              </a:rPr>
              <a:t>in Aptos 23pt</a:t>
            </a:r>
          </a:p>
          <a:p>
            <a:pPr lvl="2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lvl="2" indent="0">
              <a:buNone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110DC-6904-D6DD-2925-656AC3CE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E698C-357F-59D9-7C36-EFD61323C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17</a:t>
            </a:fld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61CD283-6045-FCC1-7D6A-CECC9918B68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dirty="0">
                <a:solidFill>
                  <a:srgbClr val="F8002D"/>
                </a:solidFill>
              </a:rPr>
              <a:t>Text goes here</a:t>
            </a:r>
            <a:br>
              <a:rPr lang="en-GB" dirty="0">
                <a:solidFill>
                  <a:srgbClr val="F8002D"/>
                </a:solidFill>
              </a:rPr>
            </a:br>
            <a:r>
              <a:rPr lang="en-GB" dirty="0">
                <a:solidFill>
                  <a:srgbClr val="F8002D"/>
                </a:solidFill>
              </a:rPr>
              <a:t>in Aptos 23pt</a:t>
            </a:r>
          </a:p>
          <a:p>
            <a:pPr lvl="2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3798B9A-B77E-BDD4-5960-233AE703317A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dirty="0">
                <a:solidFill>
                  <a:srgbClr val="F8002D"/>
                </a:solidFill>
              </a:rPr>
              <a:t>Text goes here</a:t>
            </a:r>
            <a:br>
              <a:rPr lang="en-GB" dirty="0">
                <a:solidFill>
                  <a:srgbClr val="F8002D"/>
                </a:solidFill>
              </a:rPr>
            </a:br>
            <a:r>
              <a:rPr lang="en-GB" dirty="0">
                <a:solidFill>
                  <a:srgbClr val="F8002D"/>
                </a:solidFill>
              </a:rPr>
              <a:t>in Aptos 23pt</a:t>
            </a:r>
          </a:p>
          <a:p>
            <a:pPr lvl="2" indent="0"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C03224-0BBD-377C-23F6-8D2449E9572F}"/>
              </a:ext>
            </a:extLst>
          </p:cNvPr>
          <p:cNvCxnSpPr/>
          <p:nvPr/>
        </p:nvCxnSpPr>
        <p:spPr>
          <a:xfrm>
            <a:off x="4054510" y="0"/>
            <a:ext cx="0" cy="6858000"/>
          </a:xfrm>
          <a:prstGeom prst="line">
            <a:avLst/>
          </a:prstGeom>
          <a:ln w="6350">
            <a:solidFill>
              <a:srgbClr val="E6DFD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5766B1-2A28-A98C-3525-F77A81E34DB4}"/>
              </a:ext>
            </a:extLst>
          </p:cNvPr>
          <p:cNvCxnSpPr/>
          <p:nvPr/>
        </p:nvCxnSpPr>
        <p:spPr>
          <a:xfrm>
            <a:off x="8124092" y="0"/>
            <a:ext cx="0" cy="6858000"/>
          </a:xfrm>
          <a:prstGeom prst="line">
            <a:avLst/>
          </a:prstGeom>
          <a:ln w="6350">
            <a:solidFill>
              <a:srgbClr val="E6DFD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7EAA188-48CA-F0D3-B681-32DBC49D55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396533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A8992-ABAD-B8FB-3634-99EC8A09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CC82E0E-5E1F-3448-ABBD-71E8C2B2F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dirty="0">
                <a:solidFill>
                  <a:srgbClr val="F8002D"/>
                </a:solidFill>
              </a:rPr>
              <a:t>Text goes here</a:t>
            </a:r>
            <a:br>
              <a:rPr lang="en-GB" dirty="0">
                <a:solidFill>
                  <a:srgbClr val="F8002D"/>
                </a:solidFill>
              </a:rPr>
            </a:br>
            <a:r>
              <a:rPr lang="en-GB" dirty="0">
                <a:solidFill>
                  <a:srgbClr val="F8002D"/>
                </a:solidFill>
              </a:rPr>
              <a:t>in Aptos 23pt</a:t>
            </a:r>
          </a:p>
          <a:p>
            <a:pPr lvl="2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lvl="2" indent="0">
              <a:buNone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6473E7-5B0D-61F8-2153-97DDA634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BD992-1F0C-601F-758A-4A02EED5B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18</a:t>
            </a:fld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BD35498-6AA7-48D9-D350-226AE1900922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dirty="0">
                <a:solidFill>
                  <a:srgbClr val="F8002D"/>
                </a:solidFill>
              </a:rPr>
              <a:t>Text goes here</a:t>
            </a:r>
            <a:br>
              <a:rPr lang="en-GB" dirty="0">
                <a:solidFill>
                  <a:srgbClr val="F8002D"/>
                </a:solidFill>
              </a:rPr>
            </a:br>
            <a:r>
              <a:rPr lang="en-GB" dirty="0">
                <a:solidFill>
                  <a:srgbClr val="F8002D"/>
                </a:solidFill>
              </a:rPr>
              <a:t>in Aptos 23pt</a:t>
            </a:r>
          </a:p>
          <a:p>
            <a:pPr lvl="2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0358B92-D8AD-A359-4678-F776FF6843F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dirty="0">
                <a:solidFill>
                  <a:srgbClr val="F8002D"/>
                </a:solidFill>
              </a:rPr>
              <a:t>Text goes here</a:t>
            </a:r>
            <a:br>
              <a:rPr lang="en-GB" dirty="0">
                <a:solidFill>
                  <a:srgbClr val="F8002D"/>
                </a:solidFill>
              </a:rPr>
            </a:br>
            <a:r>
              <a:rPr lang="en-GB" dirty="0">
                <a:solidFill>
                  <a:srgbClr val="F8002D"/>
                </a:solidFill>
              </a:rPr>
              <a:t>in Aptos 23pt</a:t>
            </a:r>
          </a:p>
          <a:p>
            <a:pPr lvl="2" indent="0"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4C6621-034E-99F0-BE7B-346A2CD02C15}"/>
              </a:ext>
            </a:extLst>
          </p:cNvPr>
          <p:cNvCxnSpPr/>
          <p:nvPr/>
        </p:nvCxnSpPr>
        <p:spPr>
          <a:xfrm>
            <a:off x="4054510" y="0"/>
            <a:ext cx="0" cy="6858000"/>
          </a:xfrm>
          <a:prstGeom prst="line">
            <a:avLst/>
          </a:prstGeom>
          <a:ln w="6350">
            <a:solidFill>
              <a:srgbClr val="E6DFD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90E855-BBFE-798A-A6AF-C2FDB43A573E}"/>
              </a:ext>
            </a:extLst>
          </p:cNvPr>
          <p:cNvCxnSpPr/>
          <p:nvPr/>
        </p:nvCxnSpPr>
        <p:spPr>
          <a:xfrm>
            <a:off x="8124092" y="0"/>
            <a:ext cx="0" cy="6858000"/>
          </a:xfrm>
          <a:prstGeom prst="line">
            <a:avLst/>
          </a:prstGeom>
          <a:ln w="6350">
            <a:solidFill>
              <a:srgbClr val="E6DFD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1B92C78-02A3-7DEF-9A76-D32198824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899919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CBDF64-F975-6887-57A9-4B8B65F53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9283C-3B7D-992B-8963-E574BC88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0F420-9DF8-A617-9C5F-E632A124A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19</a:t>
            </a:fld>
            <a:endParaRPr lang="en-GB" dirty="0"/>
          </a:p>
        </p:txBody>
      </p:sp>
      <p:pic>
        <p:nvPicPr>
          <p:cNvPr id="11" name="Picture 10" descr="A green hills with rows of grass&#10;&#10;AI-generated content may be incorrect.">
            <a:extLst>
              <a:ext uri="{FF2B5EF4-FFF2-40B4-BE49-F238E27FC236}">
                <a16:creationId xmlns:a16="http://schemas.microsoft.com/office/drawing/2014/main" id="{EFD1027D-0467-8C33-2BB9-0D2D2FBCF4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4874" y="1167807"/>
            <a:ext cx="10882726" cy="2307313"/>
          </a:xfrm>
          <a:prstGeom prst="rect">
            <a:avLst/>
          </a:prstGeom>
        </p:spPr>
      </p:pic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429CDA23-9D77-0AC2-5364-4337B9BB8BF9}"/>
              </a:ext>
            </a:extLst>
          </p:cNvPr>
          <p:cNvSpPr txBox="1">
            <a:spLocks/>
          </p:cNvSpPr>
          <p:nvPr/>
        </p:nvSpPr>
        <p:spPr>
          <a:xfrm>
            <a:off x="394874" y="3916572"/>
            <a:ext cx="10861126" cy="17736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5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23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2pPr>
            <a:lvl3pPr marL="0" indent="-18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Annotation</a:t>
            </a:r>
          </a:p>
          <a:p>
            <a:pPr lvl="1"/>
            <a:r>
              <a:rPr lang="en-GB" dirty="0">
                <a:solidFill>
                  <a:srgbClr val="F8002D"/>
                </a:solidFill>
              </a:rPr>
              <a:t>Text goes here</a:t>
            </a:r>
            <a:br>
              <a:rPr lang="en-GB" dirty="0">
                <a:solidFill>
                  <a:srgbClr val="F8002D"/>
                </a:solidFill>
              </a:rPr>
            </a:br>
            <a:r>
              <a:rPr lang="en-GB" dirty="0">
                <a:solidFill>
                  <a:srgbClr val="F8002D"/>
                </a:solidFill>
              </a:rPr>
              <a:t>in Aptos 23pt</a:t>
            </a:r>
          </a:p>
          <a:p>
            <a:pPr lvl="2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BEF54F-F711-F0E4-F5AD-7661801FA2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874965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CE3FE-4BA3-27BB-EC25-465EDF13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25AD69D-8DF1-7BB1-9663-4AED09C94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939143"/>
            <a:ext cx="3240000" cy="3231470"/>
          </a:xfrm>
        </p:spPr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dirty="0">
                <a:solidFill>
                  <a:srgbClr val="E31837"/>
                </a:solidFill>
              </a:rPr>
              <a:t>Text goes here</a:t>
            </a:r>
            <a:br>
              <a:rPr lang="en-GB" dirty="0">
                <a:solidFill>
                  <a:srgbClr val="E31837"/>
                </a:solidFill>
              </a:rPr>
            </a:br>
            <a:r>
              <a:rPr lang="en-GB" dirty="0">
                <a:solidFill>
                  <a:srgbClr val="E31837"/>
                </a:solidFill>
              </a:rPr>
              <a:t>in Aptos 23pt</a:t>
            </a:r>
          </a:p>
          <a:p>
            <a:pPr lvl="2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lvl="2" indent="0">
              <a:buNone/>
            </a:pPr>
            <a:endParaRPr lang="en-GB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DB68D-4FA6-8EFF-B524-EF192CB3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15407-40B2-4A57-0422-E31E6C06C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20</a:t>
            </a:fld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4453DE6-6A50-71C1-9A85-589933B3B01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76000" y="2939143"/>
            <a:ext cx="3240000" cy="3231470"/>
          </a:xfrm>
        </p:spPr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dirty="0">
                <a:solidFill>
                  <a:srgbClr val="E31837"/>
                </a:solidFill>
              </a:rPr>
              <a:t>Text goes here</a:t>
            </a:r>
            <a:br>
              <a:rPr lang="en-GB" dirty="0">
                <a:solidFill>
                  <a:srgbClr val="E31837"/>
                </a:solidFill>
              </a:rPr>
            </a:br>
            <a:r>
              <a:rPr lang="en-GB" dirty="0">
                <a:solidFill>
                  <a:srgbClr val="E31837"/>
                </a:solidFill>
              </a:rPr>
              <a:t>in Aptos 23pt</a:t>
            </a:r>
          </a:p>
          <a:p>
            <a:pPr lvl="2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10D1B42-2623-8F52-FBD0-91B0494A9B9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46734" y="2939143"/>
            <a:ext cx="3240000" cy="3231470"/>
          </a:xfrm>
        </p:spPr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dirty="0">
                <a:solidFill>
                  <a:srgbClr val="E31837"/>
                </a:solidFill>
              </a:rPr>
              <a:t>Text goes here</a:t>
            </a:r>
            <a:br>
              <a:rPr lang="en-GB" dirty="0">
                <a:solidFill>
                  <a:srgbClr val="E31837"/>
                </a:solidFill>
              </a:rPr>
            </a:br>
            <a:r>
              <a:rPr lang="en-GB" dirty="0">
                <a:solidFill>
                  <a:srgbClr val="E31837"/>
                </a:solidFill>
              </a:rPr>
              <a:t>in Aptos 23pt</a:t>
            </a:r>
          </a:p>
          <a:p>
            <a:pPr lvl="2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2" name="Graphic 1" descr="Circles with arrows outline">
            <a:extLst>
              <a:ext uri="{FF2B5EF4-FFF2-40B4-BE49-F238E27FC236}">
                <a16:creationId xmlns:a16="http://schemas.microsoft.com/office/drawing/2014/main" id="{464AC793-3FFE-188E-2339-2C1A551D4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628"/>
          <a:stretch>
            <a:fillRect/>
          </a:stretch>
        </p:blipFill>
        <p:spPr>
          <a:xfrm>
            <a:off x="229616" y="1758051"/>
            <a:ext cx="914400" cy="844641"/>
          </a:xfrm>
          <a:prstGeom prst="rect">
            <a:avLst/>
          </a:prstGeom>
        </p:spPr>
      </p:pic>
      <p:pic>
        <p:nvPicPr>
          <p:cNvPr id="6" name="Graphic 5" descr="Cut outline">
            <a:extLst>
              <a:ext uri="{FF2B5EF4-FFF2-40B4-BE49-F238E27FC236}">
                <a16:creationId xmlns:a16="http://schemas.microsoft.com/office/drawing/2014/main" id="{1E12A280-06B7-3F79-A2F2-5C04BC7AF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600"/>
          <a:stretch>
            <a:fillRect/>
          </a:stretch>
        </p:blipFill>
        <p:spPr>
          <a:xfrm>
            <a:off x="8522131" y="1830944"/>
            <a:ext cx="914400" cy="771748"/>
          </a:xfrm>
          <a:prstGeom prst="rect">
            <a:avLst/>
          </a:prstGeom>
        </p:spPr>
      </p:pic>
      <p:pic>
        <p:nvPicPr>
          <p:cNvPr id="7" name="Graphic 6" descr="Electric Tower outline">
            <a:extLst>
              <a:ext uri="{FF2B5EF4-FFF2-40B4-BE49-F238E27FC236}">
                <a16:creationId xmlns:a16="http://schemas.microsoft.com/office/drawing/2014/main" id="{357224A9-6E20-7CA1-A5C1-7704EFBBDC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1020" y="1688292"/>
            <a:ext cx="914400" cy="9144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F5E24E-A96F-4126-0808-3EBA4E7A5BDA}"/>
              </a:ext>
            </a:extLst>
          </p:cNvPr>
          <p:cNvCxnSpPr/>
          <p:nvPr/>
        </p:nvCxnSpPr>
        <p:spPr>
          <a:xfrm>
            <a:off x="4054510" y="0"/>
            <a:ext cx="0" cy="6858000"/>
          </a:xfrm>
          <a:prstGeom prst="line">
            <a:avLst/>
          </a:prstGeom>
          <a:ln w="6350">
            <a:solidFill>
              <a:srgbClr val="E6DFD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8FB5BB-4D69-8923-4B73-FDEB73F00643}"/>
              </a:ext>
            </a:extLst>
          </p:cNvPr>
          <p:cNvCxnSpPr/>
          <p:nvPr/>
        </p:nvCxnSpPr>
        <p:spPr>
          <a:xfrm>
            <a:off x="8124092" y="0"/>
            <a:ext cx="0" cy="6858000"/>
          </a:xfrm>
          <a:prstGeom prst="line">
            <a:avLst/>
          </a:prstGeom>
          <a:ln w="6350">
            <a:solidFill>
              <a:srgbClr val="E6DFD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A1C5BA4-7C81-2823-778F-23025AA9A9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3520207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7862-0855-5B7A-930E-9088994F3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A0F9413-DD1B-C852-EE12-C83DD083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sz="2400" dirty="0">
                <a:solidFill>
                  <a:schemeClr val="accent1"/>
                </a:solidFill>
              </a:rPr>
              <a:t>Text goes here</a:t>
            </a:r>
            <a:br>
              <a:rPr lang="en-GB" sz="2400" dirty="0">
                <a:solidFill>
                  <a:schemeClr val="accent1"/>
                </a:solidFill>
              </a:rPr>
            </a:br>
            <a:r>
              <a:rPr lang="en-GB" sz="2400" dirty="0">
                <a:solidFill>
                  <a:schemeClr val="accent1"/>
                </a:solidFill>
              </a:rPr>
              <a:t>in Aptos 23pt</a:t>
            </a:r>
          </a:p>
          <a:p>
            <a:pPr lvl="2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lvl="2" indent="0">
              <a:buNone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01FCE-B9C0-DC47-8F92-BE7C0B6C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E9810-439E-70F2-5E37-319BE1EDE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21</a:t>
            </a:fld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FC0DF63-AA2E-954B-0A30-AA30AEBBC98E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sz="2400" dirty="0">
                <a:solidFill>
                  <a:schemeClr val="accent1"/>
                </a:solidFill>
              </a:rPr>
              <a:t>Text goes here</a:t>
            </a:r>
            <a:br>
              <a:rPr lang="en-GB" sz="2400" dirty="0">
                <a:solidFill>
                  <a:schemeClr val="accent1"/>
                </a:solidFill>
              </a:rPr>
            </a:br>
            <a:r>
              <a:rPr lang="en-GB" sz="2400" dirty="0">
                <a:solidFill>
                  <a:schemeClr val="accent1"/>
                </a:solidFill>
              </a:rPr>
              <a:t>in Aptos 23pt</a:t>
            </a:r>
          </a:p>
          <a:p>
            <a:pPr lvl="2" indent="0"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dirty="0"/>
              <a:t>.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9BF92E5-D758-3B0E-F5A5-709F6A0CEA5D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GB" dirty="0"/>
              <a:t>Annotation</a:t>
            </a:r>
          </a:p>
          <a:p>
            <a:pPr lvl="1"/>
            <a:r>
              <a:rPr lang="en-GB" sz="2400" dirty="0">
                <a:solidFill>
                  <a:schemeClr val="accent1"/>
                </a:solidFill>
              </a:rPr>
              <a:t>Text goes here</a:t>
            </a:r>
            <a:br>
              <a:rPr lang="en-GB" sz="2400" dirty="0">
                <a:solidFill>
                  <a:schemeClr val="accent1"/>
                </a:solidFill>
              </a:rPr>
            </a:br>
            <a:r>
              <a:rPr lang="en-GB" sz="2400" dirty="0">
                <a:solidFill>
                  <a:schemeClr val="accent1"/>
                </a:solidFill>
              </a:rPr>
              <a:t>in Aptos 23pt</a:t>
            </a:r>
          </a:p>
          <a:p>
            <a:pPr lvl="2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8" name="Picture Placeholder 7" descr="A person wearing virtual reality goggles&#10;&#10;AI-generated content may be incorrect.">
            <a:extLst>
              <a:ext uri="{FF2B5EF4-FFF2-40B4-BE49-F238E27FC236}">
                <a16:creationId xmlns:a16="http://schemas.microsoft.com/office/drawing/2014/main" id="{58294300-6A47-FE17-4585-B85AAC32764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0" name="Picture Placeholder 9" descr="A hand holding a roll of tape&#10;&#10;AI-generated content may be incorrect.">
            <a:extLst>
              <a:ext uri="{FF2B5EF4-FFF2-40B4-BE49-F238E27FC236}">
                <a16:creationId xmlns:a16="http://schemas.microsoft.com/office/drawing/2014/main" id="{E1062348-A276-45A3-0422-D1CE81AED0BD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6" name="Picture Placeholder 15" descr="A person wearing a headphones&#10;&#10;AI-generated content may be incorrect.">
            <a:extLst>
              <a:ext uri="{FF2B5EF4-FFF2-40B4-BE49-F238E27FC236}">
                <a16:creationId xmlns:a16="http://schemas.microsoft.com/office/drawing/2014/main" id="{F9D2ABA1-1221-8231-5B81-DEA61E4E0F29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95B2FA0-02A6-E180-A77C-68E882EE2D5D}"/>
              </a:ext>
            </a:extLst>
          </p:cNvPr>
          <p:cNvCxnSpPr/>
          <p:nvPr/>
        </p:nvCxnSpPr>
        <p:spPr>
          <a:xfrm>
            <a:off x="4054510" y="0"/>
            <a:ext cx="0" cy="6858000"/>
          </a:xfrm>
          <a:prstGeom prst="line">
            <a:avLst/>
          </a:prstGeom>
          <a:ln w="6350">
            <a:solidFill>
              <a:srgbClr val="E6DFD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DEBC96-585F-AA26-BE0E-D0D3778E08DC}"/>
              </a:ext>
            </a:extLst>
          </p:cNvPr>
          <p:cNvCxnSpPr/>
          <p:nvPr/>
        </p:nvCxnSpPr>
        <p:spPr>
          <a:xfrm>
            <a:off x="8124092" y="0"/>
            <a:ext cx="0" cy="6858000"/>
          </a:xfrm>
          <a:prstGeom prst="line">
            <a:avLst/>
          </a:prstGeom>
          <a:ln w="6350">
            <a:solidFill>
              <a:srgbClr val="E6DFD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03E6B8-193E-4BE1-28AB-69032993AC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753318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close up of a glass surface&#10;&#10;AI-generated content may be incorrect.">
            <a:extLst>
              <a:ext uri="{FF2B5EF4-FFF2-40B4-BE49-F238E27FC236}">
                <a16:creationId xmlns:a16="http://schemas.microsoft.com/office/drawing/2014/main" id="{0D8F1813-9163-A89D-8576-DF430363AC5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7A6481-AB84-5C20-0224-F042C2251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Aptos Light" panose="020B0004020202020204" pitchFamily="34" charset="0"/>
              </a:rPr>
              <a:t>Headline Text</a:t>
            </a:r>
            <a:br>
              <a:rPr lang="en-GB" sz="4000" dirty="0">
                <a:latin typeface="Aptos Light" panose="020B0004020202020204" pitchFamily="34" charset="0"/>
              </a:rPr>
            </a:br>
            <a:r>
              <a:rPr lang="en-GB" sz="4000" dirty="0">
                <a:solidFill>
                  <a:srgbClr val="C00000"/>
                </a:solidFill>
                <a:latin typeface="Aptos Light" panose="020B0004020202020204" pitchFamily="34" charset="0"/>
              </a:rPr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9FB17-9D98-7D90-1D60-788EF04E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Lorem ipsum </a:t>
            </a:r>
            <a:r>
              <a:rPr lang="en-GB" b="1" dirty="0" err="1"/>
              <a:t>dolor</a:t>
            </a:r>
            <a:r>
              <a:rPr lang="en-GB" b="1" dirty="0"/>
              <a:t> sit </a:t>
            </a:r>
            <a:r>
              <a:rPr lang="en-GB" b="1" dirty="0" err="1"/>
              <a:t>amet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Nem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assernatiis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simpor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sinum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erat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quibus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optam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earuntem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quasitamet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quiant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ius,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ullab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id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maiorep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repernatibus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volorum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nonsequ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isquias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que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cupta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sum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aliti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commolestin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eos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auta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volor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comnis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Quas sum </a:t>
            </a:r>
            <a:r>
              <a:rPr lang="en-GB" b="1" dirty="0" err="1"/>
              <a:t>aliti</a:t>
            </a:r>
            <a:endParaRPr lang="en-GB" b="1" dirty="0"/>
          </a:p>
          <a:p>
            <a:pPr marL="0" indent="0">
              <a:buNone/>
            </a:pP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Atibear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chicim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accusci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psandebitat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rerror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sim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seque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quas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minvend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ustint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quis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quia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volo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officiis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utaqui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odit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ius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sinihitist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fuga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Beati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sumque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nem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utem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expe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lit ad es am quo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berspis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025E2-59A4-E53C-88FE-6397589C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DF34C8-DE50-1646-7AA0-98F39B1AC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EB3AA33-2426-B6AC-53B2-2568EEEA2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>
                <a:solidFill>
                  <a:schemeClr val="bg1"/>
                </a:solidFill>
              </a:rPr>
              <a:pPr/>
              <a:t>22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6F1FDFA3-61A3-6DB7-17DD-1403A13E57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440418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8B7A7-B736-BEDF-6ACC-1BC6821D0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Molorro</a:t>
            </a:r>
            <a:r>
              <a:rPr lang="en-GB" dirty="0"/>
              <a:t> </a:t>
            </a:r>
            <a:r>
              <a:rPr lang="en-GB" dirty="0" err="1"/>
              <a:t>viditaq</a:t>
            </a:r>
            <a:r>
              <a:rPr lang="en-GB" dirty="0"/>
              <a:t> </a:t>
            </a:r>
            <a:r>
              <a:rPr lang="en-GB" dirty="0" err="1"/>
              <a:t>uostia</a:t>
            </a:r>
            <a:r>
              <a:rPr lang="en-GB" dirty="0"/>
              <a:t> </a:t>
            </a:r>
            <a:r>
              <a:rPr lang="en-GB" dirty="0" err="1"/>
              <a:t>accusciae</a:t>
            </a:r>
            <a:r>
              <a:rPr lang="en-GB" dirty="0"/>
              <a:t> </a:t>
            </a:r>
            <a:r>
              <a:rPr lang="en-GB" dirty="0" err="1"/>
              <a:t>volenda</a:t>
            </a:r>
            <a:r>
              <a:rPr lang="en-GB" dirty="0"/>
              <a:t> </a:t>
            </a:r>
            <a:r>
              <a:rPr lang="en-GB" dirty="0" err="1"/>
              <a:t>epratustias</a:t>
            </a:r>
            <a:r>
              <a:rPr lang="en-GB" dirty="0"/>
              <a:t> </a:t>
            </a:r>
            <a:r>
              <a:rPr lang="en-GB" dirty="0" err="1"/>
              <a:t>dolesti</a:t>
            </a:r>
            <a:r>
              <a:rPr lang="en-GB" dirty="0"/>
              <a:t> </a:t>
            </a:r>
            <a:r>
              <a:rPr lang="en-GB" dirty="0" err="1"/>
              <a:t>nihit</a:t>
            </a:r>
            <a:r>
              <a:rPr lang="en-GB" dirty="0"/>
              <a:t> </a:t>
            </a:r>
            <a:r>
              <a:rPr lang="en-GB" dirty="0" err="1"/>
              <a:t>plis</a:t>
            </a:r>
            <a:r>
              <a:rPr lang="en-GB" dirty="0"/>
              <a:t> </a:t>
            </a:r>
            <a:r>
              <a:rPr lang="en-GB" dirty="0" err="1"/>
              <a:t>magnis</a:t>
            </a:r>
            <a:r>
              <a:rPr lang="en-GB" dirty="0"/>
              <a:t> res et </a:t>
            </a:r>
            <a:r>
              <a:rPr lang="en-GB" dirty="0" err="1"/>
              <a:t>magnihi</a:t>
            </a:r>
            <a:r>
              <a:rPr lang="en-GB" dirty="0"/>
              <a:t> </a:t>
            </a:r>
            <a:r>
              <a:rPr lang="en-GB" dirty="0" err="1"/>
              <a:t>llorumet</a:t>
            </a:r>
            <a:r>
              <a:rPr lang="en-GB" dirty="0"/>
              <a:t> </a:t>
            </a:r>
            <a:r>
              <a:rPr lang="en-GB" dirty="0" err="1"/>
              <a:t>lautem</a:t>
            </a:r>
            <a:r>
              <a:rPr lang="en-GB" dirty="0"/>
              <a:t>. </a:t>
            </a:r>
            <a:r>
              <a:rPr lang="en-GB" dirty="0" err="1"/>
              <a:t>Itaerum</a:t>
            </a:r>
            <a:r>
              <a:rPr lang="en-GB" dirty="0"/>
              <a:t> </a:t>
            </a:r>
            <a:r>
              <a:rPr lang="en-GB" dirty="0" err="1"/>
              <a:t>quunte</a:t>
            </a:r>
            <a:r>
              <a:rPr lang="en-GB" dirty="0"/>
              <a:t> nis am </a:t>
            </a:r>
            <a:r>
              <a:rPr lang="en-GB" dirty="0" err="1"/>
              <a:t>ipsapide</a:t>
            </a:r>
            <a:r>
              <a:rPr lang="en-GB" dirty="0"/>
              <a:t> </a:t>
            </a:r>
            <a:r>
              <a:rPr lang="en-GB" dirty="0" err="1"/>
              <a:t>peratum</a:t>
            </a:r>
            <a:r>
              <a:rPr lang="en-GB" dirty="0"/>
              <a:t>, </a:t>
            </a:r>
            <a:r>
              <a:rPr lang="en-GB" dirty="0" err="1"/>
              <a:t>venisi</a:t>
            </a:r>
            <a:r>
              <a:rPr lang="en-GB" dirty="0"/>
              <a:t> </a:t>
            </a:r>
            <a:r>
              <a:rPr lang="en-GB" dirty="0" err="1"/>
              <a:t>bero</a:t>
            </a:r>
            <a:r>
              <a:rPr lang="en-GB" dirty="0"/>
              <a:t> </a:t>
            </a:r>
            <a:r>
              <a:rPr lang="en-GB" dirty="0" err="1"/>
              <a:t>modiam</a:t>
            </a:r>
            <a:r>
              <a:rPr lang="en-GB" dirty="0"/>
              <a:t> </a:t>
            </a:r>
            <a:r>
              <a:rPr lang="en-GB" dirty="0" err="1"/>
              <a:t>fugia</a:t>
            </a:r>
            <a:r>
              <a:rPr lang="en-GB" dirty="0"/>
              <a:t> </a:t>
            </a:r>
            <a:r>
              <a:rPr lang="en-GB" dirty="0" err="1"/>
              <a:t>illorumquid</a:t>
            </a:r>
            <a:r>
              <a:rPr lang="en-GB" dirty="0"/>
              <a:t> </a:t>
            </a:r>
            <a:r>
              <a:rPr lang="en-GB" dirty="0" err="1"/>
              <a:t>untionsequi</a:t>
            </a:r>
            <a:r>
              <a:rPr lang="en-GB" dirty="0"/>
              <a:t> </a:t>
            </a:r>
            <a:r>
              <a:rPr lang="en-GB" dirty="0" err="1"/>
              <a:t>commod</a:t>
            </a:r>
            <a:r>
              <a:rPr lang="en-GB" dirty="0"/>
              <a:t> </a:t>
            </a:r>
            <a:r>
              <a:rPr lang="en-GB" dirty="0" err="1"/>
              <a:t>estistium</a:t>
            </a:r>
            <a:r>
              <a:rPr lang="en-GB" dirty="0"/>
              <a:t> </a:t>
            </a:r>
            <a:r>
              <a:rPr lang="en-GB" dirty="0" err="1"/>
              <a:t>venisquam</a:t>
            </a:r>
            <a:r>
              <a:rPr lang="en-GB" dirty="0"/>
              <a:t>, </a:t>
            </a:r>
            <a:r>
              <a:rPr lang="en-GB" dirty="0" err="1"/>
              <a:t>cus</a:t>
            </a:r>
            <a:r>
              <a:rPr lang="en-GB" dirty="0"/>
              <a:t> </a:t>
            </a:r>
            <a:r>
              <a:rPr lang="en-GB" dirty="0" err="1"/>
              <a:t>doloria</a:t>
            </a:r>
            <a:r>
              <a:rPr lang="en-GB" dirty="0"/>
              <a:t> </a:t>
            </a:r>
            <a:r>
              <a:rPr lang="en-GB" dirty="0" err="1"/>
              <a:t>veror</a:t>
            </a:r>
            <a:r>
              <a:rPr lang="en-GB" dirty="0"/>
              <a:t> a </a:t>
            </a:r>
            <a:r>
              <a:rPr lang="en-GB" dirty="0" err="1"/>
              <a:t>asint</a:t>
            </a:r>
            <a:r>
              <a:rPr lang="en-GB" dirty="0"/>
              <a:t> </a:t>
            </a:r>
            <a:r>
              <a:rPr lang="en-GB" dirty="0" err="1"/>
              <a:t>officiis</a:t>
            </a:r>
            <a:r>
              <a:rPr lang="en-GB" dirty="0"/>
              <a:t> nit et </a:t>
            </a:r>
            <a:r>
              <a:rPr lang="en-GB" dirty="0" err="1"/>
              <a:t>aut</a:t>
            </a:r>
            <a:r>
              <a:rPr lang="en-GB" dirty="0"/>
              <a:t> re </a:t>
            </a:r>
            <a:r>
              <a:rPr lang="en-GB" dirty="0" err="1"/>
              <a:t>quatur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270000" indent="-270000">
              <a:buFont typeface="+mj-lt"/>
              <a:buAutoNum type="arabicPeriod"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Aape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reperatur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ne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omnihilles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Picitis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sitions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equiant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omni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dolupta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quo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maiostium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nulles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verrumet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molorem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Ulluptae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doluptae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haruptatur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dollam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harchic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sunt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ipsam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odior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sequosandam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eos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prat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oditem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es ament.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Qquuntii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storem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eat unt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eturemo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quatur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arciam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nus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apello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evelique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essum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comnim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am.</a:t>
            </a:r>
          </a:p>
          <a:p>
            <a:pPr marL="0" indent="0">
              <a:buNone/>
            </a:pPr>
            <a:endParaRPr lang="en-GB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0000" indent="-270000">
              <a:buFont typeface="+mj-lt"/>
              <a:buAutoNum type="arabicPeriod" startAt="2"/>
            </a:pP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Dolupta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testios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alibus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veriores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magnia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qui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repreic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temped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sit,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etumet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rem que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provid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mod qui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evenihilit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quo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fuga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Nament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Musda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delenet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accum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quos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quibernatur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natent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ecuptat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</a:t>
            </a:r>
            <a:r>
              <a:rPr lang="it-IT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 to bearumet qui dolo cone verectatur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veror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asint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officiis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nit et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prat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oditem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5476B-5E6F-8B55-FB6C-9D494548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pic>
        <p:nvPicPr>
          <p:cNvPr id="11" name="Picture Placeholder 10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058D6940-F73C-02CB-185A-199198740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E85EF7A-B6F4-93A8-7CD2-721B4733B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043C54-1725-0436-892B-55DCDC196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>
                <a:solidFill>
                  <a:schemeClr val="bg1"/>
                </a:solidFill>
              </a:rPr>
              <a:pPr/>
              <a:t>23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36A8F1D-6447-9578-B30B-78FADE848F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868295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person in a factory&#10;&#10;AI-generated content may be incorrect.">
            <a:extLst>
              <a:ext uri="{FF2B5EF4-FFF2-40B4-BE49-F238E27FC236}">
                <a16:creationId xmlns:a16="http://schemas.microsoft.com/office/drawing/2014/main" id="{0B5F7971-AEB3-986F-CB8F-C619CD8D4C3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3AE71-E5B6-86CA-0A1A-970955393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Lorumet</a:t>
            </a:r>
            <a:r>
              <a:rPr lang="en-GB" dirty="0"/>
              <a:t> </a:t>
            </a:r>
            <a:r>
              <a:rPr lang="en-GB" dirty="0" err="1"/>
              <a:t>lautem</a:t>
            </a:r>
            <a:r>
              <a:rPr lang="en-GB" dirty="0"/>
              <a:t>. </a:t>
            </a:r>
            <a:r>
              <a:rPr lang="en-GB" dirty="0" err="1"/>
              <a:t>Itaerum</a:t>
            </a:r>
            <a:r>
              <a:rPr lang="en-GB" dirty="0"/>
              <a:t> </a:t>
            </a:r>
            <a:r>
              <a:rPr lang="en-GB" dirty="0" err="1"/>
              <a:t>quunte</a:t>
            </a:r>
            <a:r>
              <a:rPr lang="en-GB" dirty="0"/>
              <a:t> nis am </a:t>
            </a:r>
            <a:r>
              <a:rPr lang="en-GB" dirty="0" err="1"/>
              <a:t>ipsapide</a:t>
            </a:r>
            <a:r>
              <a:rPr lang="en-GB" dirty="0"/>
              <a:t> </a:t>
            </a:r>
            <a:r>
              <a:rPr lang="en-GB" dirty="0" err="1"/>
              <a:t>peratum</a:t>
            </a:r>
            <a:r>
              <a:rPr lang="en-GB" dirty="0"/>
              <a:t>, </a:t>
            </a:r>
            <a:r>
              <a:rPr lang="en-GB" dirty="0" err="1"/>
              <a:t>venisi</a:t>
            </a:r>
            <a:r>
              <a:rPr lang="en-GB" dirty="0"/>
              <a:t> </a:t>
            </a:r>
            <a:r>
              <a:rPr lang="en-GB" dirty="0" err="1"/>
              <a:t>vero</a:t>
            </a:r>
            <a:r>
              <a:rPr lang="en-GB" dirty="0"/>
              <a:t> </a:t>
            </a:r>
            <a:r>
              <a:rPr lang="en-GB" dirty="0" err="1"/>
              <a:t>modiam</a:t>
            </a:r>
            <a:r>
              <a:rPr lang="en-GB" dirty="0"/>
              <a:t> </a:t>
            </a:r>
            <a:r>
              <a:rPr lang="en-GB" dirty="0" err="1"/>
              <a:t>fugia</a:t>
            </a:r>
            <a:r>
              <a:rPr lang="en-GB" dirty="0"/>
              <a:t> </a:t>
            </a:r>
            <a:r>
              <a:rPr lang="en-GB" dirty="0" err="1"/>
              <a:t>illorumquid</a:t>
            </a:r>
            <a:r>
              <a:rPr lang="en-GB" dirty="0"/>
              <a:t> </a:t>
            </a:r>
            <a:r>
              <a:rPr lang="en-GB" dirty="0" err="1"/>
              <a:t>untionsequi</a:t>
            </a:r>
            <a:r>
              <a:rPr lang="en-GB" dirty="0"/>
              <a:t> </a:t>
            </a:r>
            <a:r>
              <a:rPr lang="en-GB" dirty="0" err="1"/>
              <a:t>commod</a:t>
            </a:r>
            <a:r>
              <a:rPr lang="en-GB" dirty="0"/>
              <a:t> </a:t>
            </a:r>
            <a:r>
              <a:rPr lang="en-GB" dirty="0" err="1"/>
              <a:t>estistium</a:t>
            </a:r>
            <a:r>
              <a:rPr lang="en-GB" dirty="0"/>
              <a:t> </a:t>
            </a:r>
            <a:r>
              <a:rPr lang="en-GB" dirty="0" err="1"/>
              <a:t>venisquam</a:t>
            </a:r>
            <a:r>
              <a:rPr lang="en-GB" dirty="0"/>
              <a:t>, </a:t>
            </a:r>
            <a:r>
              <a:rPr lang="en-GB" dirty="0" err="1"/>
              <a:t>cus</a:t>
            </a:r>
            <a:r>
              <a:rPr lang="en-GB" dirty="0"/>
              <a:t> </a:t>
            </a:r>
            <a:r>
              <a:rPr lang="en-GB" dirty="0" err="1"/>
              <a:t>doloria</a:t>
            </a:r>
            <a:r>
              <a:rPr lang="en-GB" dirty="0"/>
              <a:t> </a:t>
            </a:r>
            <a:r>
              <a:rPr lang="en-GB" dirty="0" err="1"/>
              <a:t>veror</a:t>
            </a:r>
            <a:r>
              <a:rPr lang="en-GB" dirty="0"/>
              <a:t> a </a:t>
            </a:r>
            <a:r>
              <a:rPr lang="en-GB" dirty="0" err="1"/>
              <a:t>asint</a:t>
            </a:r>
            <a:r>
              <a:rPr lang="en-GB" dirty="0"/>
              <a:t> </a:t>
            </a:r>
            <a:r>
              <a:rPr lang="en-GB" dirty="0" err="1"/>
              <a:t>officiis</a:t>
            </a:r>
            <a:r>
              <a:rPr lang="en-GB" dirty="0"/>
              <a:t> nit et </a:t>
            </a:r>
            <a:r>
              <a:rPr lang="en-GB" dirty="0" err="1"/>
              <a:t>aut</a:t>
            </a:r>
            <a:r>
              <a:rPr lang="en-GB" dirty="0"/>
              <a:t> re </a:t>
            </a:r>
            <a:r>
              <a:rPr lang="en-GB" dirty="0" err="1"/>
              <a:t>quatur</a:t>
            </a:r>
            <a:r>
              <a:rPr lang="en-GB" dirty="0"/>
              <a:t>. </a:t>
            </a:r>
            <a:r>
              <a:rPr lang="en-GB" dirty="0" err="1"/>
              <a:t>Ulluptae</a:t>
            </a:r>
            <a:r>
              <a:rPr lang="en-GB" dirty="0"/>
              <a:t> </a:t>
            </a:r>
            <a:r>
              <a:rPr lang="en-GB" dirty="0" err="1"/>
              <a:t>doluptae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haruptatur</a:t>
            </a:r>
            <a:r>
              <a:rPr lang="en-GB" dirty="0"/>
              <a:t> </a:t>
            </a:r>
            <a:r>
              <a:rPr lang="en-GB" dirty="0" err="1"/>
              <a:t>alique</a:t>
            </a:r>
            <a:r>
              <a:rPr lang="en-GB" dirty="0"/>
              <a:t> </a:t>
            </a:r>
            <a:r>
              <a:rPr lang="en-GB" dirty="0" err="1"/>
              <a:t>dollam</a:t>
            </a:r>
            <a:r>
              <a:rPr lang="en-GB" dirty="0"/>
              <a:t> </a:t>
            </a:r>
            <a:r>
              <a:rPr lang="en-GB" dirty="0" err="1"/>
              <a:t>harchic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270000" indent="-270000">
              <a:buFont typeface="+mj-lt"/>
              <a:buAutoNum type="arabicPeriod"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Aape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reperatur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ne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omnihilles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Picitis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sitions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equiant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omni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dolupta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quo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maiostium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nulles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verrumet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molorem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Ulluptae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doluptae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haruptatur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dollam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harchic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sunt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ipsam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odior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sequosandam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eos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prat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oditem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es ament.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Qquuntii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storem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eat unt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eturemo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quatur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arciam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GB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0000" indent="-270000">
              <a:buFont typeface="+mj-lt"/>
              <a:buAutoNum type="arabicPeriod" startAt="2"/>
            </a:pP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Testios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alibus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veriores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magnia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sanis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qui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repreic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temped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sit,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etumet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rem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niet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provid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mod qui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evenihilit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quo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fuga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Nament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Musda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delenet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accum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quos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quibernatur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Quiae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natent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volupta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ecuptat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</a:t>
            </a:r>
            <a:r>
              <a:rPr lang="it-IT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 to bearumet qui dolo.</a:t>
            </a:r>
            <a:endParaRPr lang="en-GB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0514B-DEA1-6B4C-4F16-25810E04D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pic>
        <p:nvPicPr>
          <p:cNvPr id="10" name="Picture Placeholder 9" descr="A close-up of a blue brush&#10;&#10;AI-generated content may be incorrect.">
            <a:extLst>
              <a:ext uri="{FF2B5EF4-FFF2-40B4-BE49-F238E27FC236}">
                <a16:creationId xmlns:a16="http://schemas.microsoft.com/office/drawing/2014/main" id="{01829680-F572-F121-39A4-69DBBC54E87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086407-D09F-115C-F0DD-CD31BBA3D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A39CB9E-0B5E-0065-9629-2D9897745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BF6984A-3AD1-3181-7A96-AD4D329985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543435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35EA9FD-D404-ACB8-A04A-7BB4D889CD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96" t="31493" r="3231" b="5365"/>
          <a:stretch>
            <a:fillRect/>
          </a:stretch>
        </p:blipFill>
        <p:spPr>
          <a:xfrm>
            <a:off x="395288" y="1293813"/>
            <a:ext cx="5011737" cy="4260850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FB798-56F3-1FF3-6D43-0084EE83C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574362"/>
            <a:ext cx="3600000" cy="180000"/>
          </a:xfrm>
        </p:spPr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E992748-F682-2293-ECE2-8180CC8F9AD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" r="2"/>
          <a:stretch/>
        </p:blipFill>
        <p:spPr>
          <a:xfrm>
            <a:off x="6289126" y="1294520"/>
            <a:ext cx="5508000" cy="4259613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A8A427-8D61-9E1E-A3F3-37B814F21096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5437" y="5660796"/>
            <a:ext cx="5012136" cy="511201"/>
          </a:xfrm>
        </p:spPr>
        <p:txBody>
          <a:bodyPr/>
          <a:lstStyle/>
          <a:p>
            <a:r>
              <a:rPr lang="en-GB" dirty="0"/>
              <a:t>Headline text</a:t>
            </a:r>
          </a:p>
          <a:p>
            <a:pPr lvl="1"/>
            <a:r>
              <a:rPr lang="en-GB" dirty="0"/>
              <a:t>Subheading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603FB9-9675-AEAD-0CD8-2E6675EBDA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89126" y="5660796"/>
            <a:ext cx="5506873" cy="511201"/>
          </a:xfrm>
        </p:spPr>
        <p:txBody>
          <a:bodyPr/>
          <a:lstStyle/>
          <a:p>
            <a:r>
              <a:rPr lang="en-GB" dirty="0"/>
              <a:t>Headline text</a:t>
            </a:r>
          </a:p>
          <a:p>
            <a:pPr lvl="1"/>
            <a:r>
              <a:rPr lang="en-GB" dirty="0"/>
              <a:t>Subheading text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D6572E6-DCA0-1325-6D76-94FD877D40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0322586-EC47-C632-E0D0-D0A2CF8A1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D1768C-BD99-F5C7-4D24-84412D8523C8}"/>
              </a:ext>
            </a:extLst>
          </p:cNvPr>
          <p:cNvSpPr txBox="1"/>
          <p:nvPr/>
        </p:nvSpPr>
        <p:spPr>
          <a:xfrm>
            <a:off x="8801100" y="-12409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300"/>
              </a:spcAft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930077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4F38DC5-8C97-EBF0-CCC5-0EC1B498132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08" r="22208"/>
          <a:stretch/>
        </p:blipFill>
        <p:spPr>
          <a:xfrm>
            <a:off x="394873" y="1294520"/>
            <a:ext cx="3559671" cy="4259613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2395D-042B-31E1-43CF-226994930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574362"/>
            <a:ext cx="3600000" cy="180000"/>
          </a:xfrm>
        </p:spPr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B2B4B4-F8BF-5703-B464-6638E1578B7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5437" y="5660796"/>
            <a:ext cx="3559108" cy="511201"/>
          </a:xfrm>
        </p:spPr>
        <p:txBody>
          <a:bodyPr/>
          <a:lstStyle/>
          <a:p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Secondname</a:t>
            </a:r>
            <a:endParaRPr lang="en-GB" dirty="0"/>
          </a:p>
          <a:p>
            <a:pPr lvl="1"/>
            <a:r>
              <a:rPr lang="en-GB" dirty="0"/>
              <a:t>Position name, company</a:t>
            </a:r>
          </a:p>
        </p:txBody>
      </p:sp>
      <p:pic>
        <p:nvPicPr>
          <p:cNvPr id="14" name="Picture Placeholder 13" descr="A person in a blue sweater&#10;&#10;AI-generated content may be incorrect.">
            <a:extLst>
              <a:ext uri="{FF2B5EF4-FFF2-40B4-BE49-F238E27FC236}">
                <a16:creationId xmlns:a16="http://schemas.microsoft.com/office/drawing/2014/main" id="{6E3BB95E-D304-A27D-5E8B-E75727987AE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>
          <a:xfrm>
            <a:off x="4316164" y="1294520"/>
            <a:ext cx="3559671" cy="4259613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3E28913-3194-0F8A-A613-23A38F11B5EC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16728" y="5660796"/>
            <a:ext cx="3559108" cy="511201"/>
          </a:xfrm>
        </p:spPr>
        <p:txBody>
          <a:bodyPr/>
          <a:lstStyle/>
          <a:p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Secondname</a:t>
            </a:r>
            <a:endParaRPr lang="en-GB" dirty="0"/>
          </a:p>
          <a:p>
            <a:pPr lvl="1"/>
            <a:r>
              <a:rPr lang="en-GB" dirty="0"/>
              <a:t>Position name, company</a:t>
            </a:r>
          </a:p>
        </p:txBody>
      </p:sp>
      <p:pic>
        <p:nvPicPr>
          <p:cNvPr id="16" name="Picture Placeholder 15" descr="A person wearing glasses and a black shirt&#10;&#10;AI-generated content may be incorrect.">
            <a:extLst>
              <a:ext uri="{FF2B5EF4-FFF2-40B4-BE49-F238E27FC236}">
                <a16:creationId xmlns:a16="http://schemas.microsoft.com/office/drawing/2014/main" id="{0C67E8F6-E3C9-62E6-CFCD-50CA3A4142D5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>
          <a:xfrm>
            <a:off x="8236891" y="1294520"/>
            <a:ext cx="3559671" cy="4259613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29D8F2C-74A6-DF1F-7CBB-B963DA8EB701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237455" y="5660796"/>
            <a:ext cx="3559108" cy="511201"/>
          </a:xfrm>
        </p:spPr>
        <p:txBody>
          <a:bodyPr/>
          <a:lstStyle/>
          <a:p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Secondname</a:t>
            </a:r>
            <a:endParaRPr lang="en-GB" dirty="0"/>
          </a:p>
          <a:p>
            <a:pPr lvl="1"/>
            <a:r>
              <a:rPr lang="en-GB" dirty="0"/>
              <a:t>Position name, company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C8F8B88-4B32-95B4-CBE0-6BDBBAA22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FFDE515-EE82-DB3A-46EC-8C5D45084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945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9BF7-0155-E957-BE5D-7124B833C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F531-C267-91B8-FE5F-95BB56642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GB" dirty="0">
                <a:solidFill>
                  <a:srgbClr val="29251D"/>
                </a:solidFill>
                <a:ea typeface="+mj-ea"/>
                <a:cs typeface="+mj-cs"/>
              </a:rPr>
              <a:t>Headline Text</a:t>
            </a:r>
            <a:br>
              <a:rPr lang="en-GB" dirty="0">
                <a:solidFill>
                  <a:srgbClr val="29251D"/>
                </a:solidFill>
                <a:ea typeface="+mj-ea"/>
                <a:cs typeface="+mj-cs"/>
              </a:rPr>
            </a:br>
            <a:r>
              <a:rPr lang="en-GB" dirty="0">
                <a:solidFill>
                  <a:srgbClr val="29251D"/>
                </a:solidFill>
                <a:ea typeface="+mj-ea"/>
                <a:cs typeface="+mj-cs"/>
              </a:rPr>
              <a:t>Goes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5C33A-4864-54AB-2637-C6C80187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EE4BA71-A122-908B-420B-A6D11535B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949279"/>
              </p:ext>
            </p:extLst>
          </p:nvPr>
        </p:nvGraphicFramePr>
        <p:xfrm>
          <a:off x="395288" y="2897387"/>
          <a:ext cx="4900193" cy="23567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389">
                  <a:extLst>
                    <a:ext uri="{9D8B030D-6E8A-4147-A177-3AD203B41FA5}">
                      <a16:colId xmlns:a16="http://schemas.microsoft.com/office/drawing/2014/main" val="3813389629"/>
                    </a:ext>
                  </a:extLst>
                </a:gridCol>
                <a:gridCol w="844061">
                  <a:extLst>
                    <a:ext uri="{9D8B030D-6E8A-4147-A177-3AD203B41FA5}">
                      <a16:colId xmlns:a16="http://schemas.microsoft.com/office/drawing/2014/main" val="149558205"/>
                    </a:ext>
                  </a:extLst>
                </a:gridCol>
                <a:gridCol w="2024743">
                  <a:extLst>
                    <a:ext uri="{9D8B030D-6E8A-4147-A177-3AD203B41FA5}">
                      <a16:colId xmlns:a16="http://schemas.microsoft.com/office/drawing/2014/main" val="3304799450"/>
                    </a:ext>
                  </a:extLst>
                </a:gridCol>
              </a:tblGrid>
              <a:tr h="480661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GB" sz="8000" spc="-150" dirty="0">
                          <a:solidFill>
                            <a:srgbClr val="FF0000"/>
                          </a:solidFill>
                          <a:latin typeface="Aptos Light" panose="020B0004020202020204" pitchFamily="34" charset="0"/>
                        </a:rPr>
                        <a:t>69%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GB" sz="8000" dirty="0">
                        <a:solidFill>
                          <a:srgbClr val="FF0000"/>
                        </a:solidFill>
                        <a:latin typeface="Aptos Light" panose="020B00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GB" sz="8000" spc="-300" dirty="0">
                          <a:solidFill>
                            <a:srgbClr val="FF0000"/>
                          </a:solidFill>
                          <a:latin typeface="Aptos Light" panose="020B0004020202020204" pitchFamily="34" charset="0"/>
                        </a:rPr>
                        <a:t>3</a:t>
                      </a:r>
                      <a:r>
                        <a:rPr lang="en-GB" sz="8000" spc="-600" baseline="0" dirty="0">
                          <a:solidFill>
                            <a:srgbClr val="FF0000"/>
                          </a:solidFill>
                          <a:latin typeface="Aptos Light" panose="020B0004020202020204" pitchFamily="34" charset="0"/>
                        </a:rPr>
                        <a:t>1</a:t>
                      </a:r>
                      <a:r>
                        <a:rPr lang="en-GB" sz="8000" spc="-300" dirty="0">
                          <a:solidFill>
                            <a:srgbClr val="FF0000"/>
                          </a:solidFill>
                          <a:latin typeface="Aptos Light" panose="020B0004020202020204" pitchFamily="34" charset="0"/>
                        </a:rPr>
                        <a:t>%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1540538"/>
                  </a:ext>
                </a:extLst>
              </a:tr>
              <a:tr h="40515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Lorem ipsum </a:t>
                      </a:r>
                      <a:r>
                        <a:rPr lang="en-GB" sz="2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dolor</a:t>
                      </a:r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 sit </a:t>
                      </a:r>
                      <a:r>
                        <a:rPr lang="en-GB" sz="2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amet</a:t>
                      </a:r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, </a:t>
                      </a:r>
                      <a:r>
                        <a:rPr lang="en-GB" sz="2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consectetur</a:t>
                      </a:r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adipiscing</a:t>
                      </a:r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elit</a:t>
                      </a:r>
                      <a:endParaRPr lang="en-GB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 Light" panose="020B0004020202020204" pitchFamily="34" charset="0"/>
                      </a:endParaRPr>
                    </a:p>
                  </a:txBody>
                  <a:tcPr marL="0" marR="0" marT="126000" marB="90000">
                    <a:lnR>
                      <a:noFill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 Light" panose="020B0004020202020204" pitchFamily="34" charset="0"/>
                      </a:endParaRPr>
                    </a:p>
                  </a:txBody>
                  <a:tcPr marL="0" marR="0" marT="126000" marB="90000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Sed do </a:t>
                      </a:r>
                      <a:r>
                        <a:rPr lang="en-GB" sz="2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eiusmod</a:t>
                      </a:r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tempor</a:t>
                      </a:r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incididunt</a:t>
                      </a:r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ut</a:t>
                      </a:r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 labore et dolore magna </a:t>
                      </a:r>
                      <a:r>
                        <a:rPr lang="en-GB" sz="2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ptos Light" panose="020B0004020202020204" pitchFamily="34" charset="0"/>
                        </a:rPr>
                        <a:t>aliqua</a:t>
                      </a:r>
                      <a:endParaRPr lang="en-GB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 Light" panose="020B0004020202020204" pitchFamily="34" charset="0"/>
                      </a:endParaRPr>
                    </a:p>
                  </a:txBody>
                  <a:tcPr marL="0" marR="0" marT="126000" marB="90000">
                    <a:lnL>
                      <a:noFill/>
                    </a:lnL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89718449"/>
                  </a:ext>
                </a:extLst>
              </a:tr>
            </a:tbl>
          </a:graphicData>
        </a:graphic>
      </p:graphicFrame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C076AB4D-54E8-B4C2-0247-977D74F0236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2" r="18442"/>
          <a:stretch/>
        </p:blipFill>
        <p:spPr>
          <a:xfrm>
            <a:off x="5699219" y="0"/>
            <a:ext cx="6492781" cy="6858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74899-9685-456B-FD93-47D4D348B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A09E25A-14C8-89F7-DAEF-37B415AA9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314DB35-A4E6-66BA-CD1B-DC51C4FBCE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327897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3664-580A-0943-A2C6-7B276632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0861200" cy="10800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IN" dirty="0">
                <a:solidFill>
                  <a:srgbClr val="29251D"/>
                </a:solidFill>
                <a:ea typeface="+mj-ea"/>
                <a:cs typeface="+mj-cs"/>
              </a:rPr>
              <a:t>Headline Text Goes Here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38D6312-AD8C-6FA0-D029-4760DFCCF39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45818180"/>
              </p:ext>
            </p:extLst>
          </p:nvPr>
        </p:nvGraphicFramePr>
        <p:xfrm>
          <a:off x="395288" y="2284413"/>
          <a:ext cx="5400675" cy="3887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A8438-CF45-191F-FF50-41BF7C335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graphicFrame>
        <p:nvGraphicFramePr>
          <p:cNvPr id="13" name="Content Placeholder 9">
            <a:extLst>
              <a:ext uri="{FF2B5EF4-FFF2-40B4-BE49-F238E27FC236}">
                <a16:creationId xmlns:a16="http://schemas.microsoft.com/office/drawing/2014/main" id="{53AC86D3-F80B-9E62-A750-F7A4F150A8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6378883"/>
              </p:ext>
            </p:extLst>
          </p:nvPr>
        </p:nvGraphicFramePr>
        <p:xfrm>
          <a:off x="6396037" y="2284413"/>
          <a:ext cx="5400675" cy="3887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58C0D5-774C-DA38-95E3-576D75F63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1E15CC6-ED73-AA68-3978-F53119DF83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004775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B7041-DE75-47E2-FCA6-671DE9F39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A0CA16-B304-DD65-983E-2EAD76223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IN" dirty="0"/>
              <a:t>Heading Goes Here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835105-5C33-A02E-1F9C-9ACB47FCB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327265"/>
              </p:ext>
            </p:extLst>
          </p:nvPr>
        </p:nvGraphicFramePr>
        <p:xfrm>
          <a:off x="380359" y="1861606"/>
          <a:ext cx="10862250" cy="3699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450">
                  <a:extLst>
                    <a:ext uri="{9D8B030D-6E8A-4147-A177-3AD203B41FA5}">
                      <a16:colId xmlns:a16="http://schemas.microsoft.com/office/drawing/2014/main" val="3487874610"/>
                    </a:ext>
                  </a:extLst>
                </a:gridCol>
                <a:gridCol w="2172450">
                  <a:extLst>
                    <a:ext uri="{9D8B030D-6E8A-4147-A177-3AD203B41FA5}">
                      <a16:colId xmlns:a16="http://schemas.microsoft.com/office/drawing/2014/main" val="3523344138"/>
                    </a:ext>
                  </a:extLst>
                </a:gridCol>
                <a:gridCol w="2172450">
                  <a:extLst>
                    <a:ext uri="{9D8B030D-6E8A-4147-A177-3AD203B41FA5}">
                      <a16:colId xmlns:a16="http://schemas.microsoft.com/office/drawing/2014/main" val="4264497126"/>
                    </a:ext>
                  </a:extLst>
                </a:gridCol>
                <a:gridCol w="2172450">
                  <a:extLst>
                    <a:ext uri="{9D8B030D-6E8A-4147-A177-3AD203B41FA5}">
                      <a16:colId xmlns:a16="http://schemas.microsoft.com/office/drawing/2014/main" val="2393109008"/>
                    </a:ext>
                  </a:extLst>
                </a:gridCol>
                <a:gridCol w="2172450">
                  <a:extLst>
                    <a:ext uri="{9D8B030D-6E8A-4147-A177-3AD203B41FA5}">
                      <a16:colId xmlns:a16="http://schemas.microsoft.com/office/drawing/2014/main" val="2868955470"/>
                    </a:ext>
                  </a:extLst>
                </a:gridCol>
              </a:tblGrid>
              <a:tr h="504125">
                <a:tc>
                  <a:txBody>
                    <a:bodyPr/>
                    <a:lstStyle/>
                    <a:p>
                      <a:r>
                        <a:rPr lang="en-IN" sz="1400" b="1" dirty="0"/>
                        <a:t>Text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Numbers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Decimal 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Negative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Used in Valuation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669305"/>
                  </a:ext>
                </a:extLst>
              </a:tr>
              <a:tr h="798829">
                <a:tc>
                  <a:txBody>
                    <a:bodyPr/>
                    <a:lstStyle/>
                    <a:p>
                      <a:r>
                        <a:rPr lang="en-IN" sz="1400" dirty="0"/>
                        <a:t>Body copy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123.12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00B050"/>
                          </a:solidFill>
                        </a:rPr>
                        <a:t>+ 12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  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583490"/>
                  </a:ext>
                </a:extLst>
              </a:tr>
              <a:tr h="7988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Body copy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12345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456.34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00B050"/>
                          </a:solidFill>
                        </a:rPr>
                        <a:t>+13456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E31837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IN" sz="1400" dirty="0">
                        <a:solidFill>
                          <a:srgbClr val="E31837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508126"/>
                  </a:ext>
                </a:extLst>
              </a:tr>
              <a:tr h="7988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Body copy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12.20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E31837"/>
                          </a:solidFill>
                        </a:rPr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E31837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IN" sz="1400" dirty="0">
                        <a:solidFill>
                          <a:srgbClr val="E31837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950298"/>
                  </a:ext>
                </a:extLst>
              </a:tr>
              <a:tr h="7988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Body copy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12.00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E31837"/>
                          </a:solidFill>
                        </a:rPr>
                        <a:t>-00.23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978422"/>
                  </a:ext>
                </a:extLst>
              </a:tr>
            </a:tbl>
          </a:graphicData>
        </a:graphic>
      </p:graphicFrame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D233F04-EA53-89F6-3D45-8A5BA6CF4C0D}"/>
              </a:ext>
            </a:extLst>
          </p:cNvPr>
          <p:cNvSpPr txBox="1">
            <a:spLocks/>
          </p:cNvSpPr>
          <p:nvPr/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29251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5117C1-7BFB-400E-A14B-8E2312996B92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6FA92C1-71D4-8FDE-FCDC-E2467777D6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781573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4FB27E-3EE1-24A4-B3E7-D20D79FE7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>
                <a:solidFill>
                  <a:schemeClr val="accent6"/>
                </a:solidFill>
              </a:rPr>
              <a:t>© Tech Mahindra Limited.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4CF75-25E0-554A-EE2F-5060B5054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117C1-7BFB-400E-A14B-8E2312996B92}" type="slidenum">
              <a:rPr lang="en-GB" smtClean="0"/>
              <a:pPr/>
              <a:t>30</a:t>
            </a:fld>
            <a:endParaRPr lang="en-GB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90DB7A0-852C-95FA-AE9E-FBA20AB1999D}"/>
              </a:ext>
            </a:extLst>
          </p:cNvPr>
          <p:cNvGrpSpPr/>
          <p:nvPr/>
        </p:nvGrpSpPr>
        <p:grpSpPr>
          <a:xfrm>
            <a:off x="394874" y="1558221"/>
            <a:ext cx="10639676" cy="4517354"/>
            <a:chOff x="394874" y="1558221"/>
            <a:chExt cx="10639676" cy="4517354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C330A97-DED6-0EF8-9866-65A333BD8AF5}"/>
                </a:ext>
              </a:extLst>
            </p:cNvPr>
            <p:cNvCxnSpPr/>
            <p:nvPr userDrawn="1"/>
          </p:nvCxnSpPr>
          <p:spPr>
            <a:xfrm>
              <a:off x="3396343" y="3256961"/>
              <a:ext cx="0" cy="1074655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78F8254-9380-D012-F662-FF2601EEB11F}"/>
                </a:ext>
              </a:extLst>
            </p:cNvPr>
            <p:cNvCxnSpPr/>
            <p:nvPr userDrawn="1"/>
          </p:nvCxnSpPr>
          <p:spPr>
            <a:xfrm>
              <a:off x="1819373" y="1833513"/>
              <a:ext cx="7503736" cy="0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: Single Corner Snipped 11">
              <a:extLst>
                <a:ext uri="{FF2B5EF4-FFF2-40B4-BE49-F238E27FC236}">
                  <a16:creationId xmlns:a16="http://schemas.microsoft.com/office/drawing/2014/main" id="{2C531009-309E-2217-8B5C-66BA9D5D272E}"/>
                </a:ext>
              </a:extLst>
            </p:cNvPr>
            <p:cNvSpPr/>
            <p:nvPr userDrawn="1"/>
          </p:nvSpPr>
          <p:spPr>
            <a:xfrm>
              <a:off x="394874" y="1558222"/>
              <a:ext cx="1630437" cy="512484"/>
            </a:xfrm>
            <a:prstGeom prst="snip1Rect">
              <a:avLst>
                <a:gd name="adj" fmla="val 28328"/>
              </a:avLst>
            </a:prstGeom>
            <a:solidFill>
              <a:srgbClr val="F6F2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54000" rIns="90000" rtlCol="0" anchor="t" anchorCtr="0"/>
            <a:lstStyle/>
            <a:p>
              <a:pPr algn="ctr"/>
              <a:r>
                <a:rPr lang="en-GB" sz="1000" b="1" dirty="0">
                  <a:solidFill>
                    <a:schemeClr val="tx1"/>
                  </a:solidFill>
                </a:rPr>
                <a:t>Headline</a:t>
              </a:r>
            </a:p>
            <a:p>
              <a:pPr algn="ctr"/>
              <a:r>
                <a:rPr lang="en-GB" sz="1000" dirty="0">
                  <a:solidFill>
                    <a:schemeClr val="tx1"/>
                  </a:solidFill>
                </a:rPr>
                <a:t>Second Line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A86C73C-ADA0-E5D3-6DB9-D44298B3693B}"/>
                </a:ext>
              </a:extLst>
            </p:cNvPr>
            <p:cNvGrpSpPr/>
            <p:nvPr userDrawn="1"/>
          </p:nvGrpSpPr>
          <p:grpSpPr>
            <a:xfrm>
              <a:off x="3280230" y="1558221"/>
              <a:ext cx="1630437" cy="1755873"/>
              <a:chOff x="3280230" y="1558221"/>
              <a:chExt cx="1630437" cy="1755873"/>
            </a:xfrm>
          </p:grpSpPr>
          <p:sp>
            <p:nvSpPr>
              <p:cNvPr id="8" name="Rectangle: Single Corner Snipped 7">
                <a:extLst>
                  <a:ext uri="{FF2B5EF4-FFF2-40B4-BE49-F238E27FC236}">
                    <a16:creationId xmlns:a16="http://schemas.microsoft.com/office/drawing/2014/main" id="{46BFDC49-8F03-D05C-6C0C-0FF728CC345D}"/>
                  </a:ext>
                </a:extLst>
              </p:cNvPr>
              <p:cNvSpPr/>
              <p:nvPr userDrawn="1"/>
            </p:nvSpPr>
            <p:spPr>
              <a:xfrm>
                <a:off x="3280230" y="1558221"/>
                <a:ext cx="1630437" cy="1755873"/>
              </a:xfrm>
              <a:prstGeom prst="snip1Rect">
                <a:avLst>
                  <a:gd name="adj" fmla="val 11335"/>
                </a:avLst>
              </a:prstGeom>
              <a:solidFill>
                <a:srgbClr val="F6F2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6000" tIns="54000" rIns="90000" rtlCol="0" anchor="t" anchorCtr="0"/>
              <a:lstStyle/>
              <a:p>
                <a:pPr algn="l"/>
                <a:r>
                  <a:rPr lang="en-GB" sz="1000" b="1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7C38BA-4061-1D1D-FC3B-7442D93A86E6}"/>
                  </a:ext>
                </a:extLst>
              </p:cNvPr>
              <p:cNvSpPr txBox="1"/>
              <p:nvPr userDrawn="1"/>
            </p:nvSpPr>
            <p:spPr>
              <a:xfrm>
                <a:off x="3396343" y="2457752"/>
                <a:ext cx="1388533" cy="7353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en-GB" sz="1000" dirty="0"/>
                  <a:t>Separate text box to ensure alignment. </a:t>
                </a:r>
                <a:r>
                  <a:rPr lang="en-GB" sz="1000" dirty="0" err="1"/>
                  <a:t>Enean</a:t>
                </a:r>
                <a:r>
                  <a:rPr lang="en-GB" sz="1000" dirty="0"/>
                  <a:t> </a:t>
                </a:r>
                <a:r>
                  <a:rPr lang="en-GB" sz="1000" dirty="0" err="1"/>
                  <a:t>commodo</a:t>
                </a:r>
                <a:r>
                  <a:rPr lang="en-GB" sz="1000" dirty="0"/>
                  <a:t> ligula </a:t>
                </a:r>
                <a:r>
                  <a:rPr lang="en-GB" sz="1000" dirty="0" err="1"/>
                  <a:t>eget</a:t>
                </a:r>
                <a:r>
                  <a:rPr lang="en-GB" sz="1000" dirty="0"/>
                  <a:t> </a:t>
                </a:r>
                <a:r>
                  <a:rPr lang="en-GB" sz="1000" dirty="0" err="1"/>
                  <a:t>dolor</a:t>
                </a:r>
                <a:r>
                  <a:rPr lang="en-GB" sz="1000" dirty="0"/>
                  <a:t>. Aenean mass cem </a:t>
                </a:r>
                <a:r>
                  <a:rPr lang="en-GB" sz="1000" dirty="0" err="1"/>
                  <a:t>soclis</a:t>
                </a:r>
                <a:r>
                  <a:rPr lang="en-GB" sz="1000" dirty="0"/>
                  <a:t> </a:t>
                </a:r>
                <a:r>
                  <a:rPr lang="en-GB" sz="1000" dirty="0" err="1"/>
                  <a:t>felis</a:t>
                </a:r>
                <a:r>
                  <a:rPr lang="en-GB" sz="1000" dirty="0"/>
                  <a:t> </a:t>
                </a:r>
                <a:r>
                  <a:rPr lang="en-GB" sz="1000" dirty="0" err="1"/>
                  <a:t>pretium</a:t>
                </a:r>
                <a:r>
                  <a:rPr lang="en-GB" sz="1000" dirty="0"/>
                  <a:t>.</a:t>
                </a:r>
              </a:p>
            </p:txBody>
          </p:sp>
        </p:grpSp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B4E95ECB-D3C7-B3CD-6495-B6A6FA53295B}"/>
                </a:ext>
              </a:extLst>
            </p:cNvPr>
            <p:cNvSpPr/>
            <p:nvPr userDrawn="1"/>
          </p:nvSpPr>
          <p:spPr>
            <a:xfrm>
              <a:off x="6267475" y="1558222"/>
              <a:ext cx="1630437" cy="3607668"/>
            </a:xfrm>
            <a:prstGeom prst="snip1Rect">
              <a:avLst>
                <a:gd name="adj" fmla="val 7866"/>
              </a:avLst>
            </a:prstGeom>
            <a:solidFill>
              <a:srgbClr val="F6F2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6000" tIns="54000" rIns="90000" rtlCol="0" anchor="t" anchorCtr="0"/>
            <a:lstStyle/>
            <a:p>
              <a:pPr algn="l"/>
              <a:r>
                <a:rPr lang="en-GB" sz="1000" b="1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2E6C679-ADF0-B5C2-F364-D2E109E410CF}"/>
                </a:ext>
              </a:extLst>
            </p:cNvPr>
            <p:cNvSpPr txBox="1"/>
            <p:nvPr userDrawn="1"/>
          </p:nvSpPr>
          <p:spPr>
            <a:xfrm>
              <a:off x="6383588" y="2457752"/>
              <a:ext cx="1388533" cy="2665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GB" sz="1000" dirty="0" err="1"/>
                <a:t>Enean</a:t>
              </a:r>
              <a:r>
                <a:rPr lang="en-GB" sz="1000" dirty="0"/>
                <a:t> </a:t>
              </a:r>
              <a:r>
                <a:rPr lang="en-GB" sz="1000" dirty="0" err="1"/>
                <a:t>montes</a:t>
              </a:r>
              <a:r>
                <a:rPr lang="en-GB" sz="1000" dirty="0"/>
                <a:t>, </a:t>
              </a:r>
              <a:r>
                <a:rPr lang="en-GB" sz="1000" dirty="0" err="1"/>
                <a:t>nascetur</a:t>
              </a:r>
              <a:r>
                <a:rPr lang="en-GB" sz="1000" dirty="0"/>
                <a:t> </a:t>
              </a:r>
              <a:r>
                <a:rPr lang="en-GB" sz="1000" dirty="0" err="1"/>
                <a:t>ridiculus</a:t>
              </a:r>
              <a:r>
                <a:rPr lang="en-GB" sz="1000" dirty="0"/>
                <a:t> mus. Donec </a:t>
              </a:r>
              <a:r>
                <a:rPr lang="en-GB" sz="1000" dirty="0" err="1"/>
                <a:t>quam</a:t>
              </a:r>
              <a:r>
                <a:rPr lang="en-GB" sz="1000" dirty="0"/>
                <a:t> </a:t>
              </a:r>
              <a:r>
                <a:rPr lang="en-GB" sz="1000" dirty="0" err="1"/>
                <a:t>felis</a:t>
              </a:r>
              <a:r>
                <a:rPr lang="en-GB" sz="1000" dirty="0"/>
                <a:t>, </a:t>
              </a:r>
              <a:r>
                <a:rPr lang="en-GB" sz="1000" dirty="0" err="1"/>
                <a:t>ultricies</a:t>
              </a:r>
              <a:r>
                <a:rPr lang="en-GB" sz="1000" dirty="0"/>
                <a:t> nec, </a:t>
              </a:r>
              <a:r>
                <a:rPr lang="en-GB" sz="1000" dirty="0" err="1"/>
                <a:t>pellentesque</a:t>
              </a:r>
              <a:r>
                <a:rPr lang="en-GB" sz="1000" dirty="0"/>
                <a:t> </a:t>
              </a:r>
              <a:r>
                <a:rPr lang="en-GB" sz="1000" dirty="0" err="1"/>
                <a:t>eu</a:t>
              </a:r>
              <a:r>
                <a:rPr lang="en-GB" sz="1000" dirty="0"/>
                <a:t>, </a:t>
              </a:r>
              <a:r>
                <a:rPr lang="en-GB" sz="1000" dirty="0" err="1"/>
                <a:t>pretium</a:t>
              </a:r>
              <a:r>
                <a:rPr lang="en-GB" sz="1000" dirty="0"/>
                <a:t> </a:t>
              </a:r>
              <a:r>
                <a:rPr lang="en-GB" sz="1000" dirty="0" err="1"/>
                <a:t>porttitor</a:t>
              </a:r>
              <a:r>
                <a:rPr lang="en-GB" sz="1000" dirty="0"/>
                <a:t> </a:t>
              </a:r>
              <a:r>
                <a:rPr lang="en-GB" sz="1000" dirty="0" err="1"/>
                <a:t>eur.</a:t>
              </a:r>
              <a:r>
                <a:rPr lang="en-GB" sz="1000" dirty="0"/>
                <a:t> Cum </a:t>
              </a:r>
              <a:r>
                <a:rPr lang="en-GB" sz="1000" dirty="0" err="1"/>
                <a:t>socilis</a:t>
              </a:r>
              <a:r>
                <a:rPr lang="en-GB" sz="1000" dirty="0"/>
                <a:t> </a:t>
              </a:r>
              <a:r>
                <a:rPr lang="en-GB" sz="1000" dirty="0" err="1"/>
                <a:t>natoque</a:t>
              </a:r>
              <a:r>
                <a:rPr lang="en-GB" sz="1000" dirty="0"/>
                <a:t> </a:t>
              </a:r>
              <a:r>
                <a:rPr lang="en-GB" sz="1000" dirty="0" err="1"/>
                <a:t>penatibus</a:t>
              </a:r>
              <a:r>
                <a:rPr lang="en-GB" sz="1000" dirty="0"/>
                <a:t> et Magnis dis parturient </a:t>
              </a:r>
              <a:r>
                <a:rPr lang="en-GB" sz="1000" dirty="0" err="1"/>
                <a:t>en</a:t>
              </a:r>
              <a:endParaRPr lang="en-GB" sz="1000" dirty="0"/>
            </a:p>
            <a:p>
              <a:r>
                <a:rPr lang="en-GB" sz="1000" dirty="0"/>
                <a:t>Montes, </a:t>
              </a:r>
              <a:r>
                <a:rPr lang="en-GB" sz="1000" dirty="0" err="1"/>
                <a:t>nascetur</a:t>
              </a:r>
              <a:r>
                <a:rPr lang="en-GB" sz="1000" dirty="0"/>
                <a:t> ridic</a:t>
              </a:r>
            </a:p>
            <a:p>
              <a:r>
                <a:rPr lang="en-GB" sz="1000" dirty="0"/>
                <a:t>Ulus mus. Donec </a:t>
              </a:r>
              <a:r>
                <a:rPr lang="en-GB" sz="1000" dirty="0" err="1"/>
                <a:t>quam</a:t>
              </a:r>
              <a:r>
                <a:rPr lang="en-GB" sz="1000" dirty="0"/>
                <a:t> </a:t>
              </a:r>
              <a:r>
                <a:rPr lang="en-GB" sz="1000" dirty="0" err="1"/>
                <a:t>felis</a:t>
              </a:r>
              <a:r>
                <a:rPr lang="en-GB" sz="1000" dirty="0"/>
                <a:t>, </a:t>
              </a:r>
              <a:r>
                <a:rPr lang="en-GB" sz="1000" dirty="0" err="1"/>
                <a:t>ultricies</a:t>
              </a:r>
              <a:r>
                <a:rPr lang="en-GB" sz="1000" dirty="0"/>
                <a:t> nec </a:t>
              </a:r>
              <a:r>
                <a:rPr lang="en-GB" sz="1000" dirty="0" err="1"/>
                <a:t>enean</a:t>
              </a:r>
              <a:r>
                <a:rPr lang="en-GB" sz="1000" dirty="0"/>
                <a:t> </a:t>
              </a:r>
              <a:r>
                <a:rPr lang="en-GB" sz="1000" dirty="0" err="1"/>
                <a:t>commodo</a:t>
              </a:r>
              <a:r>
                <a:rPr lang="en-GB" sz="1000" dirty="0"/>
                <a:t> </a:t>
              </a:r>
              <a:r>
                <a:rPr lang="en-GB" sz="1000" dirty="0" err="1"/>
                <a:t>ligua</a:t>
              </a:r>
              <a:r>
                <a:rPr lang="en-GB" sz="1000" dirty="0"/>
                <a:t> </a:t>
              </a:r>
              <a:r>
                <a:rPr lang="en-GB" sz="1000" dirty="0" err="1"/>
                <a:t>eget</a:t>
              </a:r>
              <a:r>
                <a:rPr lang="en-GB" sz="1000" dirty="0"/>
                <a:t> </a:t>
              </a:r>
              <a:r>
                <a:rPr lang="en-GB" sz="1000" dirty="0" err="1"/>
                <a:t>dolor</a:t>
              </a:r>
              <a:r>
                <a:rPr lang="en-GB" sz="1000" dirty="0"/>
                <a:t>. Aenean mass cem </a:t>
              </a:r>
              <a:r>
                <a:rPr lang="en-GB" sz="1000" dirty="0" err="1"/>
                <a:t>soclis</a:t>
              </a:r>
              <a:r>
                <a:rPr lang="en-GB" sz="1000" dirty="0"/>
                <a:t> </a:t>
              </a:r>
              <a:r>
                <a:rPr lang="en-GB" sz="1000" dirty="0" err="1"/>
                <a:t>felit</a:t>
              </a:r>
              <a:r>
                <a:rPr lang="en-GB" sz="1000" dirty="0"/>
                <a:t> </a:t>
              </a:r>
              <a:r>
                <a:rPr lang="en-GB" sz="1000" dirty="0" err="1"/>
                <a:t>pretium</a:t>
              </a:r>
              <a:r>
                <a:rPr lang="en-GB" sz="1000" dirty="0"/>
                <a:t>. </a:t>
              </a:r>
              <a:r>
                <a:rPr lang="en-GB" sz="1000" dirty="0" err="1"/>
                <a:t>Etiam</a:t>
              </a:r>
              <a:r>
                <a:rPr lang="en-GB" sz="1000" dirty="0"/>
                <a:t> </a:t>
              </a:r>
              <a:r>
                <a:rPr lang="en-GB" sz="1000" dirty="0" err="1"/>
                <a:t>consectetuer</a:t>
              </a:r>
              <a:r>
                <a:rPr lang="en-GB" sz="1000" dirty="0"/>
                <a:t> </a:t>
              </a:r>
              <a:r>
                <a:rPr lang="en-GB" sz="1000" dirty="0" err="1"/>
                <a:t>adip</a:t>
              </a:r>
              <a:endParaRPr lang="en-GB" sz="1000" dirty="0"/>
            </a:p>
            <a:p>
              <a:r>
                <a:rPr lang="en-GB" sz="1000" dirty="0" err="1"/>
                <a:t>Iscing</a:t>
              </a:r>
              <a:r>
                <a:rPr lang="en-GB" sz="1000" dirty="0"/>
                <a:t> </a:t>
              </a:r>
              <a:r>
                <a:rPr lang="en-GB" sz="1000" dirty="0" err="1"/>
                <a:t>elit</a:t>
              </a:r>
              <a:r>
                <a:rPr lang="en-GB" sz="1000" dirty="0"/>
                <a:t>. </a:t>
              </a:r>
              <a:r>
                <a:rPr lang="en-GB" sz="1000" dirty="0" err="1"/>
                <a:t>Phasellus</a:t>
              </a:r>
              <a:r>
                <a:rPr lang="en-GB" sz="1000" dirty="0"/>
                <a:t> </a:t>
              </a:r>
              <a:r>
                <a:rPr lang="en-GB" sz="1000" dirty="0" err="1"/>
                <a:t>viverra</a:t>
              </a:r>
              <a:r>
                <a:rPr lang="en-GB" sz="1000" dirty="0"/>
                <a:t> </a:t>
              </a:r>
              <a:r>
                <a:rPr lang="en-GB" sz="1000" dirty="0" err="1"/>
                <a:t>nulla</a:t>
              </a:r>
              <a:r>
                <a:rPr lang="en-GB" sz="1000" dirty="0"/>
                <a:t> </a:t>
              </a:r>
              <a:r>
                <a:rPr lang="en-GB" sz="1000" dirty="0" err="1"/>
                <a:t>ut</a:t>
              </a:r>
              <a:r>
                <a:rPr lang="en-GB" sz="1000" dirty="0"/>
                <a:t> </a:t>
              </a:r>
              <a:r>
                <a:rPr lang="en-GB" sz="1000" dirty="0" err="1"/>
                <a:t>metus</a:t>
              </a:r>
              <a:r>
                <a:rPr lang="en-GB" sz="1000" dirty="0"/>
                <a:t> </a:t>
              </a:r>
              <a:r>
                <a:rPr lang="en-GB" sz="1000" dirty="0" err="1"/>
                <a:t>varius</a:t>
              </a:r>
              <a:r>
                <a:rPr lang="en-GB" sz="1000" dirty="0"/>
                <a:t> </a:t>
              </a:r>
              <a:r>
                <a:rPr lang="en-GB" sz="1000" dirty="0" err="1"/>
                <a:t>perdiet</a:t>
              </a:r>
              <a:r>
                <a:rPr lang="en-GB" sz="1000" dirty="0"/>
                <a:t> </a:t>
              </a:r>
              <a:r>
                <a:rPr lang="en-GB" sz="1000" dirty="0" err="1"/>
                <a:t>quam</a:t>
              </a:r>
              <a:r>
                <a:rPr lang="en-GB" sz="1000" dirty="0"/>
                <a:t>.</a:t>
              </a:r>
            </a:p>
          </p:txBody>
        </p:sp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6F2876AB-E190-6BF0-046C-D1FB677BF9E4}"/>
                </a:ext>
              </a:extLst>
            </p:cNvPr>
            <p:cNvSpPr/>
            <p:nvPr userDrawn="1"/>
          </p:nvSpPr>
          <p:spPr>
            <a:xfrm>
              <a:off x="9404113" y="1558221"/>
              <a:ext cx="1630437" cy="3164607"/>
            </a:xfrm>
            <a:prstGeom prst="snip1Rect">
              <a:avLst>
                <a:gd name="adj" fmla="val 7866"/>
              </a:avLst>
            </a:prstGeom>
            <a:solidFill>
              <a:srgbClr val="F6F2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6000" tIns="54000" rIns="90000" rtlCol="0" anchor="t" anchorCtr="0"/>
            <a:lstStyle/>
            <a:p>
              <a:pPr algn="l"/>
              <a:r>
                <a:rPr lang="en-GB" sz="1000" b="1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50DE6C-D372-71B9-7D79-3074C4714F05}"/>
                </a:ext>
              </a:extLst>
            </p:cNvPr>
            <p:cNvSpPr txBox="1"/>
            <p:nvPr userDrawn="1"/>
          </p:nvSpPr>
          <p:spPr>
            <a:xfrm>
              <a:off x="9525064" y="2457752"/>
              <a:ext cx="1388533" cy="21943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GB" sz="1000" dirty="0" err="1"/>
                <a:t>Porttitor</a:t>
              </a:r>
              <a:r>
                <a:rPr lang="en-GB" sz="1000" dirty="0"/>
                <a:t> </a:t>
              </a:r>
              <a:r>
                <a:rPr lang="en-GB" sz="1000" dirty="0" err="1"/>
                <a:t>eu</a:t>
              </a:r>
              <a:r>
                <a:rPr lang="en-GB" sz="1000" dirty="0"/>
                <a:t>, </a:t>
              </a:r>
              <a:r>
                <a:rPr lang="en-GB" sz="1000" dirty="0" err="1"/>
                <a:t>consequat</a:t>
              </a:r>
              <a:r>
                <a:rPr lang="en-GB" sz="1000" dirty="0"/>
                <a:t> vitae, </a:t>
              </a:r>
              <a:r>
                <a:rPr lang="en-GB" sz="1000" dirty="0" err="1"/>
                <a:t>eleifend</a:t>
              </a:r>
              <a:r>
                <a:rPr lang="en-GB" sz="1000" dirty="0"/>
                <a:t> ac, </a:t>
              </a:r>
              <a:r>
                <a:rPr lang="en-GB" sz="1000" dirty="0" err="1"/>
                <a:t>enim</a:t>
              </a:r>
              <a:r>
                <a:rPr lang="en-GB" sz="1000" dirty="0"/>
                <a:t>. </a:t>
              </a:r>
              <a:r>
                <a:rPr lang="en-GB" sz="1000" dirty="0" err="1"/>
                <a:t>Aliquam</a:t>
              </a:r>
              <a:r>
                <a:rPr lang="en-GB" sz="1000" dirty="0"/>
                <a:t> lorem ante, </a:t>
              </a:r>
              <a:r>
                <a:rPr lang="en-GB" sz="1000" dirty="0" err="1"/>
                <a:t>dapibus</a:t>
              </a:r>
              <a:r>
                <a:rPr lang="en-GB" sz="1000" dirty="0"/>
                <a:t> in, </a:t>
              </a:r>
              <a:r>
                <a:rPr lang="en-GB" sz="1000" dirty="0" err="1"/>
                <a:t>viverra</a:t>
              </a:r>
              <a:r>
                <a:rPr lang="en-GB" sz="1000" dirty="0"/>
                <a:t> </a:t>
              </a:r>
              <a:r>
                <a:rPr lang="en-GB" sz="1000" dirty="0" err="1"/>
                <a:t>quis</a:t>
              </a:r>
              <a:r>
                <a:rPr lang="en-GB" sz="1000" dirty="0"/>
                <a:t>, </a:t>
              </a:r>
              <a:r>
                <a:rPr lang="en-GB" sz="1000" dirty="0" err="1"/>
                <a:t>feugiaat</a:t>
              </a:r>
              <a:r>
                <a:rPr lang="en-GB" sz="1000" dirty="0"/>
                <a:t> a, </a:t>
              </a:r>
              <a:r>
                <a:rPr lang="en-GB" sz="1000" dirty="0" err="1"/>
                <a:t>tellus</a:t>
              </a:r>
              <a:r>
                <a:rPr lang="en-GB" sz="1000" dirty="0"/>
                <a:t>. Donec </a:t>
              </a:r>
              <a:r>
                <a:rPr lang="en-GB" sz="1000" dirty="0" err="1"/>
                <a:t>phasellus</a:t>
              </a:r>
              <a:r>
                <a:rPr lang="en-GB" sz="1000" dirty="0"/>
                <a:t> </a:t>
              </a:r>
              <a:r>
                <a:rPr lang="en-GB" sz="1000" dirty="0" err="1"/>
                <a:t>viverra</a:t>
              </a:r>
              <a:r>
                <a:rPr lang="en-GB" sz="1000" dirty="0"/>
                <a:t> </a:t>
              </a:r>
              <a:r>
                <a:rPr lang="en-GB" sz="1000" dirty="0" err="1"/>
                <a:t>nulla</a:t>
              </a:r>
              <a:r>
                <a:rPr lang="en-GB" sz="1000" dirty="0"/>
                <a:t> </a:t>
              </a:r>
              <a:r>
                <a:rPr lang="en-GB" sz="1000" dirty="0" err="1"/>
                <a:t>ut</a:t>
              </a:r>
              <a:r>
                <a:rPr lang="en-GB" sz="1000" dirty="0"/>
                <a:t> </a:t>
              </a:r>
              <a:r>
                <a:rPr lang="en-GB" sz="1000" dirty="0" err="1"/>
                <a:t>metus</a:t>
              </a:r>
              <a:r>
                <a:rPr lang="en-GB" sz="1000" dirty="0"/>
                <a:t> </a:t>
              </a:r>
              <a:r>
                <a:rPr lang="en-GB" sz="1000" dirty="0" err="1"/>
                <a:t>varius</a:t>
              </a:r>
              <a:r>
                <a:rPr lang="en-GB" sz="1000" dirty="0"/>
                <a:t> </a:t>
              </a:r>
              <a:r>
                <a:rPr lang="en-GB" sz="1000" dirty="0" err="1"/>
                <a:t>perdiet</a:t>
              </a:r>
              <a:r>
                <a:rPr lang="en-GB" sz="1000" dirty="0"/>
                <a:t>. </a:t>
              </a:r>
              <a:r>
                <a:rPr lang="en-GB" sz="1000" dirty="0" err="1"/>
                <a:t>Etiam</a:t>
              </a:r>
              <a:r>
                <a:rPr lang="en-GB" sz="1000" dirty="0"/>
                <a:t> </a:t>
              </a:r>
              <a:r>
                <a:rPr lang="en-GB" sz="1000" dirty="0" err="1"/>
                <a:t>consectetuer</a:t>
              </a:r>
              <a:r>
                <a:rPr lang="en-GB" sz="1000" dirty="0"/>
                <a:t> </a:t>
              </a:r>
              <a:r>
                <a:rPr lang="en-GB" sz="1000" dirty="0" err="1"/>
                <a:t>adi</a:t>
              </a:r>
              <a:endParaRPr lang="en-GB" sz="1000" dirty="0"/>
            </a:p>
            <a:p>
              <a:r>
                <a:rPr lang="en-GB" sz="1000" dirty="0" err="1"/>
                <a:t>Piscing</a:t>
              </a:r>
              <a:r>
                <a:rPr lang="en-GB" sz="1000" dirty="0"/>
                <a:t> </a:t>
              </a:r>
              <a:r>
                <a:rPr lang="en-GB" sz="1000" dirty="0" err="1"/>
                <a:t>elit</a:t>
              </a:r>
              <a:r>
                <a:rPr lang="en-GB" sz="1000" dirty="0"/>
                <a:t>. Aenean con </a:t>
              </a:r>
              <a:r>
                <a:rPr lang="en-GB" sz="1000" dirty="0" err="1"/>
                <a:t>commodo</a:t>
              </a:r>
              <a:r>
                <a:rPr lang="en-GB" sz="1000" dirty="0"/>
                <a:t> parturient </a:t>
              </a:r>
              <a:r>
                <a:rPr lang="en-GB" sz="1000" dirty="0" err="1"/>
                <a:t>montes</a:t>
              </a:r>
              <a:r>
                <a:rPr lang="en-GB" sz="1000" dirty="0"/>
                <a:t>, </a:t>
              </a:r>
              <a:r>
                <a:rPr lang="en-GB" sz="1000" dirty="0" err="1"/>
                <a:t>nascetur</a:t>
              </a:r>
              <a:r>
                <a:rPr lang="en-GB" sz="1000" dirty="0"/>
                <a:t> </a:t>
              </a:r>
              <a:r>
                <a:rPr lang="en-GB" sz="1000" dirty="0" err="1"/>
                <a:t>mus</a:t>
              </a:r>
              <a:r>
                <a:rPr lang="en-GB" sz="1000" dirty="0"/>
                <a:t> </a:t>
              </a:r>
              <a:r>
                <a:rPr lang="en-GB" sz="1000" dirty="0" err="1"/>
                <a:t>ridiculus</a:t>
              </a:r>
              <a:r>
                <a:rPr lang="en-GB" sz="1000" dirty="0"/>
                <a:t> </a:t>
              </a:r>
              <a:r>
                <a:rPr lang="en-GB" sz="1000" dirty="0" err="1"/>
                <a:t>quam</a:t>
              </a:r>
              <a:r>
                <a:rPr lang="en-GB" sz="1000" dirty="0"/>
                <a:t> </a:t>
              </a:r>
              <a:r>
                <a:rPr lang="en-GB" sz="1000" dirty="0" err="1"/>
                <a:t>felis</a:t>
              </a:r>
              <a:r>
                <a:rPr lang="en-GB" sz="1000" dirty="0"/>
                <a:t>, et</a:t>
              </a:r>
            </a:p>
            <a:p>
              <a:r>
                <a:rPr lang="en-GB" sz="1000" dirty="0" err="1"/>
                <a:t>Ultricies</a:t>
              </a:r>
              <a:r>
                <a:rPr lang="en-GB" sz="1000" dirty="0"/>
                <a:t> nec, </a:t>
              </a:r>
              <a:r>
                <a:rPr lang="en-GB" sz="1000" dirty="0" err="1"/>
                <a:t>pellentes</a:t>
              </a:r>
              <a:r>
                <a:rPr lang="en-GB" sz="1000" dirty="0"/>
                <a:t> </a:t>
              </a:r>
              <a:r>
                <a:rPr lang="en-GB" sz="1000" dirty="0" err="1"/>
                <a:t>pretium</a:t>
              </a:r>
              <a:r>
                <a:rPr lang="en-GB" sz="1000" dirty="0"/>
                <a:t> </a:t>
              </a:r>
              <a:r>
                <a:rPr lang="en-GB" sz="1000" dirty="0" err="1"/>
                <a:t>porttitor</a:t>
              </a:r>
              <a:r>
                <a:rPr lang="en-GB" sz="1000" dirty="0"/>
                <a:t> </a:t>
              </a:r>
              <a:r>
                <a:rPr lang="en-GB" sz="1000" dirty="0" err="1"/>
                <a:t>eu</a:t>
              </a:r>
              <a:r>
                <a:rPr lang="en-GB" sz="1000" dirty="0"/>
                <a:t>.</a:t>
              </a:r>
            </a:p>
          </p:txBody>
        </p:sp>
        <p:sp>
          <p:nvSpPr>
            <p:cNvPr id="25" name="Rectangle: Single Corner Snipped 24">
              <a:extLst>
                <a:ext uri="{FF2B5EF4-FFF2-40B4-BE49-F238E27FC236}">
                  <a16:creationId xmlns:a16="http://schemas.microsoft.com/office/drawing/2014/main" id="{9ED64B94-C23E-A7AA-2064-5123D754856E}"/>
                </a:ext>
              </a:extLst>
            </p:cNvPr>
            <p:cNvSpPr/>
            <p:nvPr userDrawn="1"/>
          </p:nvSpPr>
          <p:spPr>
            <a:xfrm>
              <a:off x="4095448" y="3688678"/>
              <a:ext cx="1630437" cy="2386897"/>
            </a:xfrm>
            <a:prstGeom prst="snip1Rect">
              <a:avLst>
                <a:gd name="adj" fmla="val 11335"/>
              </a:avLst>
            </a:prstGeom>
            <a:solidFill>
              <a:srgbClr val="F6F2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6000" tIns="54000" rIns="90000" rtlCol="0" anchor="t" anchorCtr="0"/>
            <a:lstStyle/>
            <a:p>
              <a:pPr algn="l"/>
              <a:r>
                <a:rPr lang="en-GB" sz="1000" b="1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2F8E9FE-7934-F544-0EB3-7C433FF03486}"/>
                </a:ext>
              </a:extLst>
            </p:cNvPr>
            <p:cNvSpPr txBox="1"/>
            <p:nvPr userDrawn="1"/>
          </p:nvSpPr>
          <p:spPr>
            <a:xfrm>
              <a:off x="4211561" y="4588209"/>
              <a:ext cx="1388533" cy="14873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GB" sz="1000" dirty="0" err="1"/>
                <a:t>Enean</a:t>
              </a:r>
              <a:r>
                <a:rPr lang="en-GB" sz="1000" dirty="0"/>
                <a:t> </a:t>
              </a:r>
              <a:r>
                <a:rPr lang="en-GB" sz="1000" dirty="0" err="1"/>
                <a:t>commodo</a:t>
              </a:r>
              <a:r>
                <a:rPr lang="en-GB" sz="1000" dirty="0"/>
                <a:t> ligula </a:t>
              </a:r>
              <a:r>
                <a:rPr lang="en-GB" sz="1000" dirty="0" err="1"/>
                <a:t>eget</a:t>
              </a:r>
              <a:r>
                <a:rPr lang="en-GB" sz="1000" dirty="0"/>
                <a:t> </a:t>
              </a:r>
              <a:r>
                <a:rPr lang="en-GB" sz="1000" dirty="0" err="1"/>
                <a:t>dolor</a:t>
              </a:r>
              <a:r>
                <a:rPr lang="en-GB" sz="1000" dirty="0"/>
                <a:t>. Aenean mass</a:t>
              </a:r>
            </a:p>
            <a:p>
              <a:r>
                <a:rPr lang="en-GB" sz="1000" dirty="0"/>
                <a:t>Cum </a:t>
              </a:r>
              <a:r>
                <a:rPr lang="en-GB" sz="1000" dirty="0" err="1"/>
                <a:t>socilis</a:t>
              </a:r>
              <a:r>
                <a:rPr lang="en-GB" sz="1000" dirty="0"/>
                <a:t> </a:t>
              </a:r>
              <a:r>
                <a:rPr lang="en-GB" sz="1000" dirty="0" err="1"/>
                <a:t>natoque</a:t>
              </a:r>
              <a:r>
                <a:rPr lang="en-GB" sz="1000" dirty="0"/>
                <a:t> pe</a:t>
              </a:r>
            </a:p>
            <a:p>
              <a:r>
                <a:rPr lang="en-GB" sz="1000" dirty="0" err="1"/>
                <a:t>Penatibus</a:t>
              </a:r>
              <a:r>
                <a:rPr lang="en-GB" sz="1000" dirty="0"/>
                <a:t> et Magnis dis </a:t>
              </a:r>
              <a:r>
                <a:rPr lang="en-GB" sz="1000" dirty="0" err="1"/>
                <a:t>parturiente</a:t>
              </a:r>
              <a:r>
                <a:rPr lang="en-GB" sz="1000" dirty="0"/>
                <a:t> </a:t>
              </a:r>
              <a:r>
                <a:rPr lang="en-GB" sz="1000" dirty="0" err="1"/>
                <a:t>montes</a:t>
              </a:r>
              <a:r>
                <a:rPr lang="en-GB" sz="1000" dirty="0"/>
                <a:t>, </a:t>
              </a:r>
              <a:r>
                <a:rPr lang="en-GB" sz="1000" dirty="0" err="1"/>
                <a:t>est</a:t>
              </a:r>
              <a:r>
                <a:rPr lang="en-GB" sz="1000" dirty="0"/>
                <a:t> </a:t>
              </a:r>
              <a:r>
                <a:rPr lang="en-GB" sz="1000" dirty="0" err="1"/>
                <a:t>nascetur</a:t>
              </a:r>
              <a:r>
                <a:rPr lang="en-GB" sz="1000" dirty="0"/>
                <a:t> </a:t>
              </a:r>
              <a:r>
                <a:rPr lang="en-GB" sz="1000" dirty="0" err="1"/>
                <a:t>ridiculus</a:t>
              </a:r>
              <a:r>
                <a:rPr lang="en-GB" sz="1000" dirty="0"/>
                <a:t> mus. Donec </a:t>
              </a:r>
              <a:r>
                <a:rPr lang="en-GB" sz="1000" dirty="0" err="1"/>
                <a:t>quam</a:t>
              </a:r>
              <a:r>
                <a:rPr lang="en-GB" sz="1000" dirty="0"/>
                <a:t> </a:t>
              </a:r>
              <a:r>
                <a:rPr lang="en-GB" sz="1000" dirty="0" err="1"/>
                <a:t>felis</a:t>
              </a:r>
              <a:r>
                <a:rPr lang="en-GB" sz="1000" dirty="0"/>
                <a:t>, nec </a:t>
              </a:r>
              <a:r>
                <a:rPr lang="en-GB" sz="1000" dirty="0" err="1"/>
                <a:t>ultricies</a:t>
              </a:r>
              <a:r>
                <a:rPr lang="en-GB" sz="1000" dirty="0"/>
                <a:t> </a:t>
              </a:r>
              <a:r>
                <a:rPr lang="en-GB" sz="1000" dirty="0" err="1"/>
                <a:t>pellentesque</a:t>
              </a:r>
              <a:r>
                <a:rPr lang="en-GB" sz="1000" dirty="0"/>
                <a:t> </a:t>
              </a:r>
              <a:r>
                <a:rPr lang="en-GB" sz="1000" dirty="0" err="1"/>
                <a:t>eu</a:t>
              </a:r>
              <a:r>
                <a:rPr lang="en-GB" sz="1000" dirty="0"/>
                <a:t> </a:t>
              </a:r>
              <a:r>
                <a:rPr lang="en-GB" sz="1000" dirty="0" err="1"/>
                <a:t>pretium</a:t>
              </a:r>
              <a:r>
                <a:rPr lang="en-GB" sz="1000" dirty="0"/>
                <a:t> </a:t>
              </a:r>
              <a:r>
                <a:rPr lang="en-GB" sz="1000" dirty="0" err="1"/>
                <a:t>porttitor</a:t>
              </a:r>
              <a:r>
                <a:rPr lang="en-GB" sz="1000" dirty="0"/>
                <a:t> </a:t>
              </a:r>
              <a:r>
                <a:rPr lang="en-GB" sz="1000" dirty="0" err="1"/>
                <a:t>eu</a:t>
              </a:r>
              <a:r>
                <a:rPr lang="en-GB" sz="1000" dirty="0"/>
                <a:t>.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CD7388E-6237-15FB-F778-3CFC886E6F1D}"/>
                </a:ext>
              </a:extLst>
            </p:cNvPr>
            <p:cNvCxnSpPr/>
            <p:nvPr userDrawn="1"/>
          </p:nvCxnSpPr>
          <p:spPr>
            <a:xfrm>
              <a:off x="3391578" y="4326851"/>
              <a:ext cx="598531" cy="0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306D553-63A6-2234-ACB1-19BD33888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855583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1767B7-AF62-9A91-9DFF-F52CD53A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2C03E8-E6E8-2F39-CC47-8C0224221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pPr/>
              <a:t>31</a:t>
            </a:fld>
            <a:endParaRPr lang="en-GB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9C7FB7D-BD94-F697-D327-D90A7D7E2595}"/>
              </a:ext>
            </a:extLst>
          </p:cNvPr>
          <p:cNvGrpSpPr/>
          <p:nvPr/>
        </p:nvGrpSpPr>
        <p:grpSpPr>
          <a:xfrm>
            <a:off x="0" y="1647930"/>
            <a:ext cx="12192000" cy="3583878"/>
            <a:chOff x="0" y="1647930"/>
            <a:chExt cx="12192000" cy="358387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62F263-D11F-9709-A0B4-49F94E5FEA55}"/>
                </a:ext>
              </a:extLst>
            </p:cNvPr>
            <p:cNvSpPr/>
            <p:nvPr/>
          </p:nvSpPr>
          <p:spPr>
            <a:xfrm>
              <a:off x="0" y="3247522"/>
              <a:ext cx="12192000" cy="360000"/>
            </a:xfrm>
            <a:prstGeom prst="rect">
              <a:avLst/>
            </a:prstGeom>
            <a:solidFill>
              <a:srgbClr val="E5DF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DA660-950C-30C9-A8C5-3CE0F8A6CECE}"/>
                </a:ext>
              </a:extLst>
            </p:cNvPr>
            <p:cNvSpPr txBox="1"/>
            <p:nvPr/>
          </p:nvSpPr>
          <p:spPr>
            <a:xfrm>
              <a:off x="2788418" y="1647930"/>
              <a:ext cx="1848896" cy="6809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GB" sz="1000" b="1" dirty="0"/>
                <a:t>Lorem Ipsum</a:t>
              </a:r>
            </a:p>
            <a:p>
              <a:pPr>
                <a:spcBef>
                  <a:spcPts val="400"/>
                </a:spcBef>
              </a:pPr>
              <a:r>
                <a:rPr lang="en-GB" sz="1000" dirty="0"/>
                <a:t>Lorem ipsum </a:t>
              </a:r>
              <a:r>
                <a:rPr lang="en-GB" sz="1000" dirty="0" err="1"/>
                <a:t>dolor</a:t>
              </a:r>
              <a:r>
                <a:rPr lang="en-GB" sz="1000" dirty="0"/>
                <a:t> sit </a:t>
              </a:r>
              <a:r>
                <a:rPr lang="en-GB" sz="1000" dirty="0" err="1"/>
                <a:t>amet</a:t>
              </a:r>
              <a:r>
                <a:rPr lang="en-GB" sz="1000" dirty="0"/>
                <a:t>, </a:t>
              </a:r>
              <a:r>
                <a:rPr lang="en-GB" sz="1000" dirty="0" err="1"/>
                <a:t>consecteturer</a:t>
              </a:r>
              <a:r>
                <a:rPr lang="en-GB" sz="1000" dirty="0"/>
                <a:t> </a:t>
              </a:r>
              <a:r>
                <a:rPr lang="en-GB" sz="1000" dirty="0" err="1"/>
                <a:t>adipiscing</a:t>
              </a:r>
              <a:r>
                <a:rPr lang="en-GB" sz="1000" dirty="0"/>
                <a:t> Aenean </a:t>
              </a:r>
              <a:r>
                <a:rPr lang="en-GB" sz="1000" dirty="0" err="1"/>
                <a:t>commodo</a:t>
              </a:r>
              <a:r>
                <a:rPr lang="en-GB" sz="1000" dirty="0"/>
                <a:t> ligula </a:t>
              </a:r>
              <a:r>
                <a:rPr lang="en-GB" sz="1000" dirty="0" err="1"/>
                <a:t>eget</a:t>
              </a:r>
              <a:r>
                <a:rPr lang="en-GB" sz="1000" dirty="0"/>
                <a:t> </a:t>
              </a:r>
              <a:r>
                <a:rPr lang="en-GB" sz="1000" dirty="0" err="1"/>
                <a:t>dolor</a:t>
              </a:r>
              <a:r>
                <a:rPr lang="en-GB" sz="1000" dirty="0"/>
                <a:t>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9335A03-8C15-91D9-9CAE-68ED2452A2A0}"/>
                </a:ext>
              </a:extLst>
            </p:cNvPr>
            <p:cNvSpPr txBox="1"/>
            <p:nvPr/>
          </p:nvSpPr>
          <p:spPr>
            <a:xfrm>
              <a:off x="6129495" y="1647930"/>
              <a:ext cx="1848896" cy="6809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GB" sz="1000" b="1" dirty="0"/>
                <a:t>Lorem Ipsum</a:t>
              </a:r>
            </a:p>
            <a:p>
              <a:pPr>
                <a:spcBef>
                  <a:spcPts val="400"/>
                </a:spcBef>
              </a:pPr>
              <a:r>
                <a:rPr lang="en-GB" sz="1000" dirty="0"/>
                <a:t>Lorem ipsum </a:t>
              </a:r>
              <a:r>
                <a:rPr lang="en-GB" sz="1000" dirty="0" err="1"/>
                <a:t>dolor</a:t>
              </a:r>
              <a:r>
                <a:rPr lang="en-GB" sz="1000" dirty="0"/>
                <a:t> sit </a:t>
              </a:r>
              <a:r>
                <a:rPr lang="en-GB" sz="1000" dirty="0" err="1"/>
                <a:t>amet</a:t>
              </a:r>
              <a:r>
                <a:rPr lang="en-GB" sz="1000" dirty="0"/>
                <a:t>, </a:t>
              </a:r>
              <a:r>
                <a:rPr lang="en-GB" sz="1000" dirty="0" err="1"/>
                <a:t>consecteturer</a:t>
              </a:r>
              <a:r>
                <a:rPr lang="en-GB" sz="1000" dirty="0"/>
                <a:t> </a:t>
              </a:r>
              <a:r>
                <a:rPr lang="en-GB" sz="1000" dirty="0" err="1"/>
                <a:t>adipiscing</a:t>
              </a:r>
              <a:r>
                <a:rPr lang="en-GB" sz="1000" dirty="0"/>
                <a:t> Aenean </a:t>
              </a:r>
              <a:r>
                <a:rPr lang="en-GB" sz="1000" dirty="0" err="1"/>
                <a:t>commodo</a:t>
              </a:r>
              <a:r>
                <a:rPr lang="en-GB" sz="1000" dirty="0"/>
                <a:t> ligula </a:t>
              </a:r>
              <a:r>
                <a:rPr lang="en-GB" sz="1000" dirty="0" err="1"/>
                <a:t>eget</a:t>
              </a:r>
              <a:r>
                <a:rPr lang="en-GB" sz="1000" dirty="0"/>
                <a:t> </a:t>
              </a:r>
              <a:r>
                <a:rPr lang="en-GB" sz="1000" dirty="0" err="1"/>
                <a:t>dolor</a:t>
              </a:r>
              <a:r>
                <a:rPr lang="en-GB" sz="1000" dirty="0"/>
                <a:t>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0C3319-78F8-96C7-5B8B-E6A9CB49DB4D}"/>
                </a:ext>
              </a:extLst>
            </p:cNvPr>
            <p:cNvSpPr txBox="1"/>
            <p:nvPr/>
          </p:nvSpPr>
          <p:spPr>
            <a:xfrm>
              <a:off x="9319847" y="1647930"/>
              <a:ext cx="1848896" cy="6809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GB" sz="1000" b="1" dirty="0"/>
                <a:t>Lorem Ipsum</a:t>
              </a:r>
            </a:p>
            <a:p>
              <a:pPr>
                <a:spcBef>
                  <a:spcPts val="400"/>
                </a:spcBef>
              </a:pPr>
              <a:r>
                <a:rPr lang="en-GB" sz="1000" dirty="0"/>
                <a:t>Lorem ipsum </a:t>
              </a:r>
              <a:r>
                <a:rPr lang="en-GB" sz="1000" dirty="0" err="1"/>
                <a:t>dolor</a:t>
              </a:r>
              <a:r>
                <a:rPr lang="en-GB" sz="1000" dirty="0"/>
                <a:t> sit </a:t>
              </a:r>
              <a:r>
                <a:rPr lang="en-GB" sz="1000" dirty="0" err="1"/>
                <a:t>amet</a:t>
              </a:r>
              <a:r>
                <a:rPr lang="en-GB" sz="1000" dirty="0"/>
                <a:t>, </a:t>
              </a:r>
              <a:r>
                <a:rPr lang="en-GB" sz="1000" dirty="0" err="1"/>
                <a:t>consecteturer</a:t>
              </a:r>
              <a:r>
                <a:rPr lang="en-GB" sz="1000" dirty="0"/>
                <a:t> </a:t>
              </a:r>
              <a:r>
                <a:rPr lang="en-GB" sz="1000" dirty="0" err="1"/>
                <a:t>adipiscing</a:t>
              </a:r>
              <a:r>
                <a:rPr lang="en-GB" sz="1000" dirty="0"/>
                <a:t> Aenean </a:t>
              </a:r>
              <a:r>
                <a:rPr lang="en-GB" sz="1000" dirty="0" err="1"/>
                <a:t>commodo</a:t>
              </a:r>
              <a:r>
                <a:rPr lang="en-GB" sz="1000" dirty="0"/>
                <a:t> ligula </a:t>
              </a:r>
              <a:r>
                <a:rPr lang="en-GB" sz="1000" dirty="0" err="1"/>
                <a:t>eget</a:t>
              </a:r>
              <a:r>
                <a:rPr lang="en-GB" sz="1000" dirty="0"/>
                <a:t> </a:t>
              </a:r>
              <a:r>
                <a:rPr lang="en-GB" sz="1000" dirty="0" err="1"/>
                <a:t>dolor</a:t>
              </a:r>
              <a:r>
                <a:rPr lang="en-GB" sz="1000" dirty="0"/>
                <a:t>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E5FADB-1E77-5BD2-B654-4479CDB19CC3}"/>
                </a:ext>
              </a:extLst>
            </p:cNvPr>
            <p:cNvSpPr txBox="1"/>
            <p:nvPr/>
          </p:nvSpPr>
          <p:spPr>
            <a:xfrm>
              <a:off x="3466682" y="4550875"/>
              <a:ext cx="1848896" cy="6809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GB" sz="1000" b="1" dirty="0"/>
                <a:t>Lorem Ipsum</a:t>
              </a:r>
            </a:p>
            <a:p>
              <a:pPr>
                <a:spcBef>
                  <a:spcPts val="400"/>
                </a:spcBef>
              </a:pPr>
              <a:r>
                <a:rPr lang="en-GB" sz="1000" dirty="0"/>
                <a:t>Lorem ipsum </a:t>
              </a:r>
              <a:r>
                <a:rPr lang="en-GB" sz="1000" dirty="0" err="1"/>
                <a:t>dolor</a:t>
              </a:r>
              <a:r>
                <a:rPr lang="en-GB" sz="1000" dirty="0"/>
                <a:t> sit </a:t>
              </a:r>
              <a:r>
                <a:rPr lang="en-GB" sz="1000" dirty="0" err="1"/>
                <a:t>amet</a:t>
              </a:r>
              <a:r>
                <a:rPr lang="en-GB" sz="1000" dirty="0"/>
                <a:t>, </a:t>
              </a:r>
              <a:r>
                <a:rPr lang="en-GB" sz="1000" dirty="0" err="1"/>
                <a:t>consecteturer</a:t>
              </a:r>
              <a:r>
                <a:rPr lang="en-GB" sz="1000" dirty="0"/>
                <a:t> </a:t>
              </a:r>
              <a:r>
                <a:rPr lang="en-GB" sz="1000" dirty="0" err="1"/>
                <a:t>adipiscing</a:t>
              </a:r>
              <a:r>
                <a:rPr lang="en-GB" sz="1000" dirty="0"/>
                <a:t> Aenean </a:t>
              </a:r>
              <a:r>
                <a:rPr lang="en-GB" sz="1000" dirty="0" err="1"/>
                <a:t>commodo</a:t>
              </a:r>
              <a:r>
                <a:rPr lang="en-GB" sz="1000" dirty="0"/>
                <a:t> ligula </a:t>
              </a:r>
              <a:r>
                <a:rPr lang="en-GB" sz="1000" dirty="0" err="1"/>
                <a:t>eget</a:t>
              </a:r>
              <a:r>
                <a:rPr lang="en-GB" sz="1000" dirty="0"/>
                <a:t> </a:t>
              </a:r>
              <a:r>
                <a:rPr lang="en-GB" sz="1000" dirty="0" err="1"/>
                <a:t>dolor</a:t>
              </a:r>
              <a:r>
                <a:rPr lang="en-GB" sz="1000" dirty="0"/>
                <a:t>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D3A8E0F-9386-5399-B899-42612B0D30A0}"/>
                </a:ext>
              </a:extLst>
            </p:cNvPr>
            <p:cNvSpPr txBox="1"/>
            <p:nvPr/>
          </p:nvSpPr>
          <p:spPr>
            <a:xfrm>
              <a:off x="8400423" y="4550875"/>
              <a:ext cx="1848896" cy="6809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GB" sz="1000" b="1" dirty="0"/>
                <a:t>Lorem Ipsum</a:t>
              </a:r>
            </a:p>
            <a:p>
              <a:pPr>
                <a:spcBef>
                  <a:spcPts val="400"/>
                </a:spcBef>
              </a:pPr>
              <a:r>
                <a:rPr lang="en-GB" sz="1000" dirty="0"/>
                <a:t>Lorem ipsum </a:t>
              </a:r>
              <a:r>
                <a:rPr lang="en-GB" sz="1000" dirty="0" err="1"/>
                <a:t>dolor</a:t>
              </a:r>
              <a:r>
                <a:rPr lang="en-GB" sz="1000" dirty="0"/>
                <a:t> sit </a:t>
              </a:r>
              <a:r>
                <a:rPr lang="en-GB" sz="1000" dirty="0" err="1"/>
                <a:t>amet</a:t>
              </a:r>
              <a:r>
                <a:rPr lang="en-GB" sz="1000" dirty="0"/>
                <a:t>, </a:t>
              </a:r>
              <a:r>
                <a:rPr lang="en-GB" sz="1000" dirty="0" err="1"/>
                <a:t>consecteturer</a:t>
              </a:r>
              <a:r>
                <a:rPr lang="en-GB" sz="1000" dirty="0"/>
                <a:t> </a:t>
              </a:r>
              <a:r>
                <a:rPr lang="en-GB" sz="1000" dirty="0" err="1"/>
                <a:t>adipiscing</a:t>
              </a:r>
              <a:r>
                <a:rPr lang="en-GB" sz="1000" dirty="0"/>
                <a:t> Aenean </a:t>
              </a:r>
              <a:r>
                <a:rPr lang="en-GB" sz="1000" dirty="0" err="1"/>
                <a:t>commodo</a:t>
              </a:r>
              <a:r>
                <a:rPr lang="en-GB" sz="1000" dirty="0"/>
                <a:t> ligula </a:t>
              </a:r>
              <a:r>
                <a:rPr lang="en-GB" sz="1000" dirty="0" err="1"/>
                <a:t>eget</a:t>
              </a:r>
              <a:r>
                <a:rPr lang="en-GB" sz="1000" dirty="0"/>
                <a:t> </a:t>
              </a:r>
              <a:r>
                <a:rPr lang="en-GB" sz="1000" dirty="0" err="1"/>
                <a:t>dolor</a:t>
              </a:r>
              <a:r>
                <a:rPr lang="en-GB" sz="1000" dirty="0"/>
                <a:t>.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BDBB38F-0EF5-BC0E-DD6D-D5AA14655A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2716" y="1723292"/>
              <a:ext cx="0" cy="1882325"/>
            </a:xfrm>
            <a:prstGeom prst="line">
              <a:avLst/>
            </a:prstGeom>
            <a:ln w="12700"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187801-E0F8-7B1D-8044-0B4075873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9073" y="1723292"/>
              <a:ext cx="0" cy="1882325"/>
            </a:xfrm>
            <a:prstGeom prst="line">
              <a:avLst/>
            </a:prstGeom>
            <a:ln w="12700"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0B11A78-1582-F6E7-8E28-F38B376C0F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721" y="1723292"/>
              <a:ext cx="0" cy="1882325"/>
            </a:xfrm>
            <a:prstGeom prst="line">
              <a:avLst/>
            </a:prstGeom>
            <a:ln w="12700"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FF1AB3-5B01-23C4-A6C5-B7BFBD6E8F21}"/>
                </a:ext>
              </a:extLst>
            </p:cNvPr>
            <p:cNvCxnSpPr>
              <a:cxnSpLocks/>
            </p:cNvCxnSpPr>
            <p:nvPr/>
          </p:nvCxnSpPr>
          <p:spPr>
            <a:xfrm>
              <a:off x="3310042" y="3247522"/>
              <a:ext cx="0" cy="1882162"/>
            </a:xfrm>
            <a:prstGeom prst="line">
              <a:avLst/>
            </a:prstGeom>
            <a:ln w="12700"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BA91AAA-FBEF-7A1F-69E4-E7AD9D445AA2}"/>
                </a:ext>
              </a:extLst>
            </p:cNvPr>
            <p:cNvCxnSpPr>
              <a:cxnSpLocks/>
            </p:cNvCxnSpPr>
            <p:nvPr/>
          </p:nvCxnSpPr>
          <p:spPr>
            <a:xfrm>
              <a:off x="8228710" y="3247522"/>
              <a:ext cx="0" cy="1882162"/>
            </a:xfrm>
            <a:prstGeom prst="line">
              <a:avLst/>
            </a:prstGeom>
            <a:ln w="12700"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EFEB86-E11A-F7F6-C120-78EB571C013D}"/>
                </a:ext>
              </a:extLst>
            </p:cNvPr>
            <p:cNvCxnSpPr/>
            <p:nvPr/>
          </p:nvCxnSpPr>
          <p:spPr>
            <a:xfrm>
              <a:off x="2784608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AACF3D5-25AF-1483-8485-F1749BC7B0A4}"/>
                </a:ext>
              </a:extLst>
            </p:cNvPr>
            <p:cNvCxnSpPr/>
            <p:nvPr/>
          </p:nvCxnSpPr>
          <p:spPr>
            <a:xfrm>
              <a:off x="3178943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2A98952-D85C-AE58-22C7-4D667083B26D}"/>
                </a:ext>
              </a:extLst>
            </p:cNvPr>
            <p:cNvCxnSpPr/>
            <p:nvPr/>
          </p:nvCxnSpPr>
          <p:spPr>
            <a:xfrm>
              <a:off x="3047498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2F54A47-9D55-2364-ECD6-E6F9F29CB8C9}"/>
                </a:ext>
              </a:extLst>
            </p:cNvPr>
            <p:cNvCxnSpPr/>
            <p:nvPr/>
          </p:nvCxnSpPr>
          <p:spPr>
            <a:xfrm>
              <a:off x="2916053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5AB19A3-4F5D-3BFA-1E34-61B349D1027E}"/>
                </a:ext>
              </a:extLst>
            </p:cNvPr>
            <p:cNvCxnSpPr/>
            <p:nvPr/>
          </p:nvCxnSpPr>
          <p:spPr>
            <a:xfrm>
              <a:off x="3445643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AA7BDE0-E87D-ABCE-79DB-4EB75EEA3B75}"/>
                </a:ext>
              </a:extLst>
            </p:cNvPr>
            <p:cNvCxnSpPr/>
            <p:nvPr/>
          </p:nvCxnSpPr>
          <p:spPr>
            <a:xfrm>
              <a:off x="5840228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1EA2D06-272A-AE02-4457-152912A556F6}"/>
                </a:ext>
              </a:extLst>
            </p:cNvPr>
            <p:cNvCxnSpPr/>
            <p:nvPr/>
          </p:nvCxnSpPr>
          <p:spPr>
            <a:xfrm>
              <a:off x="3578676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BEC23CD-D396-BD7A-9A90-63E002F9A323}"/>
                </a:ext>
              </a:extLst>
            </p:cNvPr>
            <p:cNvCxnSpPr/>
            <p:nvPr/>
          </p:nvCxnSpPr>
          <p:spPr>
            <a:xfrm>
              <a:off x="3711708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656C0A9-9A59-7D22-ECCE-0A3EFD93F295}"/>
                </a:ext>
              </a:extLst>
            </p:cNvPr>
            <p:cNvCxnSpPr/>
            <p:nvPr/>
          </p:nvCxnSpPr>
          <p:spPr>
            <a:xfrm>
              <a:off x="3844741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DCEF8F-6137-344A-7282-3DA62BE0632E}"/>
                </a:ext>
              </a:extLst>
            </p:cNvPr>
            <p:cNvCxnSpPr/>
            <p:nvPr/>
          </p:nvCxnSpPr>
          <p:spPr>
            <a:xfrm>
              <a:off x="3977774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8D8A9-197D-5DB1-775C-7F83E3F3A86E}"/>
                </a:ext>
              </a:extLst>
            </p:cNvPr>
            <p:cNvCxnSpPr/>
            <p:nvPr/>
          </p:nvCxnSpPr>
          <p:spPr>
            <a:xfrm>
              <a:off x="4110807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D916876-891A-0CAC-3D30-5366CDCFA544}"/>
                </a:ext>
              </a:extLst>
            </p:cNvPr>
            <p:cNvCxnSpPr/>
            <p:nvPr/>
          </p:nvCxnSpPr>
          <p:spPr>
            <a:xfrm>
              <a:off x="4243840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7B4983F-872F-3304-6938-2020F1A21FCD}"/>
                </a:ext>
              </a:extLst>
            </p:cNvPr>
            <p:cNvCxnSpPr/>
            <p:nvPr/>
          </p:nvCxnSpPr>
          <p:spPr>
            <a:xfrm>
              <a:off x="4376873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C46E938-55BB-6E37-5BA6-5638135E7DE6}"/>
                </a:ext>
              </a:extLst>
            </p:cNvPr>
            <p:cNvCxnSpPr/>
            <p:nvPr/>
          </p:nvCxnSpPr>
          <p:spPr>
            <a:xfrm>
              <a:off x="4509906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F4591D0-EB8C-CA7D-0127-994DF95771D4}"/>
                </a:ext>
              </a:extLst>
            </p:cNvPr>
            <p:cNvCxnSpPr/>
            <p:nvPr/>
          </p:nvCxnSpPr>
          <p:spPr>
            <a:xfrm>
              <a:off x="4642939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EDE2599-8D7E-9F7D-F193-F90E2C4567AA}"/>
                </a:ext>
              </a:extLst>
            </p:cNvPr>
            <p:cNvCxnSpPr/>
            <p:nvPr/>
          </p:nvCxnSpPr>
          <p:spPr>
            <a:xfrm>
              <a:off x="4775972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FD13574-6117-81F0-8955-62BA42B1971C}"/>
                </a:ext>
              </a:extLst>
            </p:cNvPr>
            <p:cNvCxnSpPr/>
            <p:nvPr/>
          </p:nvCxnSpPr>
          <p:spPr>
            <a:xfrm>
              <a:off x="4909005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D2D2766-1F2E-19C7-EDE9-6283BEA5525E}"/>
                </a:ext>
              </a:extLst>
            </p:cNvPr>
            <p:cNvCxnSpPr/>
            <p:nvPr/>
          </p:nvCxnSpPr>
          <p:spPr>
            <a:xfrm>
              <a:off x="5042038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CC50822-3777-56E1-D7BB-BE7A985D9436}"/>
                </a:ext>
              </a:extLst>
            </p:cNvPr>
            <p:cNvCxnSpPr/>
            <p:nvPr/>
          </p:nvCxnSpPr>
          <p:spPr>
            <a:xfrm>
              <a:off x="5175071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D6E954A-7D18-EEE5-B79C-00A742B992FA}"/>
                </a:ext>
              </a:extLst>
            </p:cNvPr>
            <p:cNvCxnSpPr/>
            <p:nvPr/>
          </p:nvCxnSpPr>
          <p:spPr>
            <a:xfrm>
              <a:off x="5308104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7906694-E890-C4A9-8B58-92C3377E68BF}"/>
                </a:ext>
              </a:extLst>
            </p:cNvPr>
            <p:cNvCxnSpPr/>
            <p:nvPr/>
          </p:nvCxnSpPr>
          <p:spPr>
            <a:xfrm>
              <a:off x="5441137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EB44DD7-B990-E67A-F1E2-E9F3985CE263}"/>
                </a:ext>
              </a:extLst>
            </p:cNvPr>
            <p:cNvCxnSpPr/>
            <p:nvPr/>
          </p:nvCxnSpPr>
          <p:spPr>
            <a:xfrm>
              <a:off x="5574170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84F5961-70F3-B76B-1B49-21EFF4F87DB7}"/>
                </a:ext>
              </a:extLst>
            </p:cNvPr>
            <p:cNvCxnSpPr/>
            <p:nvPr/>
          </p:nvCxnSpPr>
          <p:spPr>
            <a:xfrm>
              <a:off x="5707203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A15EC5A-3386-6C28-EF1B-E1EA231DF3FB}"/>
                </a:ext>
              </a:extLst>
            </p:cNvPr>
            <p:cNvCxnSpPr/>
            <p:nvPr/>
          </p:nvCxnSpPr>
          <p:spPr>
            <a:xfrm>
              <a:off x="6096000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A251F9A-040E-C0D9-2F60-C2789930B6A6}"/>
                </a:ext>
              </a:extLst>
            </p:cNvPr>
            <p:cNvCxnSpPr/>
            <p:nvPr/>
          </p:nvCxnSpPr>
          <p:spPr>
            <a:xfrm>
              <a:off x="6229459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87C94B6-C430-CB71-9A18-C18CA1234A3B}"/>
                </a:ext>
              </a:extLst>
            </p:cNvPr>
            <p:cNvCxnSpPr/>
            <p:nvPr/>
          </p:nvCxnSpPr>
          <p:spPr>
            <a:xfrm>
              <a:off x="6362918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B7E1280-E560-C1E9-134F-0B7A6FC358AF}"/>
                </a:ext>
              </a:extLst>
            </p:cNvPr>
            <p:cNvCxnSpPr/>
            <p:nvPr/>
          </p:nvCxnSpPr>
          <p:spPr>
            <a:xfrm>
              <a:off x="6496377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F33AA19-F475-7D2C-FF36-0C87A91BE17C}"/>
                </a:ext>
              </a:extLst>
            </p:cNvPr>
            <p:cNvCxnSpPr/>
            <p:nvPr/>
          </p:nvCxnSpPr>
          <p:spPr>
            <a:xfrm>
              <a:off x="6629836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6939470-F843-25DC-51BB-85516E0E3B8F}"/>
                </a:ext>
              </a:extLst>
            </p:cNvPr>
            <p:cNvCxnSpPr/>
            <p:nvPr/>
          </p:nvCxnSpPr>
          <p:spPr>
            <a:xfrm>
              <a:off x="6763295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80CEEE5-8C33-944C-4771-BCD2354AF005}"/>
                </a:ext>
              </a:extLst>
            </p:cNvPr>
            <p:cNvCxnSpPr/>
            <p:nvPr/>
          </p:nvCxnSpPr>
          <p:spPr>
            <a:xfrm>
              <a:off x="6896754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E0A586F-2E8F-062E-BC02-BCBC57A160DA}"/>
                </a:ext>
              </a:extLst>
            </p:cNvPr>
            <p:cNvCxnSpPr/>
            <p:nvPr/>
          </p:nvCxnSpPr>
          <p:spPr>
            <a:xfrm>
              <a:off x="7030213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DCCEB0E-347B-07FA-54F1-866E67AF59D9}"/>
                </a:ext>
              </a:extLst>
            </p:cNvPr>
            <p:cNvCxnSpPr/>
            <p:nvPr/>
          </p:nvCxnSpPr>
          <p:spPr>
            <a:xfrm>
              <a:off x="7163672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B8D572C-92FD-DEA6-075E-7FDC1ACD86AF}"/>
                </a:ext>
              </a:extLst>
            </p:cNvPr>
            <p:cNvCxnSpPr/>
            <p:nvPr/>
          </p:nvCxnSpPr>
          <p:spPr>
            <a:xfrm>
              <a:off x="7297131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DFE4C09-7CF1-58EF-D179-B3C7304F33F3}"/>
                </a:ext>
              </a:extLst>
            </p:cNvPr>
            <p:cNvCxnSpPr/>
            <p:nvPr/>
          </p:nvCxnSpPr>
          <p:spPr>
            <a:xfrm>
              <a:off x="7430590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8DEAD9B-3FB9-E360-A1B3-9B40501269F8}"/>
                </a:ext>
              </a:extLst>
            </p:cNvPr>
            <p:cNvCxnSpPr/>
            <p:nvPr/>
          </p:nvCxnSpPr>
          <p:spPr>
            <a:xfrm>
              <a:off x="7564049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AD88C9C-423A-AE22-C82B-000844E8C871}"/>
                </a:ext>
              </a:extLst>
            </p:cNvPr>
            <p:cNvCxnSpPr/>
            <p:nvPr/>
          </p:nvCxnSpPr>
          <p:spPr>
            <a:xfrm>
              <a:off x="7697508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9861E15-8EA8-FED4-170A-A4A866A51EE3}"/>
                </a:ext>
              </a:extLst>
            </p:cNvPr>
            <p:cNvCxnSpPr/>
            <p:nvPr/>
          </p:nvCxnSpPr>
          <p:spPr>
            <a:xfrm>
              <a:off x="7830967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788A806-17C8-2B5B-4CF9-DB41B7E625EE}"/>
                </a:ext>
              </a:extLst>
            </p:cNvPr>
            <p:cNvCxnSpPr/>
            <p:nvPr/>
          </p:nvCxnSpPr>
          <p:spPr>
            <a:xfrm>
              <a:off x="7964426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C46B666-E438-F43F-C558-9DF98EE4F10D}"/>
                </a:ext>
              </a:extLst>
            </p:cNvPr>
            <p:cNvCxnSpPr/>
            <p:nvPr/>
          </p:nvCxnSpPr>
          <p:spPr>
            <a:xfrm>
              <a:off x="8097883" y="3247522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B35E5D0-9681-734D-ADBE-78DB54C3BCAE}"/>
                </a:ext>
              </a:extLst>
            </p:cNvPr>
            <p:cNvCxnSpPr/>
            <p:nvPr/>
          </p:nvCxnSpPr>
          <p:spPr>
            <a:xfrm>
              <a:off x="8356963" y="3247200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61741E4-3256-5C06-F4AF-2D32FF288D33}"/>
                </a:ext>
              </a:extLst>
            </p:cNvPr>
            <p:cNvCxnSpPr/>
            <p:nvPr/>
          </p:nvCxnSpPr>
          <p:spPr>
            <a:xfrm>
              <a:off x="9023713" y="3247200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4CD2D21-D36F-6DB9-5B39-05E94B35F755}"/>
                </a:ext>
              </a:extLst>
            </p:cNvPr>
            <p:cNvCxnSpPr/>
            <p:nvPr/>
          </p:nvCxnSpPr>
          <p:spPr>
            <a:xfrm>
              <a:off x="8490313" y="3247200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9AC5E03-586D-2981-545D-C2187777F4D5}"/>
                </a:ext>
              </a:extLst>
            </p:cNvPr>
            <p:cNvCxnSpPr/>
            <p:nvPr/>
          </p:nvCxnSpPr>
          <p:spPr>
            <a:xfrm>
              <a:off x="8623663" y="3247200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AB1D41-9356-4BAE-2EE1-1AEF01570AE1}"/>
                </a:ext>
              </a:extLst>
            </p:cNvPr>
            <p:cNvCxnSpPr/>
            <p:nvPr/>
          </p:nvCxnSpPr>
          <p:spPr>
            <a:xfrm>
              <a:off x="8757013" y="3247200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BF68522-BD7F-7AAC-BAA2-520E9E5B68FE}"/>
                </a:ext>
              </a:extLst>
            </p:cNvPr>
            <p:cNvCxnSpPr/>
            <p:nvPr/>
          </p:nvCxnSpPr>
          <p:spPr>
            <a:xfrm>
              <a:off x="8890363" y="3247200"/>
              <a:ext cx="0" cy="36000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F2D801ED-E357-CB69-46C7-876E440A6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704055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C5C74A-8C3A-884B-88D4-B8FF08D9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3FE5C-5D15-768C-5A79-F2AA7C586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32</a:t>
            </a:fld>
            <a:endParaRPr lang="en-GB" dirty="0"/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7CC6CCE8-4326-E7C5-83B1-E23B3147E4C9}"/>
              </a:ext>
            </a:extLst>
          </p:cNvPr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287883058"/>
              </p:ext>
            </p:extLst>
          </p:nvPr>
        </p:nvGraphicFramePr>
        <p:xfrm>
          <a:off x="395288" y="1385888"/>
          <a:ext cx="11401425" cy="43420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9604">
                  <a:extLst>
                    <a:ext uri="{9D8B030D-6E8A-4147-A177-3AD203B41FA5}">
                      <a16:colId xmlns:a16="http://schemas.microsoft.com/office/drawing/2014/main" val="6341077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73922024"/>
                    </a:ext>
                  </a:extLst>
                </a:gridCol>
                <a:gridCol w="2615307">
                  <a:extLst>
                    <a:ext uri="{9D8B030D-6E8A-4147-A177-3AD203B41FA5}">
                      <a16:colId xmlns:a16="http://schemas.microsoft.com/office/drawing/2014/main" val="34465853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52024953"/>
                    </a:ext>
                  </a:extLst>
                </a:gridCol>
                <a:gridCol w="2655500">
                  <a:extLst>
                    <a:ext uri="{9D8B030D-6E8A-4147-A177-3AD203B41FA5}">
                      <a16:colId xmlns:a16="http://schemas.microsoft.com/office/drawing/2014/main" val="38855408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69361572"/>
                    </a:ext>
                  </a:extLst>
                </a:gridCol>
                <a:gridCol w="2806174">
                  <a:extLst>
                    <a:ext uri="{9D8B030D-6E8A-4147-A177-3AD203B41FA5}">
                      <a16:colId xmlns:a16="http://schemas.microsoft.com/office/drawing/2014/main" val="3019512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5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GB" sz="2400" kern="1200" dirty="0">
                          <a:solidFill>
                            <a:srgbClr val="E31837"/>
                          </a:solidFill>
                          <a:latin typeface="+mn-lt"/>
                          <a:ea typeface="+mn-ea"/>
                          <a:cs typeface="+mn-cs"/>
                        </a:rPr>
                        <a:t>Title Aptos 23pt</a:t>
                      </a: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 lang="en-GB" sz="2300" dirty="0">
                        <a:solidFill>
                          <a:srgbClr val="FF0000"/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5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GB" sz="2400" kern="1200" dirty="0">
                          <a:solidFill>
                            <a:srgbClr val="E31837"/>
                          </a:solidFill>
                          <a:latin typeface="+mn-lt"/>
                          <a:ea typeface="+mn-ea"/>
                          <a:cs typeface="+mn-cs"/>
                        </a:rPr>
                        <a:t>Title Aptos 23pt</a:t>
                      </a: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 lang="en-GB" sz="2300" dirty="0">
                        <a:solidFill>
                          <a:srgbClr val="FF0000"/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5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GB" sz="2400" kern="1200" dirty="0">
                          <a:solidFill>
                            <a:srgbClr val="E31837"/>
                          </a:solidFill>
                          <a:latin typeface="+mn-lt"/>
                          <a:ea typeface="+mn-ea"/>
                          <a:cs typeface="+mn-cs"/>
                        </a:rPr>
                        <a:t>Title Aptos 23pt</a:t>
                      </a: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 lang="en-GB" sz="2300" dirty="0">
                        <a:solidFill>
                          <a:srgbClr val="FF0000"/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5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GB" sz="2400" kern="1200" dirty="0">
                          <a:solidFill>
                            <a:srgbClr val="E31837"/>
                          </a:solidFill>
                          <a:latin typeface="+mn-lt"/>
                          <a:ea typeface="+mn-ea"/>
                          <a:cs typeface="+mn-cs"/>
                        </a:rPr>
                        <a:t>Title Aptos 23pt</a:t>
                      </a: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4069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</a:t>
                      </a: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</a:t>
                      </a: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260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b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65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</a:t>
                      </a: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</a:t>
                      </a: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b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5166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</a:t>
                      </a: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consectetuer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adipiscing</a:t>
                      </a:r>
                      <a:r>
                        <a:rPr lang="en-GB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ipsum</a:t>
                      </a:r>
                    </a:p>
                  </a:txBody>
                  <a:tcPr marT="180000" marB="180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9681309"/>
                  </a:ext>
                </a:extLst>
              </a:tr>
            </a:tbl>
          </a:graphicData>
        </a:graphic>
      </p:graphicFrame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A1D3397A-E9FF-F1CD-677D-222C6672AF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3541733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45F3B-EE6C-F6A8-89AA-E2BA33C2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85801FAF-1D72-B9A7-E429-29CEB1D70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74" y="962025"/>
            <a:ext cx="7783512" cy="1189623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>
                <a:solidFill>
                  <a:srgbClr val="29251D"/>
                </a:solidFill>
                <a:ea typeface="+mj-ea"/>
                <a:cs typeface="+mj-cs"/>
              </a:rPr>
              <a:t>Headline Goes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95A573-34E0-E15E-5C68-BB674522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700" dirty="0"/>
              <a:t>© Tech Mahindra Limited.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53508-A3F1-4F0E-9FEE-D758398BA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</p:spPr>
        <p:txBody>
          <a:bodyPr/>
          <a:lstStyle/>
          <a:p>
            <a:fld id="{2D5117C1-7BFB-400E-A14B-8E2312996B92}" type="slidenum">
              <a:rPr lang="en-GB" smtClean="0"/>
              <a:t>33</a:t>
            </a:fld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4ACF6FE-C230-8837-67BC-D1919B575A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289" y="2327275"/>
            <a:ext cx="7783512" cy="3840163"/>
          </a:xfrm>
        </p:spPr>
        <p:txBody>
          <a:bodyPr/>
          <a:lstStyle/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voluptu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ressed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sedipiet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Dvgessed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quatium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laborecaesti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ipsum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dolorepernat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untionsequi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estistium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venisquam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cus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doloria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eium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eumque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moditia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escimin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peligenit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alignis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Graphic 6" descr="Marketing outline">
            <a:extLst>
              <a:ext uri="{FF2B5EF4-FFF2-40B4-BE49-F238E27FC236}">
                <a16:creationId xmlns:a16="http://schemas.microsoft.com/office/drawing/2014/main" id="{5C2F66A6-CFE8-6D82-4F89-3997AD02C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247590" y="4475052"/>
            <a:ext cx="1944410" cy="1944410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A799F61-FF4C-FB10-5CF0-F0DC72157F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1700340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F50D63-57A4-6276-2E0A-BE9CC461E670}"/>
              </a:ext>
            </a:extLst>
          </p:cNvPr>
          <p:cNvSpPr txBox="1"/>
          <p:nvPr/>
        </p:nvSpPr>
        <p:spPr>
          <a:xfrm>
            <a:off x="4910690" y="1196881"/>
            <a:ext cx="2751620" cy="14852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300"/>
              </a:spcAft>
            </a:pP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1D5938-12F5-D089-3A8C-203F39E772F4}"/>
              </a:ext>
            </a:extLst>
          </p:cNvPr>
          <p:cNvSpPr txBox="1"/>
          <p:nvPr/>
        </p:nvSpPr>
        <p:spPr>
          <a:xfrm>
            <a:off x="8793241" y="2227010"/>
            <a:ext cx="2751620" cy="12019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300"/>
              </a:spcAft>
            </a:pPr>
            <a:endParaRPr lang="en-GB" sz="12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67FADA4-AC4E-43D5-2C28-C183D9BF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Headline Text</a:t>
            </a:r>
            <a:br>
              <a:rPr lang="en-GB" sz="4000" dirty="0"/>
            </a:br>
            <a:r>
              <a:rPr lang="en-GB" sz="4000" dirty="0">
                <a:solidFill>
                  <a:srgbClr val="C00000"/>
                </a:solidFill>
              </a:rPr>
              <a:t>Goes Here</a:t>
            </a:r>
            <a:br>
              <a:rPr lang="en-GB" sz="4000" dirty="0">
                <a:solidFill>
                  <a:srgbClr val="C00000"/>
                </a:solidFill>
              </a:rPr>
            </a:br>
            <a:endParaRPr lang="en-US" sz="40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8C278D-4EB8-B316-EDFE-28A8974D51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/>
            <a:r>
              <a:rPr lang="en-GB" dirty="0"/>
              <a:t>Recognised amongst the </a:t>
            </a:r>
            <a:br>
              <a:rPr lang="en-GB" dirty="0"/>
            </a:br>
            <a:r>
              <a:rPr lang="en-GB" b="1" dirty="0">
                <a:solidFill>
                  <a:srgbClr val="E31837"/>
                </a:solidFill>
              </a:rPr>
              <a:t>‘Champions of Green </a:t>
            </a:r>
            <a:br>
              <a:rPr lang="en-GB" b="1" dirty="0">
                <a:solidFill>
                  <a:srgbClr val="E31837"/>
                </a:solidFill>
              </a:rPr>
            </a:br>
            <a:r>
              <a:rPr lang="en-GB" b="1" dirty="0">
                <a:solidFill>
                  <a:srgbClr val="E31837"/>
                </a:solidFill>
              </a:rPr>
              <a:t>Business Practices’</a:t>
            </a:r>
            <a:r>
              <a:rPr lang="en-GB" dirty="0"/>
              <a:t> by ET Edge </a:t>
            </a:r>
            <a:br>
              <a:rPr lang="en-GB" dirty="0"/>
            </a:br>
            <a:r>
              <a:rPr lang="en-GB" dirty="0"/>
              <a:t>at Times Now Global Sustainability Alliance - Sustainable </a:t>
            </a:r>
            <a:br>
              <a:rPr lang="en-GB" dirty="0"/>
            </a:br>
            <a:r>
              <a:rPr lang="en-GB" dirty="0"/>
              <a:t>Organisations 2025</a:t>
            </a:r>
          </a:p>
          <a:p>
            <a:pPr marL="0" indent="0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A9552E1-4BC5-17B3-49BE-6726C414630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Recognized as a constituent</a:t>
            </a:r>
            <a:br>
              <a:rPr lang="en-GB" dirty="0"/>
            </a:br>
            <a:r>
              <a:rPr lang="en-GB" dirty="0"/>
              <a:t>of the </a:t>
            </a:r>
            <a:r>
              <a:rPr lang="en-GB" b="1" dirty="0">
                <a:solidFill>
                  <a:schemeClr val="accent1"/>
                </a:solidFill>
              </a:rPr>
              <a:t>FTSE4 Good Index Series </a:t>
            </a:r>
            <a:br>
              <a:rPr lang="en-GB" b="1" dirty="0">
                <a:solidFill>
                  <a:srgbClr val="FF0000"/>
                </a:solidFill>
              </a:rPr>
            </a:br>
            <a:r>
              <a:rPr lang="en-GB" dirty="0"/>
              <a:t>for the </a:t>
            </a:r>
            <a:r>
              <a:rPr lang="en-GB" b="1" dirty="0">
                <a:solidFill>
                  <a:schemeClr val="accent1"/>
                </a:solidFill>
              </a:rPr>
              <a:t>9</a:t>
            </a:r>
            <a:r>
              <a:rPr lang="en-GB" b="1" baseline="30000" dirty="0">
                <a:solidFill>
                  <a:schemeClr val="accent1"/>
                </a:solidFill>
              </a:rPr>
              <a:t>th</a:t>
            </a:r>
            <a:r>
              <a:rPr lang="en-GB" b="1" dirty="0">
                <a:solidFill>
                  <a:schemeClr val="accent1"/>
                </a:solidFill>
              </a:rPr>
              <a:t> consecutive year </a:t>
            </a:r>
            <a:br>
              <a:rPr lang="en-GB" b="1" dirty="0">
                <a:solidFill>
                  <a:srgbClr val="FF0000"/>
                </a:solidFill>
              </a:rPr>
            </a:br>
            <a:r>
              <a:rPr lang="en-GB" dirty="0"/>
              <a:t>reflecting our continued </a:t>
            </a:r>
            <a:br>
              <a:rPr lang="en-GB" dirty="0"/>
            </a:br>
            <a:r>
              <a:rPr lang="en-GB" dirty="0"/>
              <a:t>excellence in ESG across Corporate Governance, Health &amp; Safety, </a:t>
            </a:r>
            <a:br>
              <a:rPr lang="en-GB" dirty="0"/>
            </a:br>
            <a:r>
              <a:rPr lang="en-GB" dirty="0"/>
              <a:t>and Climate Change.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4660A8-BEF9-FF9D-74EE-84B8CDD16BB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 dirty="0"/>
              <a:t>Recognised amongst the</a:t>
            </a:r>
            <a:br>
              <a:rPr lang="en-GB" dirty="0"/>
            </a:br>
            <a:r>
              <a:rPr lang="en-GB" b="1" dirty="0">
                <a:solidFill>
                  <a:srgbClr val="E31837"/>
                </a:solidFill>
              </a:rPr>
              <a:t>‘Champions of Green </a:t>
            </a:r>
            <a:br>
              <a:rPr lang="en-GB" b="1" dirty="0">
                <a:solidFill>
                  <a:srgbClr val="E31837"/>
                </a:solidFill>
              </a:rPr>
            </a:br>
            <a:r>
              <a:rPr lang="en-GB" b="1" dirty="0">
                <a:solidFill>
                  <a:srgbClr val="E31837"/>
                </a:solidFill>
              </a:rPr>
              <a:t>Business Practices’</a:t>
            </a:r>
            <a:r>
              <a:rPr lang="en-GB" dirty="0"/>
              <a:t> by ET Edge </a:t>
            </a:r>
            <a:br>
              <a:rPr lang="en-GB" dirty="0"/>
            </a:br>
            <a:r>
              <a:rPr lang="en-GB" dirty="0"/>
              <a:t>at Times Now Global Sustainability Alliance - Sustainable </a:t>
            </a:r>
            <a:br>
              <a:rPr lang="en-GB" dirty="0"/>
            </a:br>
            <a:r>
              <a:rPr lang="en-GB" dirty="0"/>
              <a:t>Organisations 2025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B212A9-F1AD-3A80-DA22-E80EC1EE4E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The only </a:t>
            </a:r>
            <a:r>
              <a:rPr lang="en-GB" b="1" dirty="0">
                <a:solidFill>
                  <a:srgbClr val="E31837"/>
                </a:solidFill>
              </a:rPr>
              <a:t>Indian IT company </a:t>
            </a:r>
            <a:br>
              <a:rPr lang="en-GB" b="1" dirty="0">
                <a:solidFill>
                  <a:srgbClr val="E31837"/>
                </a:solidFill>
              </a:rPr>
            </a:br>
            <a:r>
              <a:rPr lang="en-GB" b="1" dirty="0">
                <a:solidFill>
                  <a:srgbClr val="E31837"/>
                </a:solidFill>
              </a:rPr>
              <a:t>to receive the highest </a:t>
            </a:r>
            <a:br>
              <a:rPr lang="en-GB" b="1" dirty="0">
                <a:solidFill>
                  <a:srgbClr val="E31837"/>
                </a:solidFill>
              </a:rPr>
            </a:br>
            <a:r>
              <a:rPr lang="en-GB" b="1" dirty="0">
                <a:solidFill>
                  <a:srgbClr val="E31837"/>
                </a:solidFill>
              </a:rPr>
              <a:t>"A" rating </a:t>
            </a:r>
            <a:r>
              <a:rPr lang="en-GB" dirty="0"/>
              <a:t>across all three CDP categories: Climate Change, </a:t>
            </a:r>
            <a:br>
              <a:rPr lang="en-GB" dirty="0"/>
            </a:br>
            <a:r>
              <a:rPr lang="en-GB" dirty="0"/>
              <a:t>Water Security, and Supplier Engagement.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869912-95BF-3261-C704-ADD4F8254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lang="en-GB" dirty="0"/>
              <a:t>Recognised as one of </a:t>
            </a:r>
            <a:br>
              <a:rPr lang="en-GB" dirty="0"/>
            </a:br>
            <a:r>
              <a:rPr lang="en-GB" dirty="0"/>
              <a:t>the </a:t>
            </a:r>
            <a:r>
              <a:rPr lang="en-GB" b="1" dirty="0">
                <a:solidFill>
                  <a:srgbClr val="E31837"/>
                </a:solidFill>
              </a:rPr>
              <a:t>‘Most Sustainable </a:t>
            </a:r>
            <a:br>
              <a:rPr lang="en-GB" b="1" dirty="0">
                <a:solidFill>
                  <a:srgbClr val="E31837"/>
                </a:solidFill>
              </a:rPr>
            </a:br>
            <a:r>
              <a:rPr lang="en-GB" b="1" dirty="0">
                <a:solidFill>
                  <a:srgbClr val="E31837"/>
                </a:solidFill>
              </a:rPr>
              <a:t>Organisations’ </a:t>
            </a:r>
            <a:r>
              <a:rPr lang="en-GB" dirty="0"/>
              <a:t>of 2025 at ET Edge </a:t>
            </a:r>
            <a:br>
              <a:rPr lang="en-GB" dirty="0"/>
            </a:br>
            <a:r>
              <a:rPr lang="en-GB" dirty="0"/>
              <a:t>4th edition of Sustainable </a:t>
            </a:r>
            <a:br>
              <a:rPr lang="en-GB" dirty="0"/>
            </a:br>
            <a:r>
              <a:rPr lang="en-GB" dirty="0"/>
              <a:t>Organisations 2025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9048A4E-4EB7-9524-CC8C-61A0F26DF389}"/>
              </a:ext>
            </a:extLst>
          </p:cNvPr>
          <p:cNvSpPr txBox="1">
            <a:spLocks/>
          </p:cNvSpPr>
          <p:nvPr/>
        </p:nvSpPr>
        <p:spPr>
          <a:xfrm>
            <a:off x="394874" y="6574362"/>
            <a:ext cx="3600000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00"/>
              <a:t>© Tech Mahindra Limited. All Rights Reserved</a:t>
            </a:r>
            <a:endParaRPr lang="en-GB" sz="700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EDC1678-C33F-FBF3-3BB0-B3BECC8D78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874" y="103941"/>
            <a:ext cx="2880000" cy="329447"/>
          </a:xfrm>
        </p:spPr>
        <p:txBody>
          <a:bodyPr/>
          <a:lstStyle/>
          <a:p>
            <a:r>
              <a:rPr lang="en-GB" dirty="0"/>
              <a:t>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02093-89B4-35B4-2248-47A886999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1069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B74A23-F661-7BD6-0EE5-DFE576618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05" b="5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black and white sign with pink letters&#10;&#10;AI-generated content may be incorrect.">
            <a:extLst>
              <a:ext uri="{FF2B5EF4-FFF2-40B4-BE49-F238E27FC236}">
                <a16:creationId xmlns:a16="http://schemas.microsoft.com/office/drawing/2014/main" id="{EEA0C86E-6707-D941-8CDB-C73886ED6D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2078" y="2454359"/>
            <a:ext cx="5223768" cy="1949282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28F111BF-6859-6123-7B7D-DCF600C02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7984" y="446644"/>
            <a:ext cx="2414649" cy="57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91866"/>
      </p:ext>
    </p:extLst>
  </p:cSld>
  <p:clrMapOvr>
    <a:masterClrMapping/>
  </p:clrMapOvr>
</p:sld>
</file>

<file path=ppt/theme/theme1.xml><?xml version="1.0" encoding="utf-8"?>
<a:theme xmlns:a="http://schemas.openxmlformats.org/drawingml/2006/main" name="TECH mahindra">
  <a:themeElements>
    <a:clrScheme name="Tech Mahindra">
      <a:dk1>
        <a:sysClr val="windowText" lastClr="000000"/>
      </a:dk1>
      <a:lt1>
        <a:sysClr val="window" lastClr="FFFFFF"/>
      </a:lt1>
      <a:dk2>
        <a:srgbClr val="29251D"/>
      </a:dk2>
      <a:lt2>
        <a:srgbClr val="FFFFFF"/>
      </a:lt2>
      <a:accent1>
        <a:srgbClr val="E31837"/>
      </a:accent1>
      <a:accent2>
        <a:srgbClr val="5F0229"/>
      </a:accent2>
      <a:accent3>
        <a:srgbClr val="FFB3AB"/>
      </a:accent3>
      <a:accent4>
        <a:srgbClr val="4A453D"/>
      </a:accent4>
      <a:accent5>
        <a:srgbClr val="E5DFD3"/>
      </a:accent5>
      <a:accent6>
        <a:srgbClr val="F6F2EA"/>
      </a:accent6>
      <a:hlink>
        <a:srgbClr val="000000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350">
          <a:solidFill>
            <a:schemeClr val="tx2"/>
          </a:solidFill>
          <a:headEnd type="none" w="med" len="med"/>
          <a:tailEnd type="none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300"/>
          </a:spcAft>
          <a:defRPr sz="23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chM template 03Nov25" id="{208FCE2D-4111-AA44-B51F-89F62693CE0F}" vid="{2C6A7644-D297-FF42-8ED0-AFB5316F09F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chM template 03Nov25" id="{208FCE2D-4111-AA44-B51F-89F62693CE0F}" vid="{FB27E504-10A8-E14C-8210-3C5F61FBDA3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KM Assets" ma:contentTypeID="0x010100E23F8AB4C344394DAF3667957D18D05700876C8E4CD00A944EBAFE744A0A27E131" ma:contentTypeVersion="38" ma:contentTypeDescription="Base Content Type for KMStore Libraries" ma:contentTypeScope="" ma:versionID="aac6d583ac2efe728631168fa80ee15e">
  <xsd:schema xmlns:xsd="http://www.w3.org/2001/XMLSchema" xmlns:xs="http://www.w3.org/2001/XMLSchema" xmlns:p="http://schemas.microsoft.com/office/2006/metadata/properties" xmlns:ns2="6acea950-4c34-44e2-8f98-4a7a363ad13e" targetNamespace="http://schemas.microsoft.com/office/2006/metadata/properties" ma:root="true" ma:fieldsID="861cc07ef419bc2717ec4ab55a809277" ns2:_="">
    <xsd:import namespace="6acea950-4c34-44e2-8f98-4a7a363ad13e"/>
    <xsd:element name="properties">
      <xsd:complexType>
        <xsd:sequence>
          <xsd:element name="documentManagement">
            <xsd:complexType>
              <xsd:all>
                <xsd:element ref="ns2:mada26d228054314ab94caa6b5d7dc47" minOccurs="0"/>
                <xsd:element ref="ns2:TaxCatchAll" minOccurs="0"/>
                <xsd:element ref="ns2:TaxCatchAllLabel" minOccurs="0"/>
                <xsd:element ref="ns2:TargetLibrary" minOccurs="0"/>
                <xsd:element ref="ns2:TargetFolder" minOccurs="0"/>
                <xsd:element ref="ns2:AssetDescription" minOccurs="0"/>
                <xsd:element ref="ns2:KMKeywords" minOccurs="0"/>
                <xsd:element ref="ns2:c6c6c3b0074d4f30b72b3feedb5d0108" minOccurs="0"/>
                <xsd:element ref="ns2:ff0644444b2a40e29c12e15150fec972" minOccurs="0"/>
                <xsd:element ref="ns2:j04b1f64de494316aac50e00d331c7b1" minOccurs="0"/>
                <xsd:element ref="ns2:Customer" minOccurs="0"/>
                <xsd:element ref="ns2:odad7cfeefd74707ac6c84853c013316" minOccurs="0"/>
                <xsd:element ref="ns2:ReviewComment" minOccurs="0"/>
                <xsd:element ref="ns2:KMAuthors" minOccurs="0"/>
                <xsd:element ref="ns2:TargetAudience" minOccurs="0"/>
                <xsd:element ref="ns2:n53bbbb40a0e4a13b8d690c5e1127d04" minOccurs="0"/>
                <xsd:element ref="ns2:DateOfexpiry" minOccurs="0"/>
                <xsd:element ref="ns2:ApprovedBy" minOccurs="0"/>
                <xsd:element ref="ns2:ConfidentialityType" minOccurs="0"/>
                <xsd:element ref="ns2:ProjectId" minOccurs="0"/>
                <xsd:element ref="ns2:ProjectDescription" minOccurs="0"/>
                <xsd:element ref="ns2:ProjectManager" minOccurs="0"/>
                <xsd:element ref="ns2:ProjectName" minOccurs="0"/>
                <xsd:element ref="ns2:DocumentId" minOccurs="0"/>
                <xsd:element ref="ns2:d22dcd938b6f4caf927565c8124858af" minOccurs="0"/>
                <xsd:element ref="ns2:QC" minOccurs="0"/>
                <xsd:element ref="ns2:OpportunityDescription" minOccurs="0"/>
                <xsd:element ref="ns2:OpportunityOwner" minOccurs="0"/>
                <xsd:element ref="ns2:Cluster" minOccurs="0"/>
                <xsd:element ref="ns2:SBU" minOccurs="0"/>
                <xsd:element ref="ns2:Author_2013" minOccurs="0"/>
                <xsd:element ref="ns2:OpportunityId" minOccurs="0"/>
                <xsd:element ref="ns2:IBG" minOccurs="0"/>
                <xsd:element ref="ns2:AssetStatus" minOccurs="0"/>
                <xsd:element ref="ns2:h5822bc7064a4db5887e85ba7427ffe4" minOccurs="0"/>
                <xsd:element ref="ns2:c58c1eabb7b6441581232d1f87d2b480" minOccurs="0"/>
                <xsd:element ref="ns2:Reusability_x0025_" minOccurs="0"/>
                <xsd:element ref="ns2:Project_x0020_Phase_x0020_Us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cea950-4c34-44e2-8f98-4a7a363ad13e" elementFormDefault="qualified">
    <xsd:import namespace="http://schemas.microsoft.com/office/2006/documentManagement/types"/>
    <xsd:import namespace="http://schemas.microsoft.com/office/infopath/2007/PartnerControls"/>
    <xsd:element name="mada26d228054314ab94caa6b5d7dc47" ma:index="8" nillable="true" ma:taxonomy="true" ma:internalName="mada26d228054314ab94caa6b5d7dc47" ma:taxonomyFieldName="TargetSite" ma:displayName="Target Site" ma:fieldId="{6ada26d2-2805-4314-ab94-caa6b5d7dc47}" ma:sspId="690c6b26-a452-4077-be57-cedd6bb1e34b" ma:termSetId="30849fe3-4b3f-4b82-8483-cbba9127a7e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4d8d9770-2424-4acb-9e7d-f2fb55159939}" ma:internalName="TaxCatchAll" ma:showField="CatchAllData" ma:web="0a85a059-228e-4ab1-b89b-76c1468313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4d8d9770-2424-4acb-9e7d-f2fb55159939}" ma:internalName="TaxCatchAllLabel" ma:readOnly="true" ma:showField="CatchAllDataLabel" ma:web="0a85a059-228e-4ab1-b89b-76c1468313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rgetLibrary" ma:index="12" nillable="true" ma:displayName="Target Library" ma:internalName="TargetLibrary">
      <xsd:simpleType>
        <xsd:restriction base="dms:Text"/>
      </xsd:simpleType>
    </xsd:element>
    <xsd:element name="TargetFolder" ma:index="13" nillable="true" ma:displayName="Target Folder" ma:internalName="TargetFolder">
      <xsd:simpleType>
        <xsd:restriction base="dms:Text"/>
      </xsd:simpleType>
    </xsd:element>
    <xsd:element name="AssetDescription" ma:index="14" nillable="true" ma:displayName="Asset Description" ma:internalName="AssetDescription">
      <xsd:simpleType>
        <xsd:restriction base="dms:Note">
          <xsd:maxLength value="255"/>
        </xsd:restriction>
      </xsd:simpleType>
    </xsd:element>
    <xsd:element name="KMKeywords" ma:index="15" nillable="true" ma:displayName="KMKeywords" ma:internalName="KMKeywords">
      <xsd:simpleType>
        <xsd:restriction base="dms:Text"/>
      </xsd:simpleType>
    </xsd:element>
    <xsd:element name="c6c6c3b0074d4f30b72b3feedb5d0108" ma:index="16" nillable="true" ma:taxonomy="true" ma:internalName="c6c6c3b0074d4f30b72b3feedb5d0108" ma:taxonomyFieldName="Competency" ma:displayName="Competency/Verticals" ma:fieldId="{c6c6c3b0-074d-4f30-b72b-3feedb5d0108}" ma:sspId="690c6b26-a452-4077-be57-cedd6bb1e34b" ma:termSetId="9cb14f59-4aad-49a2-8aea-5fc23571018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f0644444b2a40e29c12e15150fec972" ma:index="18" nillable="true" ma:taxonomy="true" ma:internalName="ff0644444b2a40e29c12e15150fec972" ma:taxonomyFieldName="ServiceOfferings" ma:displayName="Service Offerings" ma:fieldId="{ff064444-4b2a-40e2-9c12-e15150fec972}" ma:sspId="690c6b26-a452-4077-be57-cedd6bb1e34b" ma:termSetId="9cb14f59-4aad-49a2-8aea-5fc23571018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04b1f64de494316aac50e00d331c7b1" ma:index="20" nillable="true" ma:taxonomy="true" ma:internalName="j04b1f64de494316aac50e00d331c7b1" ma:taxonomyFieldName="Technology" ma:displayName="Technology" ma:fieldId="{304b1f64-de49-4316-aac5-0e00d331c7b1}" ma:sspId="690c6b26-a452-4077-be57-cedd6bb1e34b" ma:termSetId="9e5cc8d0-3812-44ac-9ec4-9f7236de3cd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ustomer" ma:index="22" nillable="true" ma:displayName="Account/Customer/Program" ma:internalName="Customer">
      <xsd:simpleType>
        <xsd:restriction base="dms:Text"/>
      </xsd:simpleType>
    </xsd:element>
    <xsd:element name="odad7cfeefd74707ac6c84853c013316" ma:index="23" nillable="true" ma:taxonomy="true" ma:internalName="odad7cfeefd74707ac6c84853c013316" ma:taxonomyFieldName="Domain" ma:displayName="Domain" ma:fieldId="{8dad7cfe-efd7-4707-ac6c-84853c013316}" ma:sspId="690c6b26-a452-4077-be57-cedd6bb1e34b" ma:termSetId="978b6347-e6a5-4688-b94b-a4be5ac20be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ewComment" ma:index="25" nillable="true" ma:displayName="ReviewComment" ma:internalName="ReviewComment">
      <xsd:simpleType>
        <xsd:restriction base="dms:Note">
          <xsd:maxLength value="255"/>
        </xsd:restriction>
      </xsd:simpleType>
    </xsd:element>
    <xsd:element name="KMAuthors" ma:index="26" nillable="true" ma:displayName="KMAuthors" ma:internalName="KMAutho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rgetAudience" ma:index="27" nillable="true" ma:displayName="Target Audience" ma:internalName="TargetAudienc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ll"/>
                    <xsd:enumeration value="Analyst"/>
                    <xsd:enumeration value="Consultant"/>
                    <xsd:enumeration value="Developers"/>
                    <xsd:enumeration value="Designers"/>
                    <xsd:enumeration value="Pre Sales or Sales"/>
                    <xsd:enumeration value="Project Managers"/>
                    <xsd:enumeration value="Program Managers"/>
                    <xsd:enumeration value="Operations"/>
                    <xsd:enumeration value="Support Teams"/>
                    <xsd:enumeration value="Solution Architects"/>
                    <xsd:enumeration value="Technical Architects"/>
                    <xsd:enumeration value="Testers"/>
                  </xsd:restriction>
                </xsd:simpleType>
              </xsd:element>
            </xsd:sequence>
          </xsd:extension>
        </xsd:complexContent>
      </xsd:complexType>
    </xsd:element>
    <xsd:element name="n53bbbb40a0e4a13b8d690c5e1127d04" ma:index="28" nillable="true" ma:taxonomy="true" ma:internalName="n53bbbb40a0e4a13b8d690c5e1127d04" ma:taxonomyFieldName="Geography" ma:displayName="Geography/Region" ma:default="" ma:fieldId="{753bbbb4-0a0e-4a13-b8d6-90c5e1127d04}" ma:sspId="690c6b26-a452-4077-be57-cedd6bb1e34b" ma:termSetId="65eea512-40dc-4a5c-95fd-3b3196e3294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ateOfexpiry" ma:index="30" nillable="true" ma:displayName="Date Of expiry" ma:internalName="DateOfexpiry">
      <xsd:simpleType>
        <xsd:restriction base="dms:DateTime"/>
      </xsd:simpleType>
    </xsd:element>
    <xsd:element name="ApprovedBy" ma:index="31" nillable="true" ma:displayName="Approved By" ma:internalName="ApprovedBy">
      <xsd:simpleType>
        <xsd:restriction base="dms:Text"/>
      </xsd:simpleType>
    </xsd:element>
    <xsd:element name="ConfidentialityType" ma:index="32" nillable="true" ma:displayName="Confidentiality Type" ma:internalName="ConfidentialityType">
      <xsd:simpleType>
        <xsd:restriction base="dms:Choice">
          <xsd:enumeration value="Public"/>
          <xsd:enumeration value="Confidential External Use"/>
          <xsd:enumeration value="Confidential Internal Use"/>
          <xsd:enumeration value="Restricted"/>
        </xsd:restriction>
      </xsd:simpleType>
    </xsd:element>
    <xsd:element name="ProjectId" ma:index="33" nillable="true" ma:displayName="Project Id" ma:internalName="ProjectId">
      <xsd:simpleType>
        <xsd:restriction base="dms:Text"/>
      </xsd:simpleType>
    </xsd:element>
    <xsd:element name="ProjectDescription" ma:index="34" nillable="true" ma:displayName="Project Description" ma:internalName="ProjectDescription">
      <xsd:simpleType>
        <xsd:restriction base="dms:Note">
          <xsd:maxLength value="255"/>
        </xsd:restriction>
      </xsd:simpleType>
    </xsd:element>
    <xsd:element name="ProjectManager" ma:index="35" nillable="true" ma:displayName="Project Manager" ma:internalName="ProjectManag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rojectName" ma:index="36" nillable="true" ma:displayName="Project Name" ma:internalName="ProjectName">
      <xsd:simpleType>
        <xsd:restriction base="dms:Text"/>
      </xsd:simpleType>
    </xsd:element>
    <xsd:element name="DocumentId" ma:index="37" nillable="true" ma:displayName="Document Id" ma:internalName="DocumentId">
      <xsd:simpleType>
        <xsd:restriction base="dms:Text"/>
      </xsd:simpleType>
    </xsd:element>
    <xsd:element name="d22dcd938b6f4caf927565c8124858af" ma:index="38" nillable="true" ma:taxonomy="true" ma:internalName="d22dcd938b6f4caf927565c8124858af" ma:taxonomyFieldName="IBU" ma:displayName="IBU" ma:fieldId="{d22dcd93-8b6f-4caf-9275-65c8124858af}" ma:sspId="690c6b26-a452-4077-be57-cedd6bb1e34b" ma:termSetId="30849fe3-4b3f-4b82-8483-cbba9127a7e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C" ma:index="40" nillable="true" ma:displayName="QC" ma:internalName="QC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pportunityDescription" ma:index="41" nillable="true" ma:displayName="Opportunity Description" ma:internalName="OpportunityDescription">
      <xsd:simpleType>
        <xsd:restriction base="dms:Note">
          <xsd:maxLength value="255"/>
        </xsd:restriction>
      </xsd:simpleType>
    </xsd:element>
    <xsd:element name="OpportunityOwner" ma:index="42" nillable="true" ma:displayName="Opportunity Owner" ma:internalName="Opportunity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luster" ma:index="43" nillable="true" ma:displayName="Cluster" ma:internalName="Cluster">
      <xsd:simpleType>
        <xsd:restriction base="dms:Text"/>
      </xsd:simpleType>
    </xsd:element>
    <xsd:element name="SBU" ma:index="44" nillable="true" ma:displayName="SBU" ma:internalName="SBU">
      <xsd:simpleType>
        <xsd:restriction base="dms:Text"/>
      </xsd:simpleType>
    </xsd:element>
    <xsd:element name="Author_2013" ma:index="45" nillable="true" ma:displayName="Author_2013" ma:internalName="Author_2013">
      <xsd:simpleType>
        <xsd:restriction base="dms:Text"/>
      </xsd:simpleType>
    </xsd:element>
    <xsd:element name="OpportunityId" ma:index="46" nillable="true" ma:displayName="Opportunity Id" ma:internalName="OpportunityId">
      <xsd:simpleType>
        <xsd:restriction base="dms:Text"/>
      </xsd:simpleType>
    </xsd:element>
    <xsd:element name="IBG" ma:index="47" nillable="true" ma:displayName="IBG" ma:internalName="IBG">
      <xsd:simpleType>
        <xsd:restriction base="dms:Text"/>
      </xsd:simpleType>
    </xsd:element>
    <xsd:element name="AssetStatus" ma:index="48" nillable="true" ma:displayName="Asset Status" ma:format="Dropdown" ma:internalName="AssetStatus">
      <xsd:simpleType>
        <xsd:restriction base="dms:Choice">
          <xsd:enumeration value="In Progress"/>
          <xsd:enumeration value="Sent For Correction"/>
          <xsd:enumeration value="Approved"/>
          <xsd:enumeration value="Archived"/>
          <xsd:enumeration value="Rejected"/>
        </xsd:restriction>
      </xsd:simpleType>
    </xsd:element>
    <xsd:element name="h5822bc7064a4db5887e85ba7427ffe4" ma:index="49" nillable="true" ma:taxonomy="true" ma:internalName="h5822bc7064a4db5887e85ba7427ffe4" ma:taxonomyFieldName="Cluster_Practice" ma:displayName="Cluster_Practice" ma:default="" ma:fieldId="{15822bc7-064a-4db5-887e-85ba7427ffe4}" ma:sspId="690c6b26-a452-4077-be57-cedd6bb1e34b" ma:termSetId="30849fe3-4b3f-4b82-8483-cbba9127a7e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58c1eabb7b6441581232d1f87d2b480" ma:index="51" nillable="true" ma:taxonomy="true" ma:internalName="c58c1eabb7b6441581232d1f87d2b480" ma:taxonomyFieldName="IBU_New" ma:displayName="IBU_New" ma:default="" ma:fieldId="{c58c1eab-b7b6-4415-8123-2d1f87d2b480}" ma:sspId="690c6b26-a452-4077-be57-cedd6bb1e34b" ma:termSetId="30849fe3-4b3f-4b82-8483-cbba9127a7e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usability_x0025_" ma:index="53" nillable="true" ma:displayName="Reusability%" ma:default="" ma:internalName="Reusability_x0025_" ma:percentage="FALSE">
      <xsd:simpleType>
        <xsd:restriction base="dms:Number"/>
      </xsd:simpleType>
    </xsd:element>
    <xsd:element name="Project_x0020_Phase_x0020_Usage" ma:index="54" nillable="true" ma:displayName="Project Phase Usage" ma:default="" ma:internalName="Project_x0020_Phase_x0020_Usag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f0644444b2a40e29c12e15150fec972 xmlns="6acea950-4c34-44e2-8f98-4a7a363ad13e">
      <Terms xmlns="http://schemas.microsoft.com/office/infopath/2007/PartnerControls"/>
    </ff0644444b2a40e29c12e15150fec972>
    <ProjectDescription xmlns="6acea950-4c34-44e2-8f98-4a7a363ad13e" xsi:nil="true"/>
    <SBU xmlns="6acea950-4c34-44e2-8f98-4a7a363ad13e" xsi:nil="true"/>
    <Reusability_x0025_ xmlns="6acea950-4c34-44e2-8f98-4a7a363ad13e" xsi:nil="true"/>
    <ProjectManager xmlns="6acea950-4c34-44e2-8f98-4a7a363ad13e">
      <UserInfo>
        <DisplayName/>
        <AccountId xsi:nil="true"/>
        <AccountType/>
      </UserInfo>
    </ProjectManager>
    <TargetFolder xmlns="6acea950-4c34-44e2-8f98-4a7a363ad13e" xsi:nil="true"/>
    <TargetAudience xmlns="6acea950-4c34-44e2-8f98-4a7a363ad13e" xsi:nil="true"/>
    <ApprovedBy xmlns="6acea950-4c34-44e2-8f98-4a7a363ad13e" xsi:nil="true"/>
    <d22dcd938b6f4caf927565c8124858af xmlns="6acea950-4c34-44e2-8f98-4a7a363ad13e">
      <Terms xmlns="http://schemas.microsoft.com/office/infopath/2007/PartnerControls"/>
    </d22dcd938b6f4caf927565c8124858af>
    <c58c1eabb7b6441581232d1f87d2b480 xmlns="6acea950-4c34-44e2-8f98-4a7a363ad13e">
      <Terms xmlns="http://schemas.microsoft.com/office/infopath/2007/PartnerControls"/>
    </c58c1eabb7b6441581232d1f87d2b480>
    <AssetDescription xmlns="6acea950-4c34-44e2-8f98-4a7a363ad13e" xsi:nil="true"/>
    <KMKeywords xmlns="6acea950-4c34-44e2-8f98-4a7a363ad13e" xsi:nil="true"/>
    <ReviewComment xmlns="6acea950-4c34-44e2-8f98-4a7a363ad13e" xsi:nil="true"/>
    <KMAuthors xmlns="6acea950-4c34-44e2-8f98-4a7a363ad13e">
      <UserInfo>
        <DisplayName/>
        <AccountId xsi:nil="true"/>
        <AccountType/>
      </UserInfo>
    </KMAuthors>
    <Author_2013 xmlns="6acea950-4c34-44e2-8f98-4a7a363ad13e" xsi:nil="true"/>
    <n53bbbb40a0e4a13b8d690c5e1127d04 xmlns="6acea950-4c34-44e2-8f98-4a7a363ad13e">
      <Terms xmlns="http://schemas.microsoft.com/office/infopath/2007/PartnerControls"/>
    </n53bbbb40a0e4a13b8d690c5e1127d04>
    <odad7cfeefd74707ac6c84853c013316 xmlns="6acea950-4c34-44e2-8f98-4a7a363ad13e">
      <Terms xmlns="http://schemas.microsoft.com/office/infopath/2007/PartnerControls"/>
    </odad7cfeefd74707ac6c84853c013316>
    <ConfidentialityType xmlns="6acea950-4c34-44e2-8f98-4a7a363ad13e" xsi:nil="true"/>
    <OpportunityId xmlns="6acea950-4c34-44e2-8f98-4a7a363ad13e" xsi:nil="true"/>
    <TargetLibrary xmlns="6acea950-4c34-44e2-8f98-4a7a363ad13e" xsi:nil="true"/>
    <DocumentId xmlns="6acea950-4c34-44e2-8f98-4a7a363ad13e" xsi:nil="true"/>
    <Customer xmlns="6acea950-4c34-44e2-8f98-4a7a363ad13e" xsi:nil="true"/>
    <ProjectId xmlns="6acea950-4c34-44e2-8f98-4a7a363ad13e" xsi:nil="true"/>
    <OpportunityOwner xmlns="6acea950-4c34-44e2-8f98-4a7a363ad13e">
      <UserInfo>
        <DisplayName/>
        <AccountId xsi:nil="true"/>
        <AccountType/>
      </UserInfo>
    </OpportunityOwner>
    <TaxCatchAll xmlns="6acea950-4c34-44e2-8f98-4a7a363ad13e" xsi:nil="true"/>
    <Project_x0020_Phase_x0020_Usage xmlns="6acea950-4c34-44e2-8f98-4a7a363ad13e" xsi:nil="true"/>
    <mada26d228054314ab94caa6b5d7dc47 xmlns="6acea950-4c34-44e2-8f98-4a7a363ad13e">
      <Terms xmlns="http://schemas.microsoft.com/office/infopath/2007/PartnerControls"/>
    </mada26d228054314ab94caa6b5d7dc47>
    <QC xmlns="6acea950-4c34-44e2-8f98-4a7a363ad13e">
      <UserInfo>
        <DisplayName/>
        <AccountId xsi:nil="true"/>
        <AccountType/>
      </UserInfo>
    </QC>
    <AssetStatus xmlns="6acea950-4c34-44e2-8f98-4a7a363ad13e" xsi:nil="true"/>
    <ProjectName xmlns="6acea950-4c34-44e2-8f98-4a7a363ad13e" xsi:nil="true"/>
    <IBG xmlns="6acea950-4c34-44e2-8f98-4a7a363ad13e" xsi:nil="true"/>
    <Cluster xmlns="6acea950-4c34-44e2-8f98-4a7a363ad13e" xsi:nil="true"/>
    <c6c6c3b0074d4f30b72b3feedb5d0108 xmlns="6acea950-4c34-44e2-8f98-4a7a363ad13e">
      <Terms xmlns="http://schemas.microsoft.com/office/infopath/2007/PartnerControls"/>
    </c6c6c3b0074d4f30b72b3feedb5d0108>
    <j04b1f64de494316aac50e00d331c7b1 xmlns="6acea950-4c34-44e2-8f98-4a7a363ad13e">
      <Terms xmlns="http://schemas.microsoft.com/office/infopath/2007/PartnerControls"/>
    </j04b1f64de494316aac50e00d331c7b1>
    <DateOfexpiry xmlns="6acea950-4c34-44e2-8f98-4a7a363ad13e" xsi:nil="true"/>
    <OpportunityDescription xmlns="6acea950-4c34-44e2-8f98-4a7a363ad13e" xsi:nil="true"/>
    <h5822bc7064a4db5887e85ba7427ffe4 xmlns="6acea950-4c34-44e2-8f98-4a7a363ad13e">
      <Terms xmlns="http://schemas.microsoft.com/office/infopath/2007/PartnerControls"/>
    </h5822bc7064a4db5887e85ba7427ffe4>
  </documentManagement>
</p:properties>
</file>

<file path=customXml/item4.xml><?xml version="1.0" encoding="utf-8"?>
<?mso-contentType ?>
<SharedContentType xmlns="Microsoft.SharePoint.Taxonomy.ContentTypeSync" SourceId="690c6b26-a452-4077-be57-cedd6bb1e34b" ContentTypeId="0x010100E23F8AB4C344394DAF3667957D18D057" PreviousValue="false"/>
</file>

<file path=customXml/item5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202228D7-F4E1-48B7-811C-4778DB2A1A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6D7F00-BE2F-4F42-9C9D-30F3459609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cea950-4c34-44e2-8f98-4a7a363ad1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B60D5F-B5AF-4E5D-AC3B-97C20E8C6C40}">
  <ds:schemaRefs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6acea950-4c34-44e2-8f98-4a7a363ad13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CD8E7D83-F6BB-47CD-90DC-CE83DE1B67B8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2600C9FC-2250-48DB-AEB8-CB6448CD2F5D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504</TotalTime>
  <Words>2395</Words>
  <Application>Microsoft Office PowerPoint</Application>
  <PresentationFormat>Widescreen</PresentationFormat>
  <Paragraphs>330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Aptos</vt:lpstr>
      <vt:lpstr>Aptos Black</vt:lpstr>
      <vt:lpstr>Aptos Display</vt:lpstr>
      <vt:lpstr>Aptos Light</vt:lpstr>
      <vt:lpstr>Aptos thin</vt:lpstr>
      <vt:lpstr>Arial</vt:lpstr>
      <vt:lpstr>Roboto</vt:lpstr>
      <vt:lpstr>Wingdings</vt:lpstr>
      <vt:lpstr>TECH mahindra</vt:lpstr>
      <vt:lpstr>Custom Design</vt:lpstr>
      <vt:lpstr>TechM PowerPoint  Template &amp; Guidelines</vt:lpstr>
      <vt:lpstr>PowerPoint Presentation</vt:lpstr>
      <vt:lpstr>PowerPoint Presentation</vt:lpstr>
      <vt:lpstr>PowerPoint Presentation</vt:lpstr>
      <vt:lpstr>PowerPoint Presentation</vt:lpstr>
      <vt:lpstr>Headline Goes Here</vt:lpstr>
      <vt:lpstr>Headline  Goes Here</vt:lpstr>
      <vt:lpstr>Headline Goes Here</vt:lpstr>
      <vt:lpstr>PowerPoint Presentation</vt:lpstr>
      <vt:lpstr>PowerPoint Presentation</vt:lpstr>
      <vt:lpstr>Chapter Divider Goes Here</vt:lpstr>
      <vt:lpstr>Chapter Divider  Max Three Lines Goes Here</vt:lpstr>
      <vt:lpstr>Chapter Divider</vt:lpstr>
      <vt:lpstr>Headline Goes Here</vt:lpstr>
      <vt:lpstr>Heading Goes Here</vt:lpstr>
      <vt:lpstr>Page Heading  Goes Here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Headline Text Goes Here</vt:lpstr>
      <vt:lpstr>PowerPoint Presentation</vt:lpstr>
      <vt:lpstr>PowerPoint Presentation</vt:lpstr>
      <vt:lpstr>PowerPoint Presentation</vt:lpstr>
      <vt:lpstr>PowerPoint Presentation</vt:lpstr>
      <vt:lpstr>Headline Text Goes Here</vt:lpstr>
      <vt:lpstr>Headline Text Goes Here</vt:lpstr>
      <vt:lpstr>Heading Goes Here </vt:lpstr>
      <vt:lpstr>PowerPoint Presentation</vt:lpstr>
      <vt:lpstr>PowerPoint Presentation</vt:lpstr>
      <vt:lpstr>PowerPoint Presentation</vt:lpstr>
      <vt:lpstr>Headline Goes Here</vt:lpstr>
      <vt:lpstr>Headline Text Goes Here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Mugunthan Rajaram</dc:creator>
  <cp:lastModifiedBy>Mugunthan Rajaram</cp:lastModifiedBy>
  <cp:revision>1</cp:revision>
  <dcterms:created xsi:type="dcterms:W3CDTF">2026-09-10T02:15:06Z</dcterms:created>
  <dcterms:modified xsi:type="dcterms:W3CDTF">2026-09-10T10:39:28Z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2025-10-22T07:55:26Z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96f51e76-de85-42d9-975a-731caff1b239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50, 0, 1, 1</vt:lpwstr>
  </property>
  <property fmtid="{D5CDD505-2E9C-101B-9397-08002B2CF9AE}" pid="10" name="ContentTypeId">
    <vt:lpwstr>0x010100E23F8AB4C344394DAF3667957D18D05700876C8E4CD00A944EBAFE744A0A27E131</vt:lpwstr>
  </property>
  <property fmtid="{D5CDD505-2E9C-101B-9397-08002B2CF9AE}" pid="11" name="Technology">
    <vt:lpwstr/>
  </property>
  <property fmtid="{D5CDD505-2E9C-101B-9397-08002B2CF9AE}" pid="12" name="IBU_New">
    <vt:lpwstr/>
  </property>
  <property fmtid="{D5CDD505-2E9C-101B-9397-08002B2CF9AE}" pid="13" name="TargetSite">
    <vt:lpwstr/>
  </property>
  <property fmtid="{D5CDD505-2E9C-101B-9397-08002B2CF9AE}" pid="14" name="Geography">
    <vt:lpwstr/>
  </property>
  <property fmtid="{D5CDD505-2E9C-101B-9397-08002B2CF9AE}" pid="15" name="IBU">
    <vt:lpwstr/>
  </property>
  <property fmtid="{D5CDD505-2E9C-101B-9397-08002B2CF9AE}" pid="16" name="Competency">
    <vt:lpwstr/>
  </property>
  <property fmtid="{D5CDD505-2E9C-101B-9397-08002B2CF9AE}" pid="17" name="Domain">
    <vt:lpwstr/>
  </property>
  <property fmtid="{D5CDD505-2E9C-101B-9397-08002B2CF9AE}" pid="18" name="Cluster_Practice">
    <vt:lpwstr/>
  </property>
  <property fmtid="{D5CDD505-2E9C-101B-9397-08002B2CF9AE}" pid="19" name="ServiceOfferings">
    <vt:lpwstr/>
  </property>
  <property fmtid="{D5CDD505-2E9C-101B-9397-08002B2CF9AE}" pid="20" name="MediaServiceImageTags">
    <vt:lpwstr/>
  </property>
  <property fmtid="{D5CDD505-2E9C-101B-9397-08002B2CF9AE}" pid="21" name="lcf76f155ced4ddcb4097134ff3c332f">
    <vt:lpwstr/>
  </property>
</Properties>
</file>