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5029200" cy="6812280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0" y="45720"/>
            <a:ext cx="36576" cy="6812280"/>
          </a:xfrm>
          <a:prstGeom prst="rect">
            <a:avLst/>
          </a:prstGeom>
          <a:solidFill>
            <a:srgbClr val="00A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0"/>
            <a:ext cx="4389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PRESENTATION TITLE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02336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0DEFF"/>
                </a:solidFill>
                <a:latin typeface="Calibri"/>
              </a:rPr>
              <a:t>Subtitle or tagline goes 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26517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Presented by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30175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2A"/>
                </a:solidFill>
                <a:latin typeface="Calibri"/>
              </a:rPr>
              <a:t>Author 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35204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Organisation  •  Date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00A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Slide Title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11475720" cy="5166360"/>
          </a:xfrm>
          <a:prstGeom prst="rect">
            <a:avLst/>
          </a:prstGeom>
          <a:solidFill>
            <a:srgbClr val="F0F7FF"/>
          </a:solidFill>
          <a:ln w="635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544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4A5568"/>
                </a:solidFill>
                <a:latin typeface="Calibri"/>
              </a:rPr>
              <a:t>●  Bullet point one</a:t>
            </a:r>
          </a:p>
          <a:p>
            <a:pPr algn="l"/>
            <a:r>
              <a:rPr sz="1600">
                <a:solidFill>
                  <a:srgbClr val="4A5568"/>
                </a:solidFill>
                <a:latin typeface="Calibri"/>
              </a:rPr>
              <a:t>●  Bullet point two</a:t>
            </a:r>
          </a:p>
          <a:p>
            <a:pPr algn="l"/>
            <a:r>
              <a:rPr sz="1600">
                <a:solidFill>
                  <a:srgbClr val="4A5568"/>
                </a:solidFill>
                <a:latin typeface="Calibri"/>
              </a:rPr>
              <a:t>●  Bullet point three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91695" cy="36576"/>
          </a:xfrm>
          <a:prstGeom prst="rect">
            <a:avLst/>
          </a:prstGeom>
          <a:solidFill>
            <a:srgbClr val="D0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00A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Two Column Layout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440680" cy="5166360"/>
          </a:xfrm>
          <a:prstGeom prst="rect">
            <a:avLst/>
          </a:prstGeom>
          <a:solidFill>
            <a:srgbClr val="F0F7FF"/>
          </a:solidFill>
          <a:ln w="635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440680" cy="411480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Left Column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4A5568"/>
                </a:solidFill>
                <a:latin typeface="Calibri"/>
              </a:rPr>
              <a:t>●  Point 1</a:t>
            </a:r>
          </a:p>
          <a:p>
            <a:pPr algn="l"/>
            <a:r>
              <a:rPr sz="1600">
                <a:solidFill>
                  <a:srgbClr val="4A5568"/>
                </a:solidFill>
                <a:latin typeface="Calibri"/>
              </a:rPr>
              <a:t>●  Point 2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371600"/>
            <a:ext cx="5440680" cy="5166360"/>
          </a:xfrm>
          <a:prstGeom prst="rect">
            <a:avLst/>
          </a:prstGeom>
          <a:solidFill>
            <a:srgbClr val="F0F7FF"/>
          </a:solidFill>
          <a:ln w="635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371600"/>
            <a:ext cx="5440680" cy="411480"/>
          </a:xfrm>
          <a:prstGeom prst="rect">
            <a:avLst/>
          </a:prstGeom>
          <a:solidFill>
            <a:srgbClr val="00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1732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Right Column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2024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4A5568"/>
                </a:solidFill>
                <a:latin typeface="Calibri"/>
              </a:rPr>
              <a:t>●  Point 1</a:t>
            </a:r>
          </a:p>
          <a:p>
            <a:pPr algn="l"/>
            <a:r>
              <a:rPr sz="1600">
                <a:solidFill>
                  <a:srgbClr val="4A5568"/>
                </a:solidFill>
                <a:latin typeface="Calibri"/>
              </a:rPr>
              <a:t>●  Point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371600"/>
            <a:ext cx="36576" cy="5166360"/>
          </a:xfrm>
          <a:prstGeom prst="rect">
            <a:avLst/>
          </a:prstGeom>
          <a:solidFill>
            <a:srgbClr val="D0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803136"/>
            <a:ext cx="12191695" cy="36576"/>
          </a:xfrm>
          <a:prstGeom prst="rect">
            <a:avLst/>
          </a:prstGeom>
          <a:solidFill>
            <a:srgbClr val="D0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3108960"/>
            <a:ext cx="9448495" cy="45720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57B8"/>
                </a:solidFill>
                <a:latin typeface="Calibri"/>
              </a:rPr>
              <a:t>SECTION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3628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A1A2A"/>
                </a:solidFill>
                <a:latin typeface="Calibri"/>
              </a:rPr>
              <a:t>Section Title Goes 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291840"/>
            <a:ext cx="8534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A5568"/>
                </a:solidFill>
                <a:latin typeface="Calibri"/>
              </a:rPr>
              <a:t>Optional section description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00A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Image &amp; Content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303520" cy="5166360"/>
          </a:xfrm>
          <a:prstGeom prst="rect">
            <a:avLst/>
          </a:prstGeom>
          <a:solidFill>
            <a:srgbClr val="F0F7FF"/>
          </a:solidFill>
          <a:ln w="635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303520" cy="36576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94A3B8"/>
                </a:solidFill>
                <a:latin typeface="Calibri"/>
              </a:rPr>
              <a:t>[ Image / Diagram ]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371600"/>
            <a:ext cx="5806440" cy="5166360"/>
          </a:xfrm>
          <a:prstGeom prst="rect">
            <a:avLst/>
          </a:prstGeom>
          <a:solidFill>
            <a:srgbClr val="F0F7FF"/>
          </a:solidFill>
          <a:ln w="635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508760"/>
            <a:ext cx="5532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57B8"/>
                </a:solidFill>
                <a:latin typeface="Calibri"/>
              </a:rPr>
              <a:t>Content heading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103120"/>
            <a:ext cx="5532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4A5568"/>
                </a:solidFill>
                <a:latin typeface="Calibri"/>
              </a:rPr>
              <a:t>●  Key point one</a:t>
            </a:r>
          </a:p>
          <a:p>
            <a:pPr algn="l"/>
            <a:r>
              <a:rPr sz="1600">
                <a:solidFill>
                  <a:srgbClr val="4A5568"/>
                </a:solidFill>
                <a:latin typeface="Calibri"/>
              </a:rPr>
              <a:t>●  Key point two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803136"/>
            <a:ext cx="12191695" cy="36576"/>
          </a:xfrm>
          <a:prstGeom prst="rect">
            <a:avLst/>
          </a:prstGeom>
          <a:solidFill>
            <a:srgbClr val="D0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00A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486400" cy="502920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3560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Option A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74519"/>
            <a:ext cx="5486400" cy="4663440"/>
          </a:xfrm>
          <a:prstGeom prst="rect">
            <a:avLst/>
          </a:prstGeom>
          <a:solidFill>
            <a:srgbClr val="F0F7FF"/>
          </a:solidFill>
          <a:ln w="635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4A5568"/>
                </a:solidFill>
                <a:latin typeface="Calibri"/>
              </a:rPr>
              <a:t>●  Point 1</a:t>
            </a:r>
          </a:p>
          <a:p>
            <a:pPr algn="l"/>
            <a:r>
              <a:rPr sz="1600">
                <a:solidFill>
                  <a:srgbClr val="4A5568"/>
                </a:solidFill>
                <a:latin typeface="Calibri"/>
              </a:rPr>
              <a:t>●  Point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16168" y="338328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3D82"/>
                </a:solidFill>
                <a:latin typeface="Calibri"/>
              </a:rPr>
              <a:t>VS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371600"/>
            <a:ext cx="5486400" cy="502920"/>
          </a:xfrm>
          <a:prstGeom prst="rect">
            <a:avLst/>
          </a:prstGeom>
          <a:solidFill>
            <a:srgbClr val="00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3560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Option 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874519"/>
            <a:ext cx="5486400" cy="4663440"/>
          </a:xfrm>
          <a:prstGeom prst="rect">
            <a:avLst/>
          </a:prstGeom>
          <a:solidFill>
            <a:srgbClr val="F0F7FF"/>
          </a:solidFill>
          <a:ln w="635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01168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4A5568"/>
                </a:solidFill>
                <a:latin typeface="Calibri"/>
              </a:rPr>
              <a:t>●  Point 1</a:t>
            </a:r>
          </a:p>
          <a:p>
            <a:pPr algn="l"/>
            <a:r>
              <a:rPr sz="1600">
                <a:solidFill>
                  <a:srgbClr val="4A5568"/>
                </a:solidFill>
                <a:latin typeface="Calibri"/>
              </a:rPr>
              <a:t>●  Point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803136"/>
            <a:ext cx="12191695" cy="36576"/>
          </a:xfrm>
          <a:prstGeom prst="rect">
            <a:avLst/>
          </a:prstGeom>
          <a:solidFill>
            <a:srgbClr val="D0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00A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Timeline /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657600"/>
            <a:ext cx="11277295" cy="54864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54480" y="3474720"/>
            <a:ext cx="365760" cy="365760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39319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57B8"/>
                </a:solidFill>
                <a:latin typeface="Calibri"/>
              </a:rPr>
              <a:t>Q1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1828800"/>
            <a:ext cx="2011680" cy="1371600"/>
          </a:xfrm>
          <a:prstGeom prst="rect">
            <a:avLst/>
          </a:prstGeom>
          <a:solidFill>
            <a:srgbClr val="F0F7FF"/>
          </a:solidFill>
          <a:ln w="635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A"/>
                </a:solidFill>
                <a:latin typeface="Calibri"/>
              </a:rPr>
              <a:t>Event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3474720"/>
            <a:ext cx="365760" cy="365760"/>
          </a:xfrm>
          <a:prstGeom prst="rect">
            <a:avLst/>
          </a:prstGeom>
          <a:solidFill>
            <a:srgbClr val="00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59" y="39319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57B8"/>
                </a:solidFill>
                <a:latin typeface="Calibri"/>
              </a:rPr>
              <a:t>Q2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79" y="4480560"/>
            <a:ext cx="2011680" cy="1371600"/>
          </a:xfrm>
          <a:prstGeom prst="rect">
            <a:avLst/>
          </a:prstGeom>
          <a:solidFill>
            <a:srgbClr val="F0F7FF"/>
          </a:solidFill>
          <a:ln w="635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0" y="45720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A"/>
                </a:solidFill>
                <a:latin typeface="Calibri"/>
              </a:rPr>
              <a:t>Event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0" y="3474720"/>
            <a:ext cx="365760" cy="365760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6600" y="39319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57B8"/>
                </a:solidFill>
                <a:latin typeface="Calibri"/>
              </a:rPr>
              <a:t>Q3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1828800"/>
            <a:ext cx="2011680" cy="1371600"/>
          </a:xfrm>
          <a:prstGeom prst="rect">
            <a:avLst/>
          </a:prstGeom>
          <a:solidFill>
            <a:srgbClr val="F0F7FF"/>
          </a:solidFill>
          <a:ln w="635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19202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A"/>
                </a:solidFill>
                <a:latin typeface="Calibri"/>
              </a:rPr>
              <a:t>Event 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0" y="3474720"/>
            <a:ext cx="365760" cy="365760"/>
          </a:xfrm>
          <a:prstGeom prst="rect">
            <a:avLst/>
          </a:prstGeom>
          <a:solidFill>
            <a:srgbClr val="00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21240" y="39319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57B8"/>
                </a:solidFill>
                <a:latin typeface="Calibri"/>
              </a:rPr>
              <a:t>Q4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09760" y="4480560"/>
            <a:ext cx="2011680" cy="1371600"/>
          </a:xfrm>
          <a:prstGeom prst="rect">
            <a:avLst/>
          </a:prstGeom>
          <a:solidFill>
            <a:srgbClr val="F0F7FF"/>
          </a:solidFill>
          <a:ln w="635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0" y="45720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A"/>
                </a:solidFill>
                <a:latin typeface="Calibri"/>
              </a:rPr>
              <a:t>Event 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803136"/>
            <a:ext cx="12191695" cy="36576"/>
          </a:xfrm>
          <a:prstGeom prst="rect">
            <a:avLst/>
          </a:prstGeom>
          <a:solidFill>
            <a:srgbClr val="D0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00A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Process /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468880" cy="4297680"/>
          </a:xfrm>
          <a:prstGeom prst="rect">
            <a:avLst/>
          </a:prstGeom>
          <a:solidFill>
            <a:srgbClr val="F0F7FF"/>
          </a:solidFill>
          <a:ln w="635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34440" y="1554480"/>
            <a:ext cx="914400" cy="914400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15544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57B8"/>
                </a:solidFill>
                <a:latin typeface="Calibri"/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46120"/>
            <a:ext cx="21945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</a:rPr>
              <a:t>Description 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07792" y="35661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A0E4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828800"/>
            <a:ext cx="2468880" cy="4297680"/>
          </a:xfrm>
          <a:prstGeom prst="rect">
            <a:avLst/>
          </a:prstGeom>
          <a:solidFill>
            <a:srgbClr val="F0F7FF"/>
          </a:solidFill>
          <a:ln w="635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0" y="1554480"/>
            <a:ext cx="914400" cy="914400"/>
          </a:xfrm>
          <a:prstGeom prst="rect">
            <a:avLst/>
          </a:prstGeom>
          <a:solidFill>
            <a:srgbClr val="00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15544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6517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3D82"/>
                </a:solidFill>
                <a:latin typeface="Calibr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246120"/>
            <a:ext cx="21945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</a:rPr>
              <a:t>Description 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88152" y="35661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A0E4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828800"/>
            <a:ext cx="2468880" cy="4297680"/>
          </a:xfrm>
          <a:prstGeom prst="rect">
            <a:avLst/>
          </a:prstGeom>
          <a:solidFill>
            <a:srgbClr val="F0F7FF"/>
          </a:solidFill>
          <a:ln w="635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95159" y="1554480"/>
            <a:ext cx="914400" cy="914400"/>
          </a:xfrm>
          <a:prstGeom prst="rect">
            <a:avLst/>
          </a:prstGeom>
          <a:solidFill>
            <a:srgbClr val="00A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5159" y="15544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26517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A0E4"/>
                </a:solidFill>
                <a:latin typeface="Calibri"/>
              </a:rPr>
              <a:t>Step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246120"/>
            <a:ext cx="21945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</a:rPr>
              <a:t>Description 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68512" y="35661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A0E4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98280" y="1828800"/>
            <a:ext cx="2468880" cy="4297680"/>
          </a:xfrm>
          <a:prstGeom prst="rect">
            <a:avLst/>
          </a:prstGeom>
          <a:solidFill>
            <a:srgbClr val="F0F7FF"/>
          </a:solidFill>
          <a:ln w="635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875519" y="1554480"/>
            <a:ext cx="914400" cy="914400"/>
          </a:xfrm>
          <a:prstGeom prst="rect">
            <a:avLst/>
          </a:prstGeom>
          <a:solidFill>
            <a:srgbClr val="5BA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19" y="15544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19" y="26517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BA3D8"/>
                </a:solidFill>
                <a:latin typeface="Calibri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3246120"/>
            <a:ext cx="21945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</a:rPr>
              <a:t>Description text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803136"/>
            <a:ext cx="12191695" cy="36576"/>
          </a:xfrm>
          <a:prstGeom prst="rect">
            <a:avLst/>
          </a:prstGeom>
          <a:solidFill>
            <a:srgbClr val="D0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00A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11430000" cy="1005840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7218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Presentation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472184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E8FF"/>
                </a:solidFill>
                <a:latin typeface="Calibri"/>
              </a:rPr>
              <a:t>UI, Web, Mobile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242316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↕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587752"/>
            <a:ext cx="11430000" cy="1005840"/>
          </a:xfrm>
          <a:prstGeom prst="rect">
            <a:avLst/>
          </a:prstGeom>
          <a:solidFill>
            <a:srgbClr val="00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4261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Application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642616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E8FF"/>
                </a:solidFill>
                <a:latin typeface="Calibri"/>
              </a:rPr>
              <a:t>Business Logic, APIs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359359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758184"/>
            <a:ext cx="11430000" cy="1005840"/>
          </a:xfrm>
          <a:prstGeom prst="rect">
            <a:avLst/>
          </a:prstGeom>
          <a:solidFill>
            <a:srgbClr val="00A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81304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Data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3813048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E8FF"/>
                </a:solidFill>
                <a:latin typeface="Calibri"/>
              </a:rPr>
              <a:t>Databases, Storage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76402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928616"/>
            <a:ext cx="11430000" cy="1005840"/>
          </a:xfrm>
          <a:prstGeom prst="rect">
            <a:avLst/>
          </a:prstGeom>
          <a:solidFill>
            <a:srgbClr val="5BA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98347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Infrastructure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4983479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E8FF"/>
                </a:solidFill>
                <a:latin typeface="Calibri"/>
              </a:rPr>
              <a:t>Cloud, Networking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803136"/>
            <a:ext cx="12191695" cy="36576"/>
          </a:xfrm>
          <a:prstGeom prst="rect">
            <a:avLst/>
          </a:prstGeom>
          <a:solidFill>
            <a:srgbClr val="D0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00A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Key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645920"/>
            <a:ext cx="2606040" cy="4663440"/>
          </a:xfrm>
          <a:prstGeom prst="rect">
            <a:avLst/>
          </a:prstGeom>
          <a:solidFill>
            <a:srgbClr val="F0F7FF"/>
          </a:solidFill>
          <a:ln w="635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645920"/>
            <a:ext cx="2606040" cy="73152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37744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057B8"/>
                </a:solidFill>
                <a:latin typeface="Calibri"/>
              </a:rPr>
              <a:t>85%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931920"/>
            <a:ext cx="2423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4A5568"/>
                </a:solidFill>
                <a:latin typeface="Calibri"/>
              </a:rPr>
              <a:t>Metric 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645920"/>
            <a:ext cx="2606040" cy="4663440"/>
          </a:xfrm>
          <a:prstGeom prst="rect">
            <a:avLst/>
          </a:prstGeom>
          <a:solidFill>
            <a:srgbClr val="F0F7FF"/>
          </a:solidFill>
          <a:ln w="635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1645920"/>
            <a:ext cx="2606040" cy="73152"/>
          </a:xfrm>
          <a:prstGeom prst="rect">
            <a:avLst/>
          </a:prstGeom>
          <a:solidFill>
            <a:srgbClr val="00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237744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03D82"/>
                </a:solidFill>
                <a:latin typeface="Calibri"/>
              </a:rPr>
              <a:t>2.4x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3931920"/>
            <a:ext cx="2423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4A5568"/>
                </a:solidFill>
                <a:latin typeface="Calibri"/>
              </a:rPr>
              <a:t>Metric Two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645920"/>
            <a:ext cx="2606040" cy="4663440"/>
          </a:xfrm>
          <a:prstGeom prst="rect">
            <a:avLst/>
          </a:prstGeom>
          <a:solidFill>
            <a:srgbClr val="F0F7FF"/>
          </a:solidFill>
          <a:ln w="635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645920"/>
            <a:ext cx="2606040" cy="73152"/>
          </a:xfrm>
          <a:prstGeom prst="rect">
            <a:avLst/>
          </a:prstGeom>
          <a:solidFill>
            <a:srgbClr val="00A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37744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0A0E4"/>
                </a:solidFill>
                <a:latin typeface="Calibri"/>
              </a:rPr>
              <a:t>$4M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931920"/>
            <a:ext cx="2423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4A5568"/>
                </a:solidFill>
                <a:latin typeface="Calibri"/>
              </a:rPr>
              <a:t>Metric Three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9720" y="1645920"/>
            <a:ext cx="2606040" cy="4663440"/>
          </a:xfrm>
          <a:prstGeom prst="rect">
            <a:avLst/>
          </a:prstGeom>
          <a:solidFill>
            <a:srgbClr val="F0F7FF"/>
          </a:solidFill>
          <a:ln w="635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89720" y="1645920"/>
            <a:ext cx="2606040" cy="73152"/>
          </a:xfrm>
          <a:prstGeom prst="rect">
            <a:avLst/>
          </a:prstGeom>
          <a:solidFill>
            <a:srgbClr val="5BA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237744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5BA3D8"/>
                </a:solidFill>
                <a:latin typeface="Calibri"/>
              </a:rPr>
              <a:t>98%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3931920"/>
            <a:ext cx="2423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4A5568"/>
                </a:solidFill>
                <a:latin typeface="Calibri"/>
              </a:rPr>
              <a:t>Metric Four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803136"/>
            <a:ext cx="12191695" cy="36576"/>
          </a:xfrm>
          <a:prstGeom prst="rect">
            <a:avLst/>
          </a:prstGeom>
          <a:solidFill>
            <a:srgbClr val="D0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30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Conclusion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2011680"/>
            <a:ext cx="6949440" cy="4572000"/>
          </a:xfrm>
          <a:prstGeom prst="rect">
            <a:avLst/>
          </a:prstGeom>
          <a:solidFill>
            <a:srgbClr val="F0F7FF"/>
          </a:solidFill>
          <a:ln w="635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2011680"/>
            <a:ext cx="6949440" cy="320040"/>
          </a:xfrm>
          <a:prstGeom prst="rect">
            <a:avLst/>
          </a:prstGeom>
          <a:solidFill>
            <a:srgbClr val="00A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4825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23160"/>
            <a:ext cx="65836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4A5568"/>
                </a:solidFill>
                <a:latin typeface="Calibri"/>
              </a:rPr>
              <a:t>●  Summary point 1</a:t>
            </a:r>
          </a:p>
          <a:p>
            <a:pPr algn="l"/>
            <a:r>
              <a:rPr sz="1600">
                <a:solidFill>
                  <a:srgbClr val="4A5568"/>
                </a:solidFill>
                <a:latin typeface="Calibri"/>
              </a:rPr>
              <a:t>●  Summary point 2</a:t>
            </a:r>
          </a:p>
          <a:p>
            <a:pPr algn="l"/>
            <a:r>
              <a:rPr sz="1600">
                <a:solidFill>
                  <a:srgbClr val="4A5568"/>
                </a:solidFill>
                <a:latin typeface="Calibri"/>
              </a:rPr>
              <a:t>●  Summary point 3</a:t>
            </a:r>
          </a:p>
        </p:txBody>
      </p:sp>
      <p:sp>
        <p:nvSpPr>
          <p:cNvPr id="8" name="Rectangle 7"/>
          <p:cNvSpPr/>
          <p:nvPr/>
        </p:nvSpPr>
        <p:spPr>
          <a:xfrm>
            <a:off x="7635240" y="2011680"/>
            <a:ext cx="4206240" cy="4572000"/>
          </a:xfrm>
          <a:prstGeom prst="rect">
            <a:avLst/>
          </a:prstGeom>
          <a:solidFill>
            <a:srgbClr val="00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21031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DEFF"/>
                </a:solidFill>
                <a:latin typeface="Calibri"/>
              </a:rPr>
              <a:t>NEXT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560320"/>
            <a:ext cx="3840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1. First action
2. Second action
3. Third action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6492240"/>
            <a:ext cx="6705295" cy="274320"/>
          </a:xfrm>
          <a:prstGeom prst="rect">
            <a:avLst/>
          </a:prstGeom>
          <a:solidFill>
            <a:srgbClr val="00A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6492240"/>
            <a:ext cx="6705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Thank You — 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